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12" r:id="rId4"/>
    <p:sldMasterId id="2147483713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5143500" cx="9144000"/>
  <p:notesSz cx="6858000" cy="9144000"/>
  <p:embeddedFontLst>
    <p:embeddedFont>
      <p:font typeface="Raleway"/>
      <p:regular r:id="rId21"/>
      <p:bold r:id="rId22"/>
      <p:italic r:id="rId23"/>
      <p:boldItalic r:id="rId24"/>
    </p:embeddedFont>
    <p:embeddedFont>
      <p:font typeface="Lato"/>
      <p:regular r:id="rId25"/>
      <p:bold r:id="rId26"/>
      <p:italic r:id="rId27"/>
      <p:boldItalic r:id="rId28"/>
    </p:embeddedFont>
    <p:embeddedFont>
      <p:font typeface="Newsreader"/>
      <p:regular r:id="rId29"/>
      <p:bold r:id="rId30"/>
      <p:italic r:id="rId31"/>
      <p:boldItalic r:id="rId32"/>
    </p:embeddedFont>
    <p:embeddedFont>
      <p:font typeface="Libre Baskerville"/>
      <p:regular r:id="rId33"/>
      <p:bold r:id="rId34"/>
      <p:italic r:id="rId35"/>
      <p:boldItalic r:id="rId36"/>
    </p:embeddedFont>
    <p:embeddedFont>
      <p:font typeface="DM Sans Light"/>
      <p:regular r:id="rId37"/>
      <p:bold r:id="rId38"/>
      <p:italic r:id="rId39"/>
      <p:boldItalic r:id="rId40"/>
    </p:embeddedFont>
    <p:embeddedFont>
      <p:font typeface="DM Sans SemiBold"/>
      <p:regular r:id="rId41"/>
      <p:bold r:id="rId42"/>
      <p:italic r:id="rId43"/>
      <p:boldItalic r:id="rId44"/>
    </p:embeddedFont>
    <p:embeddedFont>
      <p:font typeface="DM Sans"/>
      <p:regular r:id="rId45"/>
      <p:bold r:id="rId46"/>
      <p:italic r:id="rId47"/>
      <p:boldItalic r:id="rId48"/>
    </p:embeddedFont>
    <p:embeddedFont>
      <p:font typeface="Newsreader SemiBold"/>
      <p:regular r:id="rId49"/>
      <p:bold r:id="rId50"/>
      <p:italic r:id="rId51"/>
      <p:boldItalic r:id="rId5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DMSansLight-boldItalic.fntdata"/><Relationship Id="rId42" Type="http://schemas.openxmlformats.org/officeDocument/2006/relationships/font" Target="fonts/DMSansSemiBold-bold.fntdata"/><Relationship Id="rId41" Type="http://schemas.openxmlformats.org/officeDocument/2006/relationships/font" Target="fonts/DMSansSemiBold-regular.fntdata"/><Relationship Id="rId44" Type="http://schemas.openxmlformats.org/officeDocument/2006/relationships/font" Target="fonts/DMSansSemiBold-boldItalic.fntdata"/><Relationship Id="rId43" Type="http://schemas.openxmlformats.org/officeDocument/2006/relationships/font" Target="fonts/DMSansSemiBold-italic.fntdata"/><Relationship Id="rId46" Type="http://schemas.openxmlformats.org/officeDocument/2006/relationships/font" Target="fonts/DMSans-bold.fntdata"/><Relationship Id="rId45" Type="http://schemas.openxmlformats.org/officeDocument/2006/relationships/font" Target="fonts/DMSans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font" Target="fonts/DMSans-boldItalic.fntdata"/><Relationship Id="rId47" Type="http://schemas.openxmlformats.org/officeDocument/2006/relationships/font" Target="fonts/DMSans-italic.fntdata"/><Relationship Id="rId49" Type="http://schemas.openxmlformats.org/officeDocument/2006/relationships/font" Target="fonts/NewsreaderSemiBold-regular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Newsreader-italic.fntdata"/><Relationship Id="rId30" Type="http://schemas.openxmlformats.org/officeDocument/2006/relationships/font" Target="fonts/Newsreader-bold.fntdata"/><Relationship Id="rId33" Type="http://schemas.openxmlformats.org/officeDocument/2006/relationships/font" Target="fonts/LibreBaskerville-regular.fntdata"/><Relationship Id="rId32" Type="http://schemas.openxmlformats.org/officeDocument/2006/relationships/font" Target="fonts/Newsreader-boldItalic.fntdata"/><Relationship Id="rId35" Type="http://schemas.openxmlformats.org/officeDocument/2006/relationships/font" Target="fonts/LibreBaskerville-italic.fntdata"/><Relationship Id="rId34" Type="http://schemas.openxmlformats.org/officeDocument/2006/relationships/font" Target="fonts/LibreBaskerville-bold.fntdata"/><Relationship Id="rId37" Type="http://schemas.openxmlformats.org/officeDocument/2006/relationships/font" Target="fonts/DMSansLight-regular.fntdata"/><Relationship Id="rId36" Type="http://schemas.openxmlformats.org/officeDocument/2006/relationships/font" Target="fonts/LibreBaskerville-boldItalic.fntdata"/><Relationship Id="rId39" Type="http://schemas.openxmlformats.org/officeDocument/2006/relationships/font" Target="fonts/DMSansLight-italic.fntdata"/><Relationship Id="rId38" Type="http://schemas.openxmlformats.org/officeDocument/2006/relationships/font" Target="fonts/DMSansLight-bold.fntdata"/><Relationship Id="rId20" Type="http://schemas.openxmlformats.org/officeDocument/2006/relationships/slide" Target="slides/slide14.xml"/><Relationship Id="rId22" Type="http://schemas.openxmlformats.org/officeDocument/2006/relationships/font" Target="fonts/Raleway-bold.fntdata"/><Relationship Id="rId21" Type="http://schemas.openxmlformats.org/officeDocument/2006/relationships/font" Target="fonts/Raleway-regular.fntdata"/><Relationship Id="rId24" Type="http://schemas.openxmlformats.org/officeDocument/2006/relationships/font" Target="fonts/Raleway-boldItalic.fntdata"/><Relationship Id="rId23" Type="http://schemas.openxmlformats.org/officeDocument/2006/relationships/font" Target="fonts/Raleway-italic.fntdata"/><Relationship Id="rId26" Type="http://schemas.openxmlformats.org/officeDocument/2006/relationships/font" Target="fonts/Lato-bold.fntdata"/><Relationship Id="rId25" Type="http://schemas.openxmlformats.org/officeDocument/2006/relationships/font" Target="fonts/Lato-regular.fntdata"/><Relationship Id="rId28" Type="http://schemas.openxmlformats.org/officeDocument/2006/relationships/font" Target="fonts/Lato-boldItalic.fntdata"/><Relationship Id="rId27" Type="http://schemas.openxmlformats.org/officeDocument/2006/relationships/font" Target="fonts/Lato-italic.fntdata"/><Relationship Id="rId29" Type="http://schemas.openxmlformats.org/officeDocument/2006/relationships/font" Target="fonts/Newsreader-regular.fntdata"/><Relationship Id="rId51" Type="http://schemas.openxmlformats.org/officeDocument/2006/relationships/font" Target="fonts/NewsreaderSemiBold-italic.fntdata"/><Relationship Id="rId50" Type="http://schemas.openxmlformats.org/officeDocument/2006/relationships/font" Target="fonts/NewsreaderSemiBold-bold.fntdata"/><Relationship Id="rId52" Type="http://schemas.openxmlformats.org/officeDocument/2006/relationships/font" Target="fonts/NewsreaderSemiBold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g3b868e8dd8d_1_43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9" name="Google Shape;529;g3b868e8dd8d_1_43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g3b868e8dd8d_1_38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7" name="Google Shape;537;g3b868e8dd8d_1_38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g3b868e8dd8d_1_29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2" name="Google Shape;562;g3b868e8dd8d_1_29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g3b6568a45e5_0_2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2" name="Google Shape;572;g3b6568a45e5_0_2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g3b868e8dd8d_1_24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9" name="Google Shape;599;g3b868e8dd8d_1_24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g3b868e8dd8d_1_33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6" name="Google Shape;606;g3b868e8dd8d_1_33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g3b7d4373fd8_4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7" name="Google Shape;627;g3b7d4373fd8_4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g3b868e8dd8d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9" name="Google Shape;649;g3b868e8dd8d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g3b868e8dd8d_1_14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8" name="Google Shape;668;g3b868e8dd8d_1_14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g3b868e8dd8d_1_9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9" name="Google Shape;699;g3b868e8dd8d_1_9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Key learning 1</a:t>
            </a:r>
            <a:br>
              <a:rPr lang="en"/>
            </a:br>
            <a:r>
              <a:rPr lang="en"/>
              <a:t>Existing tools perform well on ad-hoc questions but degrade when applied to large, evolving, citation-heavy knowledge bases. Educators need consistent retrieval, grounded answers, and control over source material—capabilities that generic AI assistants are not designed to deliver.</a:t>
            </a:r>
            <a:br>
              <a:rPr lang="en"/>
            </a:br>
            <a:br>
              <a:rPr lang="en"/>
            </a:br>
            <a:r>
              <a:rPr lang="en"/>
              <a:t>Key learning 2</a:t>
            </a:r>
            <a:br>
              <a:rPr lang="en"/>
            </a:br>
            <a:r>
              <a:rPr lang="en"/>
              <a:t>No dominant product owns the layer where institutional knowledge is curated, queried, and reused for teaching and learning. Nara fills this gap by combining a strong RAG system with workflows tailored to scholars and educators, allowing them to manage, explore, and apply their knowledge with confidence.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Key learning 3</a:t>
            </a:r>
            <a:br>
              <a:rPr lang="en"/>
            </a:br>
            <a:r>
              <a:rPr lang="en"/>
              <a:t>Scholars, educators, and learning organizations already value accuracy, structure, and long-term knowledge stewardship. Nara speaks their language, solves a core daily problem, and integrates naturally into how they teach, research, and share knowledge—making adoption faster and retention stronger.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4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g3b868e8dd8d_1_4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6" name="Google Shape;716;g3b868e8dd8d_1_4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3b6568a45e5_0_25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9" name="Google Shape;739;g3b6568a45e5_0_25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g3b868e8dd8d_1_19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3" name="Google Shape;763;g3b868e8dd8d_1_19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0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g3b6568a45e5_0_26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2" name="Google Shape;812;g3b6568a45e5_0_26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" name="Google Shape;12;p2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" name="Google Shape;18;p3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" name="Google Shape;19;p3"/>
          <p:cNvSpPr txBox="1"/>
          <p:nvPr>
            <p:ph type="title"/>
          </p:nvPr>
        </p:nvSpPr>
        <p:spPr>
          <a:xfrm>
            <a:off x="406425" y="1806825"/>
            <a:ext cx="8296800" cy="15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4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" name="Google Shape;23;p4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" name="Google Shape;24;p4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" name="Google Shape;25;p4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Google Shape;29;p5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" name="Google Shape;30;p5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" name="Google Shape;31;p5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" name="Google Shape;32;p5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2400303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2" type="body"/>
          </p:nvPr>
        </p:nvSpPr>
        <p:spPr>
          <a:xfrm>
            <a:off x="5650572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303300" y="411575"/>
            <a:ext cx="8520600" cy="6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" name="Google Shape;40;p7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7"/>
          <p:cNvSpPr txBox="1"/>
          <p:nvPr>
            <p:ph type="title"/>
          </p:nvPr>
        </p:nvSpPr>
        <p:spPr>
          <a:xfrm>
            <a:off x="319500" y="936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319500" y="1846804"/>
            <a:ext cx="2808000" cy="28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3" name="Google Shape;43;p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rgbClr val="353535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" name="Google Shape;45;p8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" name="Google Shape;46;p8"/>
          <p:cNvSpPr txBox="1"/>
          <p:nvPr>
            <p:ph type="title"/>
          </p:nvPr>
        </p:nvSpPr>
        <p:spPr>
          <a:xfrm>
            <a:off x="283103" y="712141"/>
            <a:ext cx="6244200" cy="383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/>
          <p:nvPr/>
        </p:nvSpPr>
        <p:spPr>
          <a:xfrm>
            <a:off x="4572000" y="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0" name="Google Shape;5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" name="Google Shape;51;p9"/>
          <p:cNvSpPr txBox="1"/>
          <p:nvPr>
            <p:ph type="title"/>
          </p:nvPr>
        </p:nvSpPr>
        <p:spPr>
          <a:xfrm>
            <a:off x="265500" y="1397350"/>
            <a:ext cx="4045200" cy="131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9"/>
          <p:cNvSpPr txBox="1"/>
          <p:nvPr>
            <p:ph idx="1" type="subTitle"/>
          </p:nvPr>
        </p:nvSpPr>
        <p:spPr>
          <a:xfrm>
            <a:off x="265500" y="273537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3" name="Google Shape;5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4" name="Google Shape;54;p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" name="Google Shape;56;p10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" name="Google Shape;57;p10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" name="Google Shape;58;p10"/>
          <p:cNvSpPr txBox="1"/>
          <p:nvPr>
            <p:ph idx="1" type="body"/>
          </p:nvPr>
        </p:nvSpPr>
        <p:spPr>
          <a:xfrm>
            <a:off x="328017" y="4226025"/>
            <a:ext cx="83886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9" name="Google Shape;59;p1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" name="Google Shape;61;p11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" name="Google Shape;62;p11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" name="Google Shape;63;p11"/>
          <p:cNvSpPr txBox="1"/>
          <p:nvPr>
            <p:ph hasCustomPrompt="1" type="title"/>
          </p:nvPr>
        </p:nvSpPr>
        <p:spPr>
          <a:xfrm>
            <a:off x="853950" y="1304850"/>
            <a:ext cx="74361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853950" y="2919450"/>
            <a:ext cx="74361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5" name="Google Shape;65;p1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itle only">
  <p:cSld name="BLANK_1_1_1_1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/>
          <p:nvPr>
            <p:ph type="title"/>
          </p:nvPr>
        </p:nvSpPr>
        <p:spPr>
          <a:xfrm>
            <a:off x="361975" y="957403"/>
            <a:ext cx="56274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74" name="Google Shape;74;p14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5" name="Google Shape;75;p14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3 Columns">
  <p:cSld name="BLANK_1_1_1_1_3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5"/>
          <p:cNvSpPr txBox="1"/>
          <p:nvPr>
            <p:ph type="title"/>
          </p:nvPr>
        </p:nvSpPr>
        <p:spPr>
          <a:xfrm>
            <a:off x="361975" y="957403"/>
            <a:ext cx="56274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78" name="Google Shape;78;p15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9" name="Google Shape;79;p15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80" name="Google Shape;80;p15"/>
          <p:cNvSpPr txBox="1"/>
          <p:nvPr>
            <p:ph idx="2" type="subTitle"/>
          </p:nvPr>
        </p:nvSpPr>
        <p:spPr>
          <a:xfrm>
            <a:off x="362125" y="1853425"/>
            <a:ext cx="20616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5"/>
          <p:cNvSpPr txBox="1"/>
          <p:nvPr>
            <p:ph idx="3" type="subTitle"/>
          </p:nvPr>
        </p:nvSpPr>
        <p:spPr>
          <a:xfrm>
            <a:off x="3154650" y="1853425"/>
            <a:ext cx="20616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5"/>
          <p:cNvSpPr txBox="1"/>
          <p:nvPr>
            <p:ph idx="4" type="subTitle"/>
          </p:nvPr>
        </p:nvSpPr>
        <p:spPr>
          <a:xfrm>
            <a:off x="6216650" y="1853425"/>
            <a:ext cx="20616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5"/>
          <p:cNvSpPr txBox="1"/>
          <p:nvPr>
            <p:ph idx="5" type="subTitle"/>
          </p:nvPr>
        </p:nvSpPr>
        <p:spPr>
          <a:xfrm>
            <a:off x="362125" y="2206700"/>
            <a:ext cx="2575800" cy="124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eyebrow ">
  <p:cSld name="BLANK_1_1_1_1_2_1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6" name="Google Shape;86;p16"/>
          <p:cNvSpPr txBox="1"/>
          <p:nvPr>
            <p:ph type="title"/>
          </p:nvPr>
        </p:nvSpPr>
        <p:spPr>
          <a:xfrm>
            <a:off x="361975" y="988557"/>
            <a:ext cx="50184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87" name="Google Shape;87;p16"/>
          <p:cNvSpPr txBox="1"/>
          <p:nvPr>
            <p:ph idx="1" type="subTitle"/>
          </p:nvPr>
        </p:nvSpPr>
        <p:spPr>
          <a:xfrm>
            <a:off x="361975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2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agenda">
  <p:cSld name="BLANK_1_1_1_1_1_1_1_1_1_1_1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idx="1" type="subTitle"/>
          </p:nvPr>
        </p:nvSpPr>
        <p:spPr>
          <a:xfrm>
            <a:off x="361975" y="2841984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1" name="Google Shape;91;p17"/>
          <p:cNvSpPr txBox="1"/>
          <p:nvPr>
            <p:ph type="title"/>
          </p:nvPr>
        </p:nvSpPr>
        <p:spPr>
          <a:xfrm>
            <a:off x="361975" y="962100"/>
            <a:ext cx="4163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2" name="Google Shape;92;p17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3" name="Google Shape;93;p17"/>
          <p:cNvSpPr txBox="1"/>
          <p:nvPr>
            <p:ph idx="2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4" name="Google Shape;94;p17"/>
          <p:cNvSpPr txBox="1"/>
          <p:nvPr>
            <p:ph idx="3" type="subTitle"/>
          </p:nvPr>
        </p:nvSpPr>
        <p:spPr>
          <a:xfrm>
            <a:off x="4909675" y="2841984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5" name="Google Shape;95;p17"/>
          <p:cNvSpPr txBox="1"/>
          <p:nvPr>
            <p:ph idx="4" type="subTitle"/>
          </p:nvPr>
        </p:nvSpPr>
        <p:spPr>
          <a:xfrm>
            <a:off x="361975" y="3493626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6" name="Google Shape;96;p17"/>
          <p:cNvSpPr txBox="1"/>
          <p:nvPr>
            <p:ph idx="5" type="subTitle"/>
          </p:nvPr>
        </p:nvSpPr>
        <p:spPr>
          <a:xfrm>
            <a:off x="4909675" y="3493626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7" name="Google Shape;97;p17"/>
          <p:cNvSpPr txBox="1"/>
          <p:nvPr>
            <p:ph idx="6" type="subTitle"/>
          </p:nvPr>
        </p:nvSpPr>
        <p:spPr>
          <a:xfrm>
            <a:off x="361975" y="4145267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8" name="Google Shape;98;p17"/>
          <p:cNvSpPr txBox="1"/>
          <p:nvPr>
            <p:ph idx="7" type="subTitle"/>
          </p:nvPr>
        </p:nvSpPr>
        <p:spPr>
          <a:xfrm>
            <a:off x="4909675" y="4145267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Horizontal - Light">
  <p:cSld name="BLANK_1_1_1_1_1_1_1_1_1_1_1_1_1_1_2">
    <p:bg>
      <p:bgPr>
        <a:solidFill>
          <a:schemeClr val="accent6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8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u="sng"/>
          </a:p>
        </p:txBody>
      </p:sp>
      <p:sp>
        <p:nvSpPr>
          <p:cNvPr id="101" name="Google Shape;101;p18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18"/>
          <p:cNvSpPr txBox="1"/>
          <p:nvPr>
            <p:ph idx="2" type="body"/>
          </p:nvPr>
        </p:nvSpPr>
        <p:spPr>
          <a:xfrm>
            <a:off x="4845475" y="1361028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103" name="Google Shape;103;p18"/>
          <p:cNvSpPr txBox="1"/>
          <p:nvPr>
            <p:ph idx="3" type="subTitle"/>
          </p:nvPr>
        </p:nvSpPr>
        <p:spPr>
          <a:xfrm>
            <a:off x="4845475" y="1028377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4" name="Google Shape;104;p18"/>
          <p:cNvSpPr txBox="1"/>
          <p:nvPr>
            <p:ph idx="4" type="body"/>
          </p:nvPr>
        </p:nvSpPr>
        <p:spPr>
          <a:xfrm>
            <a:off x="4845475" y="2595865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5" name="Google Shape;105;p18"/>
          <p:cNvSpPr txBox="1"/>
          <p:nvPr>
            <p:ph idx="5" type="subTitle"/>
          </p:nvPr>
        </p:nvSpPr>
        <p:spPr>
          <a:xfrm>
            <a:off x="4845475" y="2263215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6" name="Google Shape;106;p18"/>
          <p:cNvSpPr txBox="1"/>
          <p:nvPr>
            <p:ph idx="6" type="body"/>
          </p:nvPr>
        </p:nvSpPr>
        <p:spPr>
          <a:xfrm>
            <a:off x="4845475" y="3870078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7" name="Google Shape;107;p18"/>
          <p:cNvSpPr txBox="1"/>
          <p:nvPr>
            <p:ph idx="7" type="subTitle"/>
          </p:nvPr>
        </p:nvSpPr>
        <p:spPr>
          <a:xfrm>
            <a:off x="4845475" y="3537427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8" name="Google Shape;108;p18"/>
          <p:cNvSpPr txBox="1"/>
          <p:nvPr>
            <p:ph type="title"/>
          </p:nvPr>
        </p:nvSpPr>
        <p:spPr>
          <a:xfrm>
            <a:off x="361975" y="988555"/>
            <a:ext cx="3860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109" name="Google Shape;109;p18"/>
          <p:cNvSpPr txBox="1"/>
          <p:nvPr>
            <p:ph idx="8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Horizontal - Light - Alt 1">
  <p:cSld name="BLANK_1_1_1_1_1_1_1_1_1_1_1_1_1_1_2_2">
    <p:bg>
      <p:bgPr>
        <a:solidFill>
          <a:schemeClr val="accent6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9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19"/>
          <p:cNvSpPr txBox="1"/>
          <p:nvPr>
            <p:ph idx="2" type="body"/>
          </p:nvPr>
        </p:nvSpPr>
        <p:spPr>
          <a:xfrm>
            <a:off x="4845475" y="998689"/>
            <a:ext cx="33825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113" name="Google Shape;113;p19"/>
          <p:cNvSpPr txBox="1"/>
          <p:nvPr>
            <p:ph idx="3" type="subTitle"/>
          </p:nvPr>
        </p:nvSpPr>
        <p:spPr>
          <a:xfrm>
            <a:off x="4845475" y="666041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14" name="Google Shape;114;p19"/>
          <p:cNvSpPr txBox="1"/>
          <p:nvPr>
            <p:ph type="title"/>
          </p:nvPr>
        </p:nvSpPr>
        <p:spPr>
          <a:xfrm>
            <a:off x="361975" y="988555"/>
            <a:ext cx="3860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15" name="Google Shape;115;p19"/>
          <p:cNvSpPr txBox="1"/>
          <p:nvPr>
            <p:ph idx="4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19"/>
          <p:cNvSpPr txBox="1"/>
          <p:nvPr>
            <p:ph idx="5" type="body"/>
          </p:nvPr>
        </p:nvSpPr>
        <p:spPr>
          <a:xfrm>
            <a:off x="4845475" y="3927439"/>
            <a:ext cx="33825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7" name="Google Shape;117;p19"/>
          <p:cNvSpPr txBox="1"/>
          <p:nvPr>
            <p:ph idx="6" type="subTitle"/>
          </p:nvPr>
        </p:nvSpPr>
        <p:spPr>
          <a:xfrm>
            <a:off x="4845475" y="3594791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18" name="Google Shape;118;p19"/>
          <p:cNvSpPr txBox="1"/>
          <p:nvPr>
            <p:ph idx="7" type="body"/>
          </p:nvPr>
        </p:nvSpPr>
        <p:spPr>
          <a:xfrm>
            <a:off x="4845475" y="2431037"/>
            <a:ext cx="33825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9" name="Google Shape;119;p19"/>
          <p:cNvSpPr txBox="1"/>
          <p:nvPr>
            <p:ph idx="8" type="subTitle"/>
          </p:nvPr>
        </p:nvSpPr>
        <p:spPr>
          <a:xfrm>
            <a:off x="4845475" y="2098390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20" name="Google Shape;120;p19"/>
          <p:cNvSpPr txBox="1"/>
          <p:nvPr>
            <p:ph idx="9" type="body"/>
          </p:nvPr>
        </p:nvSpPr>
        <p:spPr>
          <a:xfrm>
            <a:off x="356100" y="3243900"/>
            <a:ext cx="2798700" cy="1334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Horizontal - Dark">
  <p:cSld name="BLANK_1_1_1_1_1_1_1_1_1_1_1_1_1_1_2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0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3" name="Google Shape;123;p20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4" name="Google Shape;124;p20"/>
          <p:cNvSpPr txBox="1"/>
          <p:nvPr>
            <p:ph idx="2" type="body"/>
          </p:nvPr>
        </p:nvSpPr>
        <p:spPr>
          <a:xfrm>
            <a:off x="4845475" y="1361028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125" name="Google Shape;125;p20"/>
          <p:cNvSpPr txBox="1"/>
          <p:nvPr>
            <p:ph idx="3" type="subTitle"/>
          </p:nvPr>
        </p:nvSpPr>
        <p:spPr>
          <a:xfrm>
            <a:off x="4845475" y="1028377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26" name="Google Shape;126;p20"/>
          <p:cNvSpPr txBox="1"/>
          <p:nvPr>
            <p:ph idx="4" type="body"/>
          </p:nvPr>
        </p:nvSpPr>
        <p:spPr>
          <a:xfrm>
            <a:off x="4845475" y="2595865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7" name="Google Shape;127;p20"/>
          <p:cNvSpPr txBox="1"/>
          <p:nvPr>
            <p:ph idx="5" type="subTitle"/>
          </p:nvPr>
        </p:nvSpPr>
        <p:spPr>
          <a:xfrm>
            <a:off x="4845475" y="2263215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28" name="Google Shape;128;p20"/>
          <p:cNvSpPr txBox="1"/>
          <p:nvPr>
            <p:ph idx="6" type="body"/>
          </p:nvPr>
        </p:nvSpPr>
        <p:spPr>
          <a:xfrm>
            <a:off x="4845475" y="3870078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129" name="Google Shape;129;p20"/>
          <p:cNvSpPr txBox="1"/>
          <p:nvPr>
            <p:ph idx="7" type="subTitle"/>
          </p:nvPr>
        </p:nvSpPr>
        <p:spPr>
          <a:xfrm>
            <a:off x="4845475" y="3537427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0" name="Google Shape;130;p20"/>
          <p:cNvSpPr txBox="1"/>
          <p:nvPr>
            <p:ph type="title"/>
          </p:nvPr>
        </p:nvSpPr>
        <p:spPr>
          <a:xfrm>
            <a:off x="361975" y="988555"/>
            <a:ext cx="3860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1" name="Google Shape;131;p20"/>
          <p:cNvSpPr txBox="1"/>
          <p:nvPr>
            <p:ph idx="8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four big ideas">
  <p:cSld name="BLANK_1_1_1_1_1_1_1_1_1_1_1_1_1_1_1">
    <p:bg>
      <p:bgPr>
        <a:solidFill>
          <a:schemeClr val="lt1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1"/>
          <p:cNvSpPr txBox="1"/>
          <p:nvPr>
            <p:ph idx="1" type="body"/>
          </p:nvPr>
        </p:nvSpPr>
        <p:spPr>
          <a:xfrm>
            <a:off x="2610420" y="2943375"/>
            <a:ext cx="1645800" cy="16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134" name="Google Shape;134;p21"/>
          <p:cNvSpPr txBox="1"/>
          <p:nvPr>
            <p:ph idx="2" type="subTitle"/>
          </p:nvPr>
        </p:nvSpPr>
        <p:spPr>
          <a:xfrm>
            <a:off x="2610418" y="2169054"/>
            <a:ext cx="16458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5" name="Google Shape;135;p21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6" name="Google Shape;136;p21"/>
          <p:cNvSpPr txBox="1"/>
          <p:nvPr>
            <p:ph idx="3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7" name="Google Shape;137;p21"/>
          <p:cNvSpPr txBox="1"/>
          <p:nvPr>
            <p:ph idx="4" type="body"/>
          </p:nvPr>
        </p:nvSpPr>
        <p:spPr>
          <a:xfrm>
            <a:off x="4889772" y="2943375"/>
            <a:ext cx="1645800" cy="16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8" name="Google Shape;138;p21"/>
          <p:cNvSpPr txBox="1"/>
          <p:nvPr>
            <p:ph idx="5" type="subTitle"/>
          </p:nvPr>
        </p:nvSpPr>
        <p:spPr>
          <a:xfrm>
            <a:off x="4889774" y="2169054"/>
            <a:ext cx="16458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9" name="Google Shape;139;p21"/>
          <p:cNvSpPr txBox="1"/>
          <p:nvPr>
            <p:ph idx="6" type="body"/>
          </p:nvPr>
        </p:nvSpPr>
        <p:spPr>
          <a:xfrm>
            <a:off x="7130875" y="2943375"/>
            <a:ext cx="1645800" cy="16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140" name="Google Shape;140;p21"/>
          <p:cNvSpPr txBox="1"/>
          <p:nvPr>
            <p:ph idx="7" type="subTitle"/>
          </p:nvPr>
        </p:nvSpPr>
        <p:spPr>
          <a:xfrm>
            <a:off x="7130874" y="2169054"/>
            <a:ext cx="16458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41" name="Google Shape;141;p21"/>
          <p:cNvSpPr txBox="1"/>
          <p:nvPr>
            <p:ph idx="8" type="body"/>
          </p:nvPr>
        </p:nvSpPr>
        <p:spPr>
          <a:xfrm>
            <a:off x="360525" y="2943375"/>
            <a:ext cx="1645800" cy="16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2" name="Google Shape;142;p21"/>
          <p:cNvSpPr txBox="1"/>
          <p:nvPr>
            <p:ph idx="9" type="subTitle"/>
          </p:nvPr>
        </p:nvSpPr>
        <p:spPr>
          <a:xfrm>
            <a:off x="360533" y="2169054"/>
            <a:ext cx="16458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43" name="Google Shape;143;p21"/>
          <p:cNvSpPr txBox="1"/>
          <p:nvPr>
            <p:ph idx="13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44" name="Google Shape;144;p21"/>
          <p:cNvSpPr txBox="1"/>
          <p:nvPr>
            <p:ph type="title"/>
          </p:nvPr>
        </p:nvSpPr>
        <p:spPr>
          <a:xfrm>
            <a:off x="1938175" y="988550"/>
            <a:ext cx="52677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ve big ideas">
  <p:cSld name="BLANK_1_1_1_1_1_1_1_1_1_1_1_1_1_1_1_3">
    <p:bg>
      <p:bgPr>
        <a:solidFill>
          <a:schemeClr val="accent2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2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7" name="Google Shape;147;p22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22"/>
          <p:cNvSpPr txBox="1"/>
          <p:nvPr>
            <p:ph idx="2" type="body"/>
          </p:nvPr>
        </p:nvSpPr>
        <p:spPr>
          <a:xfrm>
            <a:off x="361975" y="3231275"/>
            <a:ext cx="1457400" cy="10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49" name="Google Shape;149;p22"/>
          <p:cNvSpPr txBox="1"/>
          <p:nvPr>
            <p:ph idx="3" type="subTitle"/>
          </p:nvPr>
        </p:nvSpPr>
        <p:spPr>
          <a:xfrm>
            <a:off x="361975" y="2556804"/>
            <a:ext cx="14574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0" name="Google Shape;150;p22"/>
          <p:cNvSpPr txBox="1"/>
          <p:nvPr>
            <p:ph idx="4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1" name="Google Shape;151;p22"/>
          <p:cNvSpPr txBox="1"/>
          <p:nvPr>
            <p:ph type="title"/>
          </p:nvPr>
        </p:nvSpPr>
        <p:spPr>
          <a:xfrm>
            <a:off x="1938175" y="988550"/>
            <a:ext cx="52677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152" name="Google Shape;152;p22"/>
          <p:cNvSpPr txBox="1"/>
          <p:nvPr>
            <p:ph idx="5" type="subTitle"/>
          </p:nvPr>
        </p:nvSpPr>
        <p:spPr>
          <a:xfrm>
            <a:off x="7319275" y="2556804"/>
            <a:ext cx="14574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3" name="Google Shape;153;p22"/>
          <p:cNvSpPr txBox="1"/>
          <p:nvPr>
            <p:ph idx="6" type="body"/>
          </p:nvPr>
        </p:nvSpPr>
        <p:spPr>
          <a:xfrm>
            <a:off x="2101300" y="3231275"/>
            <a:ext cx="1457400" cy="10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4" name="Google Shape;154;p22"/>
          <p:cNvSpPr txBox="1"/>
          <p:nvPr>
            <p:ph idx="7" type="body"/>
          </p:nvPr>
        </p:nvSpPr>
        <p:spPr>
          <a:xfrm>
            <a:off x="3840625" y="3231275"/>
            <a:ext cx="1457400" cy="10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5" name="Google Shape;155;p22"/>
          <p:cNvSpPr txBox="1"/>
          <p:nvPr>
            <p:ph idx="8" type="body"/>
          </p:nvPr>
        </p:nvSpPr>
        <p:spPr>
          <a:xfrm>
            <a:off x="5579950" y="3231275"/>
            <a:ext cx="1457400" cy="10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6" name="Google Shape;156;p22"/>
          <p:cNvSpPr txBox="1"/>
          <p:nvPr>
            <p:ph idx="9" type="subTitle"/>
          </p:nvPr>
        </p:nvSpPr>
        <p:spPr>
          <a:xfrm>
            <a:off x="2101300" y="2556804"/>
            <a:ext cx="14574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7" name="Google Shape;157;p22"/>
          <p:cNvSpPr txBox="1"/>
          <p:nvPr>
            <p:ph idx="13" type="subTitle"/>
          </p:nvPr>
        </p:nvSpPr>
        <p:spPr>
          <a:xfrm>
            <a:off x="3840625" y="2556804"/>
            <a:ext cx="14574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8" name="Google Shape;158;p22"/>
          <p:cNvSpPr txBox="1"/>
          <p:nvPr>
            <p:ph idx="14" type="subTitle"/>
          </p:nvPr>
        </p:nvSpPr>
        <p:spPr>
          <a:xfrm>
            <a:off x="5579950" y="2556804"/>
            <a:ext cx="14574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9" name="Google Shape;159;p22"/>
          <p:cNvSpPr txBox="1"/>
          <p:nvPr>
            <p:ph idx="15" type="body"/>
          </p:nvPr>
        </p:nvSpPr>
        <p:spPr>
          <a:xfrm>
            <a:off x="7319275" y="3231275"/>
            <a:ext cx="1457400" cy="10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1">
  <p:cSld name="BLANK_1_1_1_1_1_1_1_1_1_1_1_1_1_1_1_2">
    <p:bg>
      <p:bgPr>
        <a:solidFill>
          <a:schemeClr val="lt1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3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2" name="Google Shape;162;p23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3" name="Google Shape;163;p23"/>
          <p:cNvSpPr txBox="1"/>
          <p:nvPr>
            <p:ph idx="2" type="body"/>
          </p:nvPr>
        </p:nvSpPr>
        <p:spPr>
          <a:xfrm>
            <a:off x="7130875" y="3628800"/>
            <a:ext cx="1645800" cy="6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64" name="Google Shape;164;p23"/>
          <p:cNvSpPr txBox="1"/>
          <p:nvPr>
            <p:ph idx="3" type="subTitle"/>
          </p:nvPr>
        </p:nvSpPr>
        <p:spPr>
          <a:xfrm>
            <a:off x="7130875" y="2586820"/>
            <a:ext cx="1645800" cy="1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ewsreader SemiBold"/>
              <a:buNone/>
              <a:defRPr sz="1100">
                <a:solidFill>
                  <a:schemeClr val="dk1"/>
                </a:solidFill>
                <a:latin typeface="Newsreader SemiBold"/>
                <a:ea typeface="Newsreader SemiBold"/>
                <a:cs typeface="Newsreader SemiBold"/>
                <a:sym typeface="Newsread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65" name="Google Shape;165;p23"/>
          <p:cNvSpPr txBox="1"/>
          <p:nvPr>
            <p:ph idx="4" type="subTitle"/>
          </p:nvPr>
        </p:nvSpPr>
        <p:spPr>
          <a:xfrm>
            <a:off x="7130875" y="2791120"/>
            <a:ext cx="16458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66" name="Google Shape;166;p23"/>
          <p:cNvSpPr txBox="1"/>
          <p:nvPr>
            <p:ph idx="5" type="body"/>
          </p:nvPr>
        </p:nvSpPr>
        <p:spPr>
          <a:xfrm>
            <a:off x="4892138" y="3628800"/>
            <a:ext cx="1645800" cy="6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67" name="Google Shape;167;p23"/>
          <p:cNvSpPr txBox="1"/>
          <p:nvPr>
            <p:ph idx="6" type="subTitle"/>
          </p:nvPr>
        </p:nvSpPr>
        <p:spPr>
          <a:xfrm>
            <a:off x="4892138" y="2586820"/>
            <a:ext cx="1645800" cy="1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ewsreader SemiBold"/>
              <a:buNone/>
              <a:defRPr sz="1100">
                <a:solidFill>
                  <a:schemeClr val="dk1"/>
                </a:solidFill>
                <a:latin typeface="Newsreader SemiBold"/>
                <a:ea typeface="Newsreader SemiBold"/>
                <a:cs typeface="Newsreader SemiBold"/>
                <a:sym typeface="Newsread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68" name="Google Shape;168;p23"/>
          <p:cNvSpPr txBox="1"/>
          <p:nvPr>
            <p:ph idx="7" type="subTitle"/>
          </p:nvPr>
        </p:nvSpPr>
        <p:spPr>
          <a:xfrm>
            <a:off x="4892138" y="2791120"/>
            <a:ext cx="16458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69" name="Google Shape;169;p23"/>
          <p:cNvSpPr txBox="1"/>
          <p:nvPr>
            <p:ph idx="8" type="body"/>
          </p:nvPr>
        </p:nvSpPr>
        <p:spPr>
          <a:xfrm>
            <a:off x="2607050" y="3628800"/>
            <a:ext cx="1645800" cy="6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70" name="Google Shape;170;p23"/>
          <p:cNvSpPr txBox="1"/>
          <p:nvPr>
            <p:ph idx="9" type="subTitle"/>
          </p:nvPr>
        </p:nvSpPr>
        <p:spPr>
          <a:xfrm>
            <a:off x="2607050" y="2586820"/>
            <a:ext cx="1645800" cy="1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ewsreader SemiBold"/>
              <a:buNone/>
              <a:defRPr sz="1100">
                <a:solidFill>
                  <a:schemeClr val="dk1"/>
                </a:solidFill>
                <a:latin typeface="Newsreader SemiBold"/>
                <a:ea typeface="Newsreader SemiBold"/>
                <a:cs typeface="Newsreader SemiBold"/>
                <a:sym typeface="Newsread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71" name="Google Shape;171;p23"/>
          <p:cNvSpPr txBox="1"/>
          <p:nvPr>
            <p:ph idx="13" type="subTitle"/>
          </p:nvPr>
        </p:nvSpPr>
        <p:spPr>
          <a:xfrm>
            <a:off x="2607050" y="2791120"/>
            <a:ext cx="16458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72" name="Google Shape;172;p23"/>
          <p:cNvSpPr txBox="1"/>
          <p:nvPr>
            <p:ph idx="14" type="body"/>
          </p:nvPr>
        </p:nvSpPr>
        <p:spPr>
          <a:xfrm>
            <a:off x="361975" y="3628800"/>
            <a:ext cx="1645800" cy="6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73" name="Google Shape;173;p23"/>
          <p:cNvSpPr txBox="1"/>
          <p:nvPr>
            <p:ph idx="15" type="subTitle"/>
          </p:nvPr>
        </p:nvSpPr>
        <p:spPr>
          <a:xfrm>
            <a:off x="361975" y="2586820"/>
            <a:ext cx="1645800" cy="1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ewsreader SemiBold"/>
              <a:buNone/>
              <a:defRPr sz="1100">
                <a:solidFill>
                  <a:schemeClr val="dk1"/>
                </a:solidFill>
                <a:latin typeface="Newsreader SemiBold"/>
                <a:ea typeface="Newsreader SemiBold"/>
                <a:cs typeface="Newsreader SemiBold"/>
                <a:sym typeface="Newsread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74" name="Google Shape;174;p23"/>
          <p:cNvSpPr txBox="1"/>
          <p:nvPr>
            <p:ph idx="16" type="subTitle"/>
          </p:nvPr>
        </p:nvSpPr>
        <p:spPr>
          <a:xfrm>
            <a:off x="361975" y="2791120"/>
            <a:ext cx="16458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75" name="Google Shape;175;p23"/>
          <p:cNvSpPr txBox="1"/>
          <p:nvPr>
            <p:ph idx="17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76" name="Google Shape;176;p23"/>
          <p:cNvSpPr txBox="1"/>
          <p:nvPr>
            <p:ph type="title"/>
          </p:nvPr>
        </p:nvSpPr>
        <p:spPr>
          <a:xfrm>
            <a:off x="1406600" y="988557"/>
            <a:ext cx="63309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>
  <p:cSld name="CUSTOM_7_1_1_1_1_1_1_1_1_1_1_1_1_1_1_1_1">
    <p:bg>
      <p:bgPr>
        <a:solidFill>
          <a:schemeClr val="lt1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4"/>
          <p:cNvSpPr/>
          <p:nvPr>
            <p:ph idx="2" type="pic"/>
          </p:nvPr>
        </p:nvSpPr>
        <p:spPr>
          <a:xfrm>
            <a:off x="4587725" y="-8750"/>
            <a:ext cx="4572000" cy="5152200"/>
          </a:xfrm>
          <a:prstGeom prst="rect">
            <a:avLst/>
          </a:prstGeom>
          <a:noFill/>
          <a:ln>
            <a:noFill/>
          </a:ln>
        </p:spPr>
      </p:sp>
      <p:sp>
        <p:nvSpPr>
          <p:cNvPr id="179" name="Google Shape;179;p24"/>
          <p:cNvSpPr txBox="1"/>
          <p:nvPr>
            <p:ph type="title"/>
          </p:nvPr>
        </p:nvSpPr>
        <p:spPr>
          <a:xfrm>
            <a:off x="361975" y="923525"/>
            <a:ext cx="38601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0" name="Google Shape;180;p24"/>
          <p:cNvSpPr txBox="1"/>
          <p:nvPr>
            <p:ph idx="1" type="subTitle"/>
          </p:nvPr>
        </p:nvSpPr>
        <p:spPr>
          <a:xfrm>
            <a:off x="361975" y="255533"/>
            <a:ext cx="3860100" cy="3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1" name="Google Shape;181;p24"/>
          <p:cNvSpPr txBox="1"/>
          <p:nvPr>
            <p:ph idx="3" type="body"/>
          </p:nvPr>
        </p:nvSpPr>
        <p:spPr>
          <a:xfrm>
            <a:off x="547575" y="3337797"/>
            <a:ext cx="3492600" cy="132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 algn="ctr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er and Four steps">
  <p:cSld name="CUSTOM_7_1_1_1_1_1_1_1_1_1_1_1_1_1_1_1_1_1_2">
    <p:bg>
      <p:bgPr>
        <a:solidFill>
          <a:schemeClr val="lt1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5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4" name="Google Shape;184;p25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5" name="Google Shape;185;p25"/>
          <p:cNvSpPr/>
          <p:nvPr/>
        </p:nvSpPr>
        <p:spPr>
          <a:xfrm>
            <a:off x="50" y="2785800"/>
            <a:ext cx="2294400" cy="2357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86" name="Google Shape;186;p25"/>
          <p:cNvSpPr/>
          <p:nvPr/>
        </p:nvSpPr>
        <p:spPr>
          <a:xfrm>
            <a:off x="2286125" y="2068875"/>
            <a:ext cx="2294400" cy="30747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87" name="Google Shape;187;p25"/>
          <p:cNvSpPr/>
          <p:nvPr/>
        </p:nvSpPr>
        <p:spPr>
          <a:xfrm>
            <a:off x="4565475" y="1495326"/>
            <a:ext cx="2294400" cy="3648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88" name="Google Shape;188;p25"/>
          <p:cNvSpPr/>
          <p:nvPr/>
        </p:nvSpPr>
        <p:spPr>
          <a:xfrm>
            <a:off x="6849550" y="732775"/>
            <a:ext cx="2294400" cy="44106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89" name="Google Shape;189;p25"/>
          <p:cNvSpPr txBox="1"/>
          <p:nvPr/>
        </p:nvSpPr>
        <p:spPr>
          <a:xfrm>
            <a:off x="375350" y="4481351"/>
            <a:ext cx="6759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Newsreader"/>
                <a:ea typeface="Newsreader"/>
                <a:cs typeface="Newsreader"/>
                <a:sym typeface="Newsreader"/>
              </a:rPr>
              <a:t>01</a:t>
            </a:r>
            <a:endParaRPr sz="3000">
              <a:solidFill>
                <a:schemeClr val="lt1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190" name="Google Shape;190;p25"/>
          <p:cNvSpPr txBox="1"/>
          <p:nvPr/>
        </p:nvSpPr>
        <p:spPr>
          <a:xfrm>
            <a:off x="2665113" y="4481351"/>
            <a:ext cx="6759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rPr>
              <a:t>02</a:t>
            </a:r>
            <a:endParaRPr sz="3000">
              <a:solidFill>
                <a:schemeClr val="dk1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191" name="Google Shape;191;p25"/>
          <p:cNvSpPr txBox="1"/>
          <p:nvPr/>
        </p:nvSpPr>
        <p:spPr>
          <a:xfrm>
            <a:off x="4937688" y="4481351"/>
            <a:ext cx="6759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Newsreader"/>
                <a:ea typeface="Newsreader"/>
                <a:cs typeface="Newsreader"/>
                <a:sym typeface="Newsreader"/>
              </a:rPr>
              <a:t>03</a:t>
            </a:r>
            <a:endParaRPr sz="3000">
              <a:solidFill>
                <a:schemeClr val="lt1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192" name="Google Shape;192;p25"/>
          <p:cNvSpPr txBox="1"/>
          <p:nvPr/>
        </p:nvSpPr>
        <p:spPr>
          <a:xfrm>
            <a:off x="7230513" y="4481351"/>
            <a:ext cx="6759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Newsreader"/>
                <a:ea typeface="Newsreader"/>
                <a:cs typeface="Newsreader"/>
                <a:sym typeface="Newsreader"/>
              </a:rPr>
              <a:t>04</a:t>
            </a:r>
            <a:endParaRPr sz="3000">
              <a:solidFill>
                <a:schemeClr val="lt1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193" name="Google Shape;193;p25"/>
          <p:cNvSpPr txBox="1"/>
          <p:nvPr>
            <p:ph type="title"/>
          </p:nvPr>
        </p:nvSpPr>
        <p:spPr>
          <a:xfrm>
            <a:off x="361975" y="988782"/>
            <a:ext cx="3231600" cy="76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9pPr>
          </a:lstStyle>
          <a:p/>
        </p:txBody>
      </p:sp>
      <p:sp>
        <p:nvSpPr>
          <p:cNvPr id="194" name="Google Shape;194;p25"/>
          <p:cNvSpPr txBox="1"/>
          <p:nvPr>
            <p:ph idx="2" type="subTitle"/>
          </p:nvPr>
        </p:nvSpPr>
        <p:spPr>
          <a:xfrm>
            <a:off x="382691" y="3129231"/>
            <a:ext cx="12573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5" name="Google Shape;195;p25"/>
          <p:cNvSpPr txBox="1"/>
          <p:nvPr>
            <p:ph idx="3" type="subTitle"/>
          </p:nvPr>
        </p:nvSpPr>
        <p:spPr>
          <a:xfrm>
            <a:off x="377048" y="3344302"/>
            <a:ext cx="1689600" cy="96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96" name="Google Shape;196;p25"/>
          <p:cNvSpPr txBox="1"/>
          <p:nvPr>
            <p:ph idx="4" type="subTitle"/>
          </p:nvPr>
        </p:nvSpPr>
        <p:spPr>
          <a:xfrm>
            <a:off x="2671462" y="2450249"/>
            <a:ext cx="12573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7" name="Google Shape;197;p25"/>
          <p:cNvSpPr txBox="1"/>
          <p:nvPr>
            <p:ph idx="5" type="subTitle"/>
          </p:nvPr>
        </p:nvSpPr>
        <p:spPr>
          <a:xfrm>
            <a:off x="2665825" y="2665171"/>
            <a:ext cx="1689600" cy="14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98" name="Google Shape;198;p25"/>
          <p:cNvSpPr txBox="1"/>
          <p:nvPr>
            <p:ph idx="6" type="subTitle"/>
          </p:nvPr>
        </p:nvSpPr>
        <p:spPr>
          <a:xfrm>
            <a:off x="4943337" y="1884672"/>
            <a:ext cx="12573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9" name="Google Shape;199;p25"/>
          <p:cNvSpPr txBox="1"/>
          <p:nvPr>
            <p:ph idx="7" type="subTitle"/>
          </p:nvPr>
        </p:nvSpPr>
        <p:spPr>
          <a:xfrm>
            <a:off x="4937700" y="2099593"/>
            <a:ext cx="1689600" cy="162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00" name="Google Shape;200;p25"/>
          <p:cNvSpPr txBox="1"/>
          <p:nvPr>
            <p:ph idx="8" type="subTitle"/>
          </p:nvPr>
        </p:nvSpPr>
        <p:spPr>
          <a:xfrm>
            <a:off x="7238787" y="1057472"/>
            <a:ext cx="12573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1" name="Google Shape;201;p25"/>
          <p:cNvSpPr txBox="1"/>
          <p:nvPr>
            <p:ph idx="9" type="subTitle"/>
          </p:nvPr>
        </p:nvSpPr>
        <p:spPr>
          <a:xfrm>
            <a:off x="7233150" y="1272358"/>
            <a:ext cx="1689600" cy="219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- Light">
  <p:cSld name="CUSTOM_7_1_1_1_1_1_1_1_1_1_1_1_1_1_1_1_1_1_1_1"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6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4" name="Google Shape;204;p26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5" name="Google Shape;205;p26"/>
          <p:cNvSpPr txBox="1"/>
          <p:nvPr>
            <p:ph type="title"/>
          </p:nvPr>
        </p:nvSpPr>
        <p:spPr>
          <a:xfrm>
            <a:off x="1453650" y="1325938"/>
            <a:ext cx="6236700" cy="201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5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5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5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5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5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5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5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5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500"/>
            </a:lvl9pPr>
          </a:lstStyle>
          <a:p/>
        </p:txBody>
      </p:sp>
      <p:sp>
        <p:nvSpPr>
          <p:cNvPr id="206" name="Google Shape;206;p26"/>
          <p:cNvSpPr/>
          <p:nvPr>
            <p:ph idx="2" type="pic"/>
          </p:nvPr>
        </p:nvSpPr>
        <p:spPr>
          <a:xfrm>
            <a:off x="1442350" y="3492500"/>
            <a:ext cx="408900" cy="4089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07" name="Google Shape;207;p26"/>
          <p:cNvSpPr txBox="1"/>
          <p:nvPr>
            <p:ph idx="3" type="subTitle"/>
          </p:nvPr>
        </p:nvSpPr>
        <p:spPr>
          <a:xfrm>
            <a:off x="1957375" y="3536000"/>
            <a:ext cx="26616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208" name="Google Shape;208;p26"/>
          <p:cNvSpPr txBox="1"/>
          <p:nvPr>
            <p:ph idx="4" type="subTitle"/>
          </p:nvPr>
        </p:nvSpPr>
        <p:spPr>
          <a:xfrm>
            <a:off x="1957375" y="3678443"/>
            <a:ext cx="26616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- Dark">
  <p:cSld name="CUSTOM_7_1_1_1_1_1_1_1_1_1_1_1_1_1_1_1_1_1_1_1_1">
    <p:bg>
      <p:bgPr>
        <a:solidFill>
          <a:schemeClr val="lt1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7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1" name="Google Shape;211;p27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2" name="Google Shape;212;p27"/>
          <p:cNvSpPr txBox="1"/>
          <p:nvPr>
            <p:ph type="title"/>
          </p:nvPr>
        </p:nvSpPr>
        <p:spPr>
          <a:xfrm>
            <a:off x="1453650" y="1325938"/>
            <a:ext cx="6236700" cy="201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3" name="Google Shape;213;p27"/>
          <p:cNvSpPr/>
          <p:nvPr>
            <p:ph idx="2" type="pic"/>
          </p:nvPr>
        </p:nvSpPr>
        <p:spPr>
          <a:xfrm>
            <a:off x="1442350" y="3492500"/>
            <a:ext cx="408900" cy="4089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14" name="Google Shape;214;p27"/>
          <p:cNvSpPr txBox="1"/>
          <p:nvPr>
            <p:ph idx="3" type="subTitle"/>
          </p:nvPr>
        </p:nvSpPr>
        <p:spPr>
          <a:xfrm>
            <a:off x="1957375" y="3536000"/>
            <a:ext cx="26616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215" name="Google Shape;215;p27"/>
          <p:cNvSpPr txBox="1"/>
          <p:nvPr>
            <p:ph idx="4" type="subTitle"/>
          </p:nvPr>
        </p:nvSpPr>
        <p:spPr>
          <a:xfrm>
            <a:off x="1957375" y="3678443"/>
            <a:ext cx="26616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ve modules">
  <p:cSld name="CUSTOM">
    <p:bg>
      <p:bgPr>
        <a:solidFill>
          <a:schemeClr val="lt1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8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8" name="Google Shape;218;p28"/>
          <p:cNvSpPr txBox="1"/>
          <p:nvPr>
            <p:ph type="title"/>
          </p:nvPr>
        </p:nvSpPr>
        <p:spPr>
          <a:xfrm>
            <a:off x="361975" y="988555"/>
            <a:ext cx="3860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9" name="Google Shape;219;p28"/>
          <p:cNvSpPr txBox="1"/>
          <p:nvPr>
            <p:ph idx="2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0" name="Google Shape;220;p28"/>
          <p:cNvSpPr txBox="1"/>
          <p:nvPr>
            <p:ph idx="3" type="body"/>
          </p:nvPr>
        </p:nvSpPr>
        <p:spPr>
          <a:xfrm>
            <a:off x="361975" y="3256513"/>
            <a:ext cx="3860100" cy="1327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21" name="Google Shape;221;p28"/>
          <p:cNvSpPr txBox="1"/>
          <p:nvPr>
            <p:ph idx="4" type="title"/>
          </p:nvPr>
        </p:nvSpPr>
        <p:spPr>
          <a:xfrm>
            <a:off x="4800825" y="258072"/>
            <a:ext cx="1762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222" name="Google Shape;222;p28"/>
          <p:cNvSpPr txBox="1"/>
          <p:nvPr>
            <p:ph idx="5" type="title"/>
          </p:nvPr>
        </p:nvSpPr>
        <p:spPr>
          <a:xfrm>
            <a:off x="7094925" y="258072"/>
            <a:ext cx="1762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3" name="Google Shape;223;p28"/>
          <p:cNvSpPr txBox="1"/>
          <p:nvPr>
            <p:ph idx="6" type="title"/>
          </p:nvPr>
        </p:nvSpPr>
        <p:spPr>
          <a:xfrm>
            <a:off x="4800825" y="1698225"/>
            <a:ext cx="1762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4" name="Google Shape;224;p28"/>
          <p:cNvSpPr txBox="1"/>
          <p:nvPr>
            <p:ph idx="7" type="body"/>
          </p:nvPr>
        </p:nvSpPr>
        <p:spPr>
          <a:xfrm>
            <a:off x="4800825" y="4122308"/>
            <a:ext cx="3975900" cy="46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225" name="Google Shape;225;p28"/>
          <p:cNvSpPr txBox="1"/>
          <p:nvPr>
            <p:ph idx="8" type="title"/>
          </p:nvPr>
        </p:nvSpPr>
        <p:spPr>
          <a:xfrm>
            <a:off x="4800825" y="3215225"/>
            <a:ext cx="3975900" cy="79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6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6" name="Google Shape;226;p28"/>
          <p:cNvSpPr txBox="1"/>
          <p:nvPr>
            <p:ph idx="9" type="body"/>
          </p:nvPr>
        </p:nvSpPr>
        <p:spPr>
          <a:xfrm>
            <a:off x="4800825" y="2268700"/>
            <a:ext cx="1762200" cy="46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7" name="Google Shape;227;p28"/>
          <p:cNvSpPr txBox="1"/>
          <p:nvPr>
            <p:ph idx="13" type="body"/>
          </p:nvPr>
        </p:nvSpPr>
        <p:spPr>
          <a:xfrm>
            <a:off x="7115650" y="2268700"/>
            <a:ext cx="1762200" cy="46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8" name="Google Shape;228;p28"/>
          <p:cNvSpPr txBox="1"/>
          <p:nvPr>
            <p:ph idx="14" type="body"/>
          </p:nvPr>
        </p:nvSpPr>
        <p:spPr>
          <a:xfrm>
            <a:off x="4800825" y="860100"/>
            <a:ext cx="1762200" cy="46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x modules">
  <p:cSld name="CUSTOM_1">
    <p:bg>
      <p:bgPr>
        <a:solidFill>
          <a:schemeClr val="lt1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9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1" name="Google Shape;231;p29"/>
          <p:cNvSpPr txBox="1"/>
          <p:nvPr>
            <p:ph type="title"/>
          </p:nvPr>
        </p:nvSpPr>
        <p:spPr>
          <a:xfrm>
            <a:off x="361975" y="988555"/>
            <a:ext cx="3860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2" name="Google Shape;232;p29"/>
          <p:cNvSpPr txBox="1"/>
          <p:nvPr>
            <p:ph idx="2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3" name="Google Shape;233;p29"/>
          <p:cNvSpPr txBox="1"/>
          <p:nvPr>
            <p:ph idx="3" type="body"/>
          </p:nvPr>
        </p:nvSpPr>
        <p:spPr>
          <a:xfrm>
            <a:off x="4800825" y="3665600"/>
            <a:ext cx="3975900" cy="111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4" name="Google Shape;234;p29"/>
          <p:cNvSpPr txBox="1"/>
          <p:nvPr>
            <p:ph idx="4" type="subTitle"/>
          </p:nvPr>
        </p:nvSpPr>
        <p:spPr>
          <a:xfrm>
            <a:off x="4800825" y="3285232"/>
            <a:ext cx="39759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5" name="Google Shape;235;p29"/>
          <p:cNvSpPr txBox="1"/>
          <p:nvPr>
            <p:ph idx="5" type="body"/>
          </p:nvPr>
        </p:nvSpPr>
        <p:spPr>
          <a:xfrm>
            <a:off x="2611802" y="3665600"/>
            <a:ext cx="1627500" cy="111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236" name="Google Shape;236;p29"/>
          <p:cNvSpPr txBox="1"/>
          <p:nvPr>
            <p:ph idx="6" type="subTitle"/>
          </p:nvPr>
        </p:nvSpPr>
        <p:spPr>
          <a:xfrm>
            <a:off x="2611802" y="3285232"/>
            <a:ext cx="16275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237" name="Google Shape;237;p29"/>
          <p:cNvSpPr txBox="1"/>
          <p:nvPr>
            <p:ph idx="7" type="body"/>
          </p:nvPr>
        </p:nvSpPr>
        <p:spPr>
          <a:xfrm>
            <a:off x="361977" y="3665600"/>
            <a:ext cx="1627500" cy="111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8" name="Google Shape;238;p29"/>
          <p:cNvSpPr txBox="1"/>
          <p:nvPr>
            <p:ph idx="8" type="subTitle"/>
          </p:nvPr>
        </p:nvSpPr>
        <p:spPr>
          <a:xfrm>
            <a:off x="361977" y="3285232"/>
            <a:ext cx="16275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9" name="Google Shape;239;p29"/>
          <p:cNvSpPr txBox="1"/>
          <p:nvPr>
            <p:ph idx="9" type="body"/>
          </p:nvPr>
        </p:nvSpPr>
        <p:spPr>
          <a:xfrm>
            <a:off x="4900725" y="1196103"/>
            <a:ext cx="1627500" cy="138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0" name="Google Shape;240;p29"/>
          <p:cNvSpPr txBox="1"/>
          <p:nvPr>
            <p:ph idx="13" type="subTitle"/>
          </p:nvPr>
        </p:nvSpPr>
        <p:spPr>
          <a:xfrm>
            <a:off x="4900725" y="706863"/>
            <a:ext cx="16275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1" name="Google Shape;241;p29"/>
          <p:cNvSpPr txBox="1"/>
          <p:nvPr>
            <p:ph idx="14" type="body"/>
          </p:nvPr>
        </p:nvSpPr>
        <p:spPr>
          <a:xfrm>
            <a:off x="7149175" y="1196103"/>
            <a:ext cx="1627500" cy="138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242" name="Google Shape;242;p29"/>
          <p:cNvSpPr txBox="1"/>
          <p:nvPr>
            <p:ph idx="15" type="subTitle"/>
          </p:nvPr>
        </p:nvSpPr>
        <p:spPr>
          <a:xfrm>
            <a:off x="7149175" y="706863"/>
            <a:ext cx="16275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243" name="Google Shape;243;p29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modules">
  <p:cSld name="CUSTOM_1_1">
    <p:bg>
      <p:bgPr>
        <a:solidFill>
          <a:schemeClr val="lt1"/>
        </a:solid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0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6" name="Google Shape;246;p30"/>
          <p:cNvSpPr txBox="1"/>
          <p:nvPr>
            <p:ph idx="2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7" name="Google Shape;247;p30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8" name="Google Shape;248;p30"/>
          <p:cNvSpPr txBox="1"/>
          <p:nvPr>
            <p:ph type="title"/>
          </p:nvPr>
        </p:nvSpPr>
        <p:spPr>
          <a:xfrm>
            <a:off x="5796575" y="2351325"/>
            <a:ext cx="9895200" cy="7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9" name="Google Shape;249;p30"/>
          <p:cNvSpPr txBox="1"/>
          <p:nvPr>
            <p:ph idx="3" type="title"/>
          </p:nvPr>
        </p:nvSpPr>
        <p:spPr>
          <a:xfrm>
            <a:off x="5796575" y="507450"/>
            <a:ext cx="9895200" cy="7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9pPr>
          </a:lstStyle>
          <a:p/>
        </p:txBody>
      </p:sp>
      <p:sp>
        <p:nvSpPr>
          <p:cNvPr id="250" name="Google Shape;250;p30"/>
          <p:cNvSpPr txBox="1"/>
          <p:nvPr>
            <p:ph idx="4" type="subTitle"/>
          </p:nvPr>
        </p:nvSpPr>
        <p:spPr>
          <a:xfrm>
            <a:off x="5712600" y="4290612"/>
            <a:ext cx="2613300" cy="543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51" name="Google Shape;251;p30"/>
          <p:cNvSpPr txBox="1"/>
          <p:nvPr>
            <p:ph idx="5" type="subTitle"/>
          </p:nvPr>
        </p:nvSpPr>
        <p:spPr>
          <a:xfrm>
            <a:off x="5712600" y="3243901"/>
            <a:ext cx="2613300" cy="43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52" name="Google Shape;252;p30"/>
          <p:cNvSpPr txBox="1"/>
          <p:nvPr>
            <p:ph idx="6" type="subTitle"/>
          </p:nvPr>
        </p:nvSpPr>
        <p:spPr>
          <a:xfrm>
            <a:off x="5712600" y="1318375"/>
            <a:ext cx="2613300" cy="483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modules">
  <p:cSld name="CUSTOM_1_1_1"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1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5" name="Google Shape;255;p31"/>
          <p:cNvSpPr txBox="1"/>
          <p:nvPr>
            <p:ph idx="2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6" name="Google Shape;256;p31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7" name="Google Shape;257;p31"/>
          <p:cNvSpPr txBox="1"/>
          <p:nvPr>
            <p:ph type="title"/>
          </p:nvPr>
        </p:nvSpPr>
        <p:spPr>
          <a:xfrm>
            <a:off x="361975" y="988557"/>
            <a:ext cx="50184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with image - Alt 1">
  <p:cSld name="CUSTOM_2"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2"/>
          <p:cNvSpPr/>
          <p:nvPr>
            <p:ph idx="2" type="pic"/>
          </p:nvPr>
        </p:nvSpPr>
        <p:spPr>
          <a:xfrm>
            <a:off x="6289075" y="1793300"/>
            <a:ext cx="2853300" cy="3350400"/>
          </a:xfrm>
          <a:prstGeom prst="rect">
            <a:avLst/>
          </a:prstGeom>
          <a:noFill/>
          <a:ln>
            <a:noFill/>
          </a:ln>
        </p:spPr>
      </p:sp>
      <p:sp>
        <p:nvSpPr>
          <p:cNvPr id="260" name="Google Shape;260;p32"/>
          <p:cNvSpPr/>
          <p:nvPr/>
        </p:nvSpPr>
        <p:spPr>
          <a:xfrm>
            <a:off x="6289085" y="0"/>
            <a:ext cx="2853300" cy="1793100"/>
          </a:xfrm>
          <a:prstGeom prst="roundRect">
            <a:avLst>
              <a:gd fmla="val 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61" name="Google Shape;261;p32"/>
          <p:cNvSpPr txBox="1"/>
          <p:nvPr>
            <p:ph type="title"/>
          </p:nvPr>
        </p:nvSpPr>
        <p:spPr>
          <a:xfrm>
            <a:off x="361975" y="988550"/>
            <a:ext cx="5356800" cy="225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262" name="Google Shape;262;p32"/>
          <p:cNvSpPr txBox="1"/>
          <p:nvPr>
            <p:ph idx="1" type="body"/>
          </p:nvPr>
        </p:nvSpPr>
        <p:spPr>
          <a:xfrm>
            <a:off x="361975" y="3541582"/>
            <a:ext cx="3777000" cy="1044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63" name="Google Shape;263;p32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4" name="Google Shape;264;p32"/>
          <p:cNvSpPr txBox="1"/>
          <p:nvPr>
            <p:ph idx="3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with image - Alt 2">
  <p:cSld name="CUSTOM_2_1"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3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7" name="Google Shape;267;p33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8" name="Google Shape;268;p33"/>
          <p:cNvSpPr txBox="1"/>
          <p:nvPr>
            <p:ph idx="2" type="body"/>
          </p:nvPr>
        </p:nvSpPr>
        <p:spPr>
          <a:xfrm>
            <a:off x="1957800" y="4195275"/>
            <a:ext cx="5228400" cy="390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 algn="ctr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69" name="Google Shape;269;p33"/>
          <p:cNvSpPr txBox="1"/>
          <p:nvPr>
            <p:ph idx="3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70" name="Google Shape;270;p33"/>
          <p:cNvSpPr txBox="1"/>
          <p:nvPr>
            <p:ph type="title"/>
          </p:nvPr>
        </p:nvSpPr>
        <p:spPr>
          <a:xfrm>
            <a:off x="719400" y="988550"/>
            <a:ext cx="7705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271" name="Google Shape;271;p33"/>
          <p:cNvSpPr/>
          <p:nvPr>
            <p:ph idx="4" type="pic"/>
          </p:nvPr>
        </p:nvSpPr>
        <p:spPr>
          <a:xfrm>
            <a:off x="3982589" y="2427948"/>
            <a:ext cx="1179600" cy="14172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with image - Alt 3">
  <p:cSld name="CUSTOM_2_1_2">
    <p:bg>
      <p:bgPr>
        <a:solidFill>
          <a:schemeClr val="accent1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4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4" name="Google Shape;274;p34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5" name="Google Shape;275;p34"/>
          <p:cNvSpPr txBox="1"/>
          <p:nvPr>
            <p:ph idx="2" type="subTitle"/>
          </p:nvPr>
        </p:nvSpPr>
        <p:spPr>
          <a:xfrm>
            <a:off x="3154650" y="1051772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76" name="Google Shape;276;p34"/>
          <p:cNvSpPr txBox="1"/>
          <p:nvPr>
            <p:ph type="title"/>
          </p:nvPr>
        </p:nvSpPr>
        <p:spPr>
          <a:xfrm>
            <a:off x="3154650" y="1801500"/>
            <a:ext cx="5622000" cy="2832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9pPr>
          </a:lstStyle>
          <a:p/>
        </p:txBody>
      </p:sp>
      <p:sp>
        <p:nvSpPr>
          <p:cNvPr id="277" name="Google Shape;277;p34"/>
          <p:cNvSpPr/>
          <p:nvPr>
            <p:ph idx="3" type="pic"/>
          </p:nvPr>
        </p:nvSpPr>
        <p:spPr>
          <a:xfrm>
            <a:off x="361975" y="1066100"/>
            <a:ext cx="1967700" cy="13116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section header">
  <p:cSld name="CUSTOM_2_1_2_1_2">
    <p:bg>
      <p:bgPr>
        <a:solidFill>
          <a:schemeClr val="lt1"/>
        </a:solidFill>
      </p:bgPr>
    </p:bg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5"/>
          <p:cNvSpPr/>
          <p:nvPr>
            <p:ph idx="2" type="pic"/>
          </p:nvPr>
        </p:nvSpPr>
        <p:spPr>
          <a:xfrm>
            <a:off x="361975" y="781775"/>
            <a:ext cx="2872800" cy="3783300"/>
          </a:xfrm>
          <a:prstGeom prst="rect">
            <a:avLst/>
          </a:prstGeom>
          <a:noFill/>
          <a:ln>
            <a:noFill/>
          </a:ln>
        </p:spPr>
      </p:sp>
      <p:sp>
        <p:nvSpPr>
          <p:cNvPr id="280" name="Google Shape;280;p35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1" name="Google Shape;281;p35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82" name="Google Shape;282;p35"/>
          <p:cNvSpPr txBox="1"/>
          <p:nvPr>
            <p:ph idx="3" type="subTitle"/>
          </p:nvPr>
        </p:nvSpPr>
        <p:spPr>
          <a:xfrm>
            <a:off x="3657600" y="1051772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83" name="Google Shape;283;p35"/>
          <p:cNvSpPr txBox="1"/>
          <p:nvPr>
            <p:ph type="title"/>
          </p:nvPr>
        </p:nvSpPr>
        <p:spPr>
          <a:xfrm>
            <a:off x="3657600" y="1555450"/>
            <a:ext cx="5622000" cy="1750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84" name="Google Shape;284;p35"/>
          <p:cNvSpPr txBox="1"/>
          <p:nvPr>
            <p:ph idx="4" type="body"/>
          </p:nvPr>
        </p:nvSpPr>
        <p:spPr>
          <a:xfrm>
            <a:off x="3657600" y="3556575"/>
            <a:ext cx="3554400" cy="10293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with image - Alt 5">
  <p:cSld name="CUSTOM_2_1_2_1_1">
    <p:bg>
      <p:bgPr>
        <a:solidFill>
          <a:schemeClr val="accent2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he reflective glass facade of a skyscraper. " id="286" name="Google Shape;286;p36"/>
          <p:cNvPicPr preferRelativeResize="0"/>
          <p:nvPr/>
        </p:nvPicPr>
        <p:blipFill rotWithShape="1">
          <a:blip r:embed="rId2">
            <a:alphaModFix amt="14000"/>
          </a:blip>
          <a:srcRect b="15604" l="0" r="0" t="0"/>
          <a:stretch/>
        </p:blipFill>
        <p:spPr>
          <a:xfrm>
            <a:off x="0" y="-815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36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8" name="Google Shape;288;p36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9" name="Google Shape;289;p36"/>
          <p:cNvSpPr txBox="1"/>
          <p:nvPr>
            <p:ph idx="2" type="body"/>
          </p:nvPr>
        </p:nvSpPr>
        <p:spPr>
          <a:xfrm>
            <a:off x="1957800" y="4195275"/>
            <a:ext cx="5228400" cy="390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 algn="ctr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290" name="Google Shape;290;p36"/>
          <p:cNvSpPr txBox="1"/>
          <p:nvPr>
            <p:ph idx="3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91" name="Google Shape;291;p36"/>
          <p:cNvSpPr txBox="1"/>
          <p:nvPr>
            <p:ph type="title"/>
          </p:nvPr>
        </p:nvSpPr>
        <p:spPr>
          <a:xfrm>
            <a:off x="719400" y="988550"/>
            <a:ext cx="7705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292" name="Google Shape;292;p36"/>
          <p:cNvSpPr/>
          <p:nvPr>
            <p:ph idx="4" type="pic"/>
          </p:nvPr>
        </p:nvSpPr>
        <p:spPr>
          <a:xfrm>
            <a:off x="3588150" y="2027104"/>
            <a:ext cx="1967700" cy="13116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- Alt 2">
  <p:cSld name="CUSTOM_2_1_1_1">
    <p:bg>
      <p:bgPr>
        <a:solidFill>
          <a:schemeClr val="accent1"/>
        </a:solidFill>
      </p:bgPr>
    </p:bg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modern glass skyscraper. " id="294" name="Google Shape;294;p37"/>
          <p:cNvPicPr preferRelativeResize="0"/>
          <p:nvPr/>
        </p:nvPicPr>
        <p:blipFill rotWithShape="1">
          <a:blip r:embed="rId2">
            <a:alphaModFix amt="14000"/>
          </a:blip>
          <a:srcRect b="15604" l="0" r="0" t="0"/>
          <a:stretch/>
        </p:blipFill>
        <p:spPr>
          <a:xfrm>
            <a:off x="0" y="-815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37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6" name="Google Shape;296;p37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7" name="Google Shape;297;p37"/>
          <p:cNvSpPr txBox="1"/>
          <p:nvPr>
            <p:ph idx="2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98" name="Google Shape;298;p37"/>
          <p:cNvSpPr txBox="1"/>
          <p:nvPr>
            <p:ph type="title"/>
          </p:nvPr>
        </p:nvSpPr>
        <p:spPr>
          <a:xfrm>
            <a:off x="1128900" y="1430400"/>
            <a:ext cx="6886200" cy="228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overview - Six modules">
  <p:cSld name="CUSTOM_3">
    <p:bg>
      <p:bgPr>
        <a:solidFill>
          <a:schemeClr val="lt1"/>
        </a:solidFill>
      </p:bgPr>
    </p:bg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0" name="Google Shape;300;p38"/>
          <p:cNvCxnSpPr/>
          <p:nvPr/>
        </p:nvCxnSpPr>
        <p:spPr>
          <a:xfrm>
            <a:off x="6096087" y="1794800"/>
            <a:ext cx="0" cy="27552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1" name="Google Shape;301;p38"/>
          <p:cNvCxnSpPr/>
          <p:nvPr/>
        </p:nvCxnSpPr>
        <p:spPr>
          <a:xfrm>
            <a:off x="3048087" y="1794800"/>
            <a:ext cx="0" cy="27552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2" name="Google Shape;302;p38"/>
          <p:cNvCxnSpPr/>
          <p:nvPr/>
        </p:nvCxnSpPr>
        <p:spPr>
          <a:xfrm>
            <a:off x="50" y="3174279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3" name="Google Shape;303;p38"/>
          <p:cNvSpPr txBox="1"/>
          <p:nvPr>
            <p:ph idx="1" type="subTitle"/>
          </p:nvPr>
        </p:nvSpPr>
        <p:spPr>
          <a:xfrm>
            <a:off x="363200" y="2516650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04" name="Google Shape;304;p38"/>
          <p:cNvSpPr txBox="1"/>
          <p:nvPr>
            <p:ph idx="2" type="subTitle"/>
          </p:nvPr>
        </p:nvSpPr>
        <p:spPr>
          <a:xfrm>
            <a:off x="361975" y="2227250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05" name="Google Shape;305;p38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6" name="Google Shape;306;p38"/>
          <p:cNvSpPr txBox="1"/>
          <p:nvPr>
            <p:ph idx="3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07" name="Google Shape;307;p38"/>
          <p:cNvSpPr txBox="1"/>
          <p:nvPr>
            <p:ph type="title"/>
          </p:nvPr>
        </p:nvSpPr>
        <p:spPr>
          <a:xfrm>
            <a:off x="361975" y="962092"/>
            <a:ext cx="57186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08" name="Google Shape;308;p38"/>
          <p:cNvSpPr txBox="1"/>
          <p:nvPr>
            <p:ph idx="4" type="subTitle"/>
          </p:nvPr>
        </p:nvSpPr>
        <p:spPr>
          <a:xfrm>
            <a:off x="3411825" y="2516650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09" name="Google Shape;309;p38"/>
          <p:cNvSpPr txBox="1"/>
          <p:nvPr>
            <p:ph idx="5" type="subTitle"/>
          </p:nvPr>
        </p:nvSpPr>
        <p:spPr>
          <a:xfrm>
            <a:off x="3410600" y="2227250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10" name="Google Shape;310;p38"/>
          <p:cNvSpPr txBox="1"/>
          <p:nvPr>
            <p:ph idx="6" type="subTitle"/>
          </p:nvPr>
        </p:nvSpPr>
        <p:spPr>
          <a:xfrm>
            <a:off x="6460475" y="2516650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11" name="Google Shape;311;p38"/>
          <p:cNvSpPr txBox="1"/>
          <p:nvPr>
            <p:ph idx="7" type="subTitle"/>
          </p:nvPr>
        </p:nvSpPr>
        <p:spPr>
          <a:xfrm>
            <a:off x="6459250" y="2227250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12" name="Google Shape;312;p38"/>
          <p:cNvSpPr txBox="1"/>
          <p:nvPr>
            <p:ph idx="8" type="subTitle"/>
          </p:nvPr>
        </p:nvSpPr>
        <p:spPr>
          <a:xfrm>
            <a:off x="363200" y="3864775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13" name="Google Shape;313;p38"/>
          <p:cNvSpPr txBox="1"/>
          <p:nvPr>
            <p:ph idx="9" type="subTitle"/>
          </p:nvPr>
        </p:nvSpPr>
        <p:spPr>
          <a:xfrm>
            <a:off x="361975" y="3575375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14" name="Google Shape;314;p38"/>
          <p:cNvSpPr txBox="1"/>
          <p:nvPr>
            <p:ph idx="13" type="subTitle"/>
          </p:nvPr>
        </p:nvSpPr>
        <p:spPr>
          <a:xfrm>
            <a:off x="3411825" y="3864775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15" name="Google Shape;315;p38"/>
          <p:cNvSpPr txBox="1"/>
          <p:nvPr>
            <p:ph idx="14" type="subTitle"/>
          </p:nvPr>
        </p:nvSpPr>
        <p:spPr>
          <a:xfrm>
            <a:off x="3410600" y="3575375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16" name="Google Shape;316;p38"/>
          <p:cNvSpPr txBox="1"/>
          <p:nvPr>
            <p:ph idx="15" type="subTitle"/>
          </p:nvPr>
        </p:nvSpPr>
        <p:spPr>
          <a:xfrm>
            <a:off x="6460475" y="3864775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17" name="Google Shape;317;p38"/>
          <p:cNvSpPr txBox="1"/>
          <p:nvPr>
            <p:ph idx="16" type="subTitle"/>
          </p:nvPr>
        </p:nvSpPr>
        <p:spPr>
          <a:xfrm>
            <a:off x="6459250" y="3575375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udience - Alt 1">
  <p:cSld name="CUSTOM_4"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9"/>
          <p:cNvSpPr txBox="1"/>
          <p:nvPr>
            <p:ph idx="1" type="subTitle"/>
          </p:nvPr>
        </p:nvSpPr>
        <p:spPr>
          <a:xfrm>
            <a:off x="742900" y="2158550"/>
            <a:ext cx="32130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320" name="Google Shape;320;p39"/>
          <p:cNvSpPr txBox="1"/>
          <p:nvPr>
            <p:ph idx="2" type="body"/>
          </p:nvPr>
        </p:nvSpPr>
        <p:spPr>
          <a:xfrm>
            <a:off x="742900" y="2381875"/>
            <a:ext cx="3213000" cy="4617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21" name="Google Shape;321;p39"/>
          <p:cNvSpPr/>
          <p:nvPr>
            <p:ph idx="3" type="pic"/>
          </p:nvPr>
        </p:nvSpPr>
        <p:spPr>
          <a:xfrm>
            <a:off x="5402575" y="0"/>
            <a:ext cx="3739800" cy="3129600"/>
          </a:xfrm>
          <a:prstGeom prst="rect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2" name="Google Shape;322;p39"/>
          <p:cNvSpPr txBox="1"/>
          <p:nvPr>
            <p:ph type="title"/>
          </p:nvPr>
        </p:nvSpPr>
        <p:spPr>
          <a:xfrm>
            <a:off x="361975" y="988550"/>
            <a:ext cx="4297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323" name="Google Shape;323;p39"/>
          <p:cNvSpPr txBox="1"/>
          <p:nvPr>
            <p:ph idx="4" type="subTitle"/>
          </p:nvPr>
        </p:nvSpPr>
        <p:spPr>
          <a:xfrm>
            <a:off x="361975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4" name="Google Shape;324;p39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5" name="Google Shape;325;p39"/>
          <p:cNvSpPr txBox="1"/>
          <p:nvPr>
            <p:ph idx="5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6" name="Google Shape;326;p39"/>
          <p:cNvSpPr txBox="1"/>
          <p:nvPr>
            <p:ph idx="6" type="subTitle"/>
          </p:nvPr>
        </p:nvSpPr>
        <p:spPr>
          <a:xfrm>
            <a:off x="5785175" y="3335324"/>
            <a:ext cx="29916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27" name="Google Shape;327;p39"/>
          <p:cNvSpPr txBox="1"/>
          <p:nvPr>
            <p:ph idx="7" type="subTitle"/>
          </p:nvPr>
        </p:nvSpPr>
        <p:spPr>
          <a:xfrm>
            <a:off x="742900" y="3910855"/>
            <a:ext cx="3213000" cy="1386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328" name="Google Shape;328;p39"/>
          <p:cNvSpPr txBox="1"/>
          <p:nvPr>
            <p:ph idx="8" type="body"/>
          </p:nvPr>
        </p:nvSpPr>
        <p:spPr>
          <a:xfrm>
            <a:off x="742900" y="4134180"/>
            <a:ext cx="3213000" cy="46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29" name="Google Shape;329;p39"/>
          <p:cNvSpPr txBox="1"/>
          <p:nvPr>
            <p:ph idx="9" type="subTitle"/>
          </p:nvPr>
        </p:nvSpPr>
        <p:spPr>
          <a:xfrm>
            <a:off x="742900" y="3050778"/>
            <a:ext cx="3213000" cy="1386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330" name="Google Shape;330;p39"/>
          <p:cNvSpPr txBox="1"/>
          <p:nvPr>
            <p:ph idx="13" type="body"/>
          </p:nvPr>
        </p:nvSpPr>
        <p:spPr>
          <a:xfrm>
            <a:off x="742900" y="3274103"/>
            <a:ext cx="3213000" cy="4617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31" name="Google Shape;331;p39"/>
          <p:cNvSpPr txBox="1"/>
          <p:nvPr>
            <p:ph idx="14" type="body"/>
          </p:nvPr>
        </p:nvSpPr>
        <p:spPr>
          <a:xfrm>
            <a:off x="5785175" y="4134175"/>
            <a:ext cx="2991600" cy="46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udience - Alt 2">
  <p:cSld name="CUSTOM_4_1"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40"/>
          <p:cNvSpPr/>
          <p:nvPr>
            <p:ph idx="2" type="pic"/>
          </p:nvPr>
        </p:nvSpPr>
        <p:spPr>
          <a:xfrm>
            <a:off x="75" y="0"/>
            <a:ext cx="2853300" cy="2436600"/>
          </a:xfrm>
          <a:prstGeom prst="rect">
            <a:avLst/>
          </a:prstGeom>
          <a:noFill/>
          <a:ln>
            <a:noFill/>
          </a:ln>
        </p:spPr>
      </p:sp>
      <p:sp>
        <p:nvSpPr>
          <p:cNvPr id="334" name="Google Shape;334;p40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5" name="Google Shape;335;p40"/>
          <p:cNvSpPr txBox="1"/>
          <p:nvPr>
            <p:ph idx="1" type="subTitle"/>
          </p:nvPr>
        </p:nvSpPr>
        <p:spPr>
          <a:xfrm>
            <a:off x="361975" y="2614325"/>
            <a:ext cx="20616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- Four members">
  <p:cSld name="CUSTOM_5">
    <p:bg>
      <p:bgPr>
        <a:solidFill>
          <a:schemeClr val="lt1"/>
        </a:solidFill>
      </p:bgPr>
    </p:bg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41"/>
          <p:cNvSpPr txBox="1"/>
          <p:nvPr>
            <p:ph idx="1" type="body"/>
          </p:nvPr>
        </p:nvSpPr>
        <p:spPr>
          <a:xfrm>
            <a:off x="352800" y="3754932"/>
            <a:ext cx="1588800" cy="68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857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857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857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857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857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857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857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38" name="Google Shape;338;p41"/>
          <p:cNvSpPr txBox="1"/>
          <p:nvPr>
            <p:ph idx="2" type="body"/>
          </p:nvPr>
        </p:nvSpPr>
        <p:spPr>
          <a:xfrm>
            <a:off x="7187875" y="3754932"/>
            <a:ext cx="1588800" cy="68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857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857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857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857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857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857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857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39" name="Google Shape;339;p41"/>
          <p:cNvSpPr txBox="1"/>
          <p:nvPr>
            <p:ph idx="3" type="body"/>
          </p:nvPr>
        </p:nvSpPr>
        <p:spPr>
          <a:xfrm>
            <a:off x="4924400" y="3754932"/>
            <a:ext cx="1588800" cy="68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857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857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857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857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857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857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857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40" name="Google Shape;340;p41"/>
          <p:cNvSpPr txBox="1"/>
          <p:nvPr>
            <p:ph idx="4" type="body"/>
          </p:nvPr>
        </p:nvSpPr>
        <p:spPr>
          <a:xfrm>
            <a:off x="2643063" y="3754932"/>
            <a:ext cx="1588800" cy="68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857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857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857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857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857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857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857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41" name="Google Shape;341;p41"/>
          <p:cNvSpPr/>
          <p:nvPr>
            <p:ph idx="5" type="pic"/>
          </p:nvPr>
        </p:nvSpPr>
        <p:spPr>
          <a:xfrm>
            <a:off x="2941550" y="1923334"/>
            <a:ext cx="991800" cy="991800"/>
          </a:xfrm>
          <a:prstGeom prst="rect">
            <a:avLst/>
          </a:prstGeom>
          <a:noFill/>
          <a:ln>
            <a:noFill/>
          </a:ln>
        </p:spPr>
      </p:sp>
      <p:sp>
        <p:nvSpPr>
          <p:cNvPr id="342" name="Google Shape;342;p41"/>
          <p:cNvSpPr/>
          <p:nvPr>
            <p:ph idx="6" type="pic"/>
          </p:nvPr>
        </p:nvSpPr>
        <p:spPr>
          <a:xfrm>
            <a:off x="5227063" y="1923334"/>
            <a:ext cx="991800" cy="991800"/>
          </a:xfrm>
          <a:prstGeom prst="rect">
            <a:avLst/>
          </a:prstGeom>
          <a:noFill/>
          <a:ln>
            <a:noFill/>
          </a:ln>
        </p:spPr>
      </p:sp>
      <p:sp>
        <p:nvSpPr>
          <p:cNvPr id="343" name="Google Shape;343;p41"/>
          <p:cNvSpPr/>
          <p:nvPr>
            <p:ph idx="7" type="pic"/>
          </p:nvPr>
        </p:nvSpPr>
        <p:spPr>
          <a:xfrm>
            <a:off x="7495263" y="1923334"/>
            <a:ext cx="991800" cy="9918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344" name="Google Shape;344;p41"/>
          <p:cNvCxnSpPr/>
          <p:nvPr/>
        </p:nvCxnSpPr>
        <p:spPr>
          <a:xfrm>
            <a:off x="2286125" y="1801500"/>
            <a:ext cx="0" cy="33420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5" name="Google Shape;345;p41"/>
          <p:cNvCxnSpPr/>
          <p:nvPr/>
        </p:nvCxnSpPr>
        <p:spPr>
          <a:xfrm>
            <a:off x="4580525" y="1801500"/>
            <a:ext cx="0" cy="33420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6" name="Google Shape;346;p41"/>
          <p:cNvCxnSpPr/>
          <p:nvPr/>
        </p:nvCxnSpPr>
        <p:spPr>
          <a:xfrm>
            <a:off x="6857075" y="1801500"/>
            <a:ext cx="0" cy="33420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7" name="Google Shape;347;p41"/>
          <p:cNvSpPr/>
          <p:nvPr>
            <p:ph idx="8" type="pic"/>
          </p:nvPr>
        </p:nvSpPr>
        <p:spPr>
          <a:xfrm>
            <a:off x="651288" y="1923334"/>
            <a:ext cx="991800" cy="991800"/>
          </a:xfrm>
          <a:prstGeom prst="rect">
            <a:avLst/>
          </a:prstGeom>
          <a:noFill/>
          <a:ln>
            <a:noFill/>
          </a:ln>
        </p:spPr>
      </p:sp>
      <p:sp>
        <p:nvSpPr>
          <p:cNvPr id="348" name="Google Shape;348;p41"/>
          <p:cNvSpPr txBox="1"/>
          <p:nvPr>
            <p:ph type="title"/>
          </p:nvPr>
        </p:nvSpPr>
        <p:spPr>
          <a:xfrm>
            <a:off x="361975" y="962092"/>
            <a:ext cx="57186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49" name="Google Shape;349;p41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0" name="Google Shape;350;p41"/>
          <p:cNvSpPr txBox="1"/>
          <p:nvPr>
            <p:ph idx="9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1" name="Google Shape;351;p41"/>
          <p:cNvSpPr txBox="1"/>
          <p:nvPr>
            <p:ph idx="13" type="subTitle"/>
          </p:nvPr>
        </p:nvSpPr>
        <p:spPr>
          <a:xfrm>
            <a:off x="353250" y="3248209"/>
            <a:ext cx="15879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52" name="Google Shape;352;p41"/>
          <p:cNvSpPr txBox="1"/>
          <p:nvPr>
            <p:ph idx="14" type="subTitle"/>
          </p:nvPr>
        </p:nvSpPr>
        <p:spPr>
          <a:xfrm>
            <a:off x="353250" y="3050375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3" name="Google Shape;353;p41"/>
          <p:cNvSpPr txBox="1"/>
          <p:nvPr>
            <p:ph idx="15" type="subTitle"/>
          </p:nvPr>
        </p:nvSpPr>
        <p:spPr>
          <a:xfrm>
            <a:off x="353250" y="4598973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54" name="Google Shape;354;p41"/>
          <p:cNvSpPr txBox="1"/>
          <p:nvPr>
            <p:ph idx="16" type="subTitle"/>
          </p:nvPr>
        </p:nvSpPr>
        <p:spPr>
          <a:xfrm>
            <a:off x="7188325" y="3248209"/>
            <a:ext cx="15879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55" name="Google Shape;355;p41"/>
          <p:cNvSpPr txBox="1"/>
          <p:nvPr>
            <p:ph idx="17" type="subTitle"/>
          </p:nvPr>
        </p:nvSpPr>
        <p:spPr>
          <a:xfrm>
            <a:off x="7188325" y="3050375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6" name="Google Shape;356;p41"/>
          <p:cNvSpPr txBox="1"/>
          <p:nvPr>
            <p:ph idx="18" type="subTitle"/>
          </p:nvPr>
        </p:nvSpPr>
        <p:spPr>
          <a:xfrm>
            <a:off x="7188325" y="4598973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57" name="Google Shape;357;p41"/>
          <p:cNvSpPr txBox="1"/>
          <p:nvPr>
            <p:ph idx="19" type="subTitle"/>
          </p:nvPr>
        </p:nvSpPr>
        <p:spPr>
          <a:xfrm>
            <a:off x="4924850" y="3248209"/>
            <a:ext cx="15879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58" name="Google Shape;358;p41"/>
          <p:cNvSpPr txBox="1"/>
          <p:nvPr>
            <p:ph idx="20" type="subTitle"/>
          </p:nvPr>
        </p:nvSpPr>
        <p:spPr>
          <a:xfrm>
            <a:off x="4924850" y="3050375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9" name="Google Shape;359;p41"/>
          <p:cNvSpPr txBox="1"/>
          <p:nvPr>
            <p:ph idx="21" type="subTitle"/>
          </p:nvPr>
        </p:nvSpPr>
        <p:spPr>
          <a:xfrm>
            <a:off x="4924850" y="4598973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60" name="Google Shape;360;p41"/>
          <p:cNvSpPr txBox="1"/>
          <p:nvPr>
            <p:ph idx="22" type="subTitle"/>
          </p:nvPr>
        </p:nvSpPr>
        <p:spPr>
          <a:xfrm>
            <a:off x="2643513" y="3248209"/>
            <a:ext cx="15879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61" name="Google Shape;361;p41"/>
          <p:cNvSpPr txBox="1"/>
          <p:nvPr>
            <p:ph idx="23" type="subTitle"/>
          </p:nvPr>
        </p:nvSpPr>
        <p:spPr>
          <a:xfrm>
            <a:off x="2643513" y="3050375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62" name="Google Shape;362;p41"/>
          <p:cNvSpPr txBox="1"/>
          <p:nvPr>
            <p:ph idx="24" type="subTitle"/>
          </p:nvPr>
        </p:nvSpPr>
        <p:spPr>
          <a:xfrm>
            <a:off x="2643513" y="4598973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- Eight members">
  <p:cSld name="CUSTOM_6"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42"/>
          <p:cNvSpPr txBox="1"/>
          <p:nvPr>
            <p:ph idx="1" type="subTitle"/>
          </p:nvPr>
        </p:nvSpPr>
        <p:spPr>
          <a:xfrm>
            <a:off x="6750600" y="1283963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65" name="Google Shape;365;p42"/>
          <p:cNvSpPr txBox="1"/>
          <p:nvPr>
            <p:ph idx="2" type="subTitle"/>
          </p:nvPr>
        </p:nvSpPr>
        <p:spPr>
          <a:xfrm>
            <a:off x="6750600" y="1054750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66" name="Google Shape;366;p42"/>
          <p:cNvSpPr txBox="1"/>
          <p:nvPr>
            <p:ph idx="3" type="subTitle"/>
          </p:nvPr>
        </p:nvSpPr>
        <p:spPr>
          <a:xfrm>
            <a:off x="6750600" y="1427900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67" name="Google Shape;367;p42"/>
          <p:cNvSpPr/>
          <p:nvPr>
            <p:ph idx="4" type="pic"/>
          </p:nvPr>
        </p:nvSpPr>
        <p:spPr>
          <a:xfrm>
            <a:off x="6080709" y="1066100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68" name="Google Shape;368;p42"/>
          <p:cNvSpPr txBox="1"/>
          <p:nvPr>
            <p:ph idx="5" type="subTitle"/>
          </p:nvPr>
        </p:nvSpPr>
        <p:spPr>
          <a:xfrm>
            <a:off x="3824550" y="1283963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69" name="Google Shape;369;p42"/>
          <p:cNvSpPr txBox="1"/>
          <p:nvPr>
            <p:ph idx="6" type="subTitle"/>
          </p:nvPr>
        </p:nvSpPr>
        <p:spPr>
          <a:xfrm>
            <a:off x="3824550" y="1054750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70" name="Google Shape;370;p42"/>
          <p:cNvSpPr txBox="1"/>
          <p:nvPr>
            <p:ph idx="7" type="subTitle"/>
          </p:nvPr>
        </p:nvSpPr>
        <p:spPr>
          <a:xfrm>
            <a:off x="3824550" y="1427900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71" name="Google Shape;371;p42"/>
          <p:cNvSpPr/>
          <p:nvPr>
            <p:ph idx="8" type="pic"/>
          </p:nvPr>
        </p:nvSpPr>
        <p:spPr>
          <a:xfrm>
            <a:off x="3154659" y="1066100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72" name="Google Shape;372;p42"/>
          <p:cNvSpPr txBox="1"/>
          <p:nvPr>
            <p:ph idx="9" type="subTitle"/>
          </p:nvPr>
        </p:nvSpPr>
        <p:spPr>
          <a:xfrm>
            <a:off x="6750600" y="2193728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73" name="Google Shape;373;p42"/>
          <p:cNvSpPr txBox="1"/>
          <p:nvPr>
            <p:ph idx="13" type="subTitle"/>
          </p:nvPr>
        </p:nvSpPr>
        <p:spPr>
          <a:xfrm>
            <a:off x="6750600" y="1964514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74" name="Google Shape;374;p42"/>
          <p:cNvSpPr txBox="1"/>
          <p:nvPr>
            <p:ph idx="14" type="subTitle"/>
          </p:nvPr>
        </p:nvSpPr>
        <p:spPr>
          <a:xfrm>
            <a:off x="6750600" y="2337664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75" name="Google Shape;375;p42"/>
          <p:cNvSpPr/>
          <p:nvPr>
            <p:ph idx="15" type="pic"/>
          </p:nvPr>
        </p:nvSpPr>
        <p:spPr>
          <a:xfrm>
            <a:off x="6080709" y="1975864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76" name="Google Shape;376;p42"/>
          <p:cNvSpPr txBox="1"/>
          <p:nvPr>
            <p:ph idx="16" type="subTitle"/>
          </p:nvPr>
        </p:nvSpPr>
        <p:spPr>
          <a:xfrm>
            <a:off x="3824550" y="2193728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77" name="Google Shape;377;p42"/>
          <p:cNvSpPr txBox="1"/>
          <p:nvPr>
            <p:ph idx="17" type="subTitle"/>
          </p:nvPr>
        </p:nvSpPr>
        <p:spPr>
          <a:xfrm>
            <a:off x="3824550" y="1964514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78" name="Google Shape;378;p42"/>
          <p:cNvSpPr txBox="1"/>
          <p:nvPr>
            <p:ph idx="18" type="subTitle"/>
          </p:nvPr>
        </p:nvSpPr>
        <p:spPr>
          <a:xfrm>
            <a:off x="3824550" y="2337664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79" name="Google Shape;379;p42"/>
          <p:cNvSpPr/>
          <p:nvPr>
            <p:ph idx="19" type="pic"/>
          </p:nvPr>
        </p:nvSpPr>
        <p:spPr>
          <a:xfrm>
            <a:off x="3154659" y="1975864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80" name="Google Shape;380;p42"/>
          <p:cNvSpPr txBox="1"/>
          <p:nvPr>
            <p:ph idx="20" type="subTitle"/>
          </p:nvPr>
        </p:nvSpPr>
        <p:spPr>
          <a:xfrm>
            <a:off x="6750600" y="3101715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81" name="Google Shape;381;p42"/>
          <p:cNvSpPr txBox="1"/>
          <p:nvPr>
            <p:ph idx="21" type="subTitle"/>
          </p:nvPr>
        </p:nvSpPr>
        <p:spPr>
          <a:xfrm>
            <a:off x="6750600" y="2872502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82" name="Google Shape;382;p42"/>
          <p:cNvSpPr txBox="1"/>
          <p:nvPr>
            <p:ph idx="22" type="subTitle"/>
          </p:nvPr>
        </p:nvSpPr>
        <p:spPr>
          <a:xfrm>
            <a:off x="6750600" y="3245652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83" name="Google Shape;383;p42"/>
          <p:cNvSpPr/>
          <p:nvPr>
            <p:ph idx="23" type="pic"/>
          </p:nvPr>
        </p:nvSpPr>
        <p:spPr>
          <a:xfrm>
            <a:off x="6080709" y="2883852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84" name="Google Shape;384;p42"/>
          <p:cNvSpPr txBox="1"/>
          <p:nvPr>
            <p:ph idx="24" type="subTitle"/>
          </p:nvPr>
        </p:nvSpPr>
        <p:spPr>
          <a:xfrm>
            <a:off x="3824550" y="3101715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85" name="Google Shape;385;p42"/>
          <p:cNvSpPr txBox="1"/>
          <p:nvPr>
            <p:ph idx="25" type="subTitle"/>
          </p:nvPr>
        </p:nvSpPr>
        <p:spPr>
          <a:xfrm>
            <a:off x="3824550" y="2872502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86" name="Google Shape;386;p42"/>
          <p:cNvSpPr txBox="1"/>
          <p:nvPr>
            <p:ph idx="26" type="subTitle"/>
          </p:nvPr>
        </p:nvSpPr>
        <p:spPr>
          <a:xfrm>
            <a:off x="3824550" y="3245652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87" name="Google Shape;387;p42"/>
          <p:cNvSpPr/>
          <p:nvPr>
            <p:ph idx="27" type="pic"/>
          </p:nvPr>
        </p:nvSpPr>
        <p:spPr>
          <a:xfrm>
            <a:off x="3154659" y="2883852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88" name="Google Shape;388;p42"/>
          <p:cNvSpPr txBox="1"/>
          <p:nvPr>
            <p:ph idx="28" type="subTitle"/>
          </p:nvPr>
        </p:nvSpPr>
        <p:spPr>
          <a:xfrm>
            <a:off x="6750600" y="4022919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89" name="Google Shape;389;p42"/>
          <p:cNvSpPr txBox="1"/>
          <p:nvPr>
            <p:ph idx="29" type="subTitle"/>
          </p:nvPr>
        </p:nvSpPr>
        <p:spPr>
          <a:xfrm>
            <a:off x="6750600" y="3793706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90" name="Google Shape;390;p42"/>
          <p:cNvSpPr txBox="1"/>
          <p:nvPr>
            <p:ph idx="30" type="subTitle"/>
          </p:nvPr>
        </p:nvSpPr>
        <p:spPr>
          <a:xfrm>
            <a:off x="6750600" y="4166856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91" name="Google Shape;391;p42"/>
          <p:cNvSpPr/>
          <p:nvPr>
            <p:ph idx="31" type="pic"/>
          </p:nvPr>
        </p:nvSpPr>
        <p:spPr>
          <a:xfrm>
            <a:off x="6080709" y="3805056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92" name="Google Shape;392;p42"/>
          <p:cNvSpPr txBox="1"/>
          <p:nvPr>
            <p:ph idx="32" type="subTitle"/>
          </p:nvPr>
        </p:nvSpPr>
        <p:spPr>
          <a:xfrm>
            <a:off x="3824550" y="4022919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93" name="Google Shape;393;p42"/>
          <p:cNvSpPr txBox="1"/>
          <p:nvPr>
            <p:ph idx="33" type="subTitle"/>
          </p:nvPr>
        </p:nvSpPr>
        <p:spPr>
          <a:xfrm>
            <a:off x="3824550" y="3793706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94" name="Google Shape;394;p42"/>
          <p:cNvSpPr txBox="1"/>
          <p:nvPr>
            <p:ph idx="34" type="subTitle"/>
          </p:nvPr>
        </p:nvSpPr>
        <p:spPr>
          <a:xfrm>
            <a:off x="3824550" y="4166856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95" name="Google Shape;395;p42"/>
          <p:cNvSpPr/>
          <p:nvPr>
            <p:ph idx="35" type="pic"/>
          </p:nvPr>
        </p:nvSpPr>
        <p:spPr>
          <a:xfrm>
            <a:off x="3154659" y="3805056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96" name="Google Shape;396;p42"/>
          <p:cNvSpPr txBox="1"/>
          <p:nvPr>
            <p:ph type="title"/>
          </p:nvPr>
        </p:nvSpPr>
        <p:spPr>
          <a:xfrm>
            <a:off x="361975" y="962100"/>
            <a:ext cx="24507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397" name="Google Shape;397;p42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98" name="Google Shape;398;p42"/>
          <p:cNvSpPr txBox="1"/>
          <p:nvPr>
            <p:ph idx="36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otlight - Alt 2">
  <p:cSld name="CUSTOM_7_1">
    <p:bg>
      <p:bgPr>
        <a:solidFill>
          <a:schemeClr val="accent2"/>
        </a:solid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43"/>
          <p:cNvSpPr/>
          <p:nvPr/>
        </p:nvSpPr>
        <p:spPr>
          <a:xfrm>
            <a:off x="0" y="0"/>
            <a:ext cx="45675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01" name="Google Shape;401;p43"/>
          <p:cNvSpPr txBox="1"/>
          <p:nvPr>
            <p:ph type="title"/>
          </p:nvPr>
        </p:nvSpPr>
        <p:spPr>
          <a:xfrm>
            <a:off x="4975925" y="989088"/>
            <a:ext cx="37836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402" name="Google Shape;402;p43"/>
          <p:cNvSpPr/>
          <p:nvPr>
            <p:ph idx="2" type="pic"/>
          </p:nvPr>
        </p:nvSpPr>
        <p:spPr>
          <a:xfrm flipH="1">
            <a:off x="953803" y="1066100"/>
            <a:ext cx="2664300" cy="3002700"/>
          </a:xfrm>
          <a:prstGeom prst="rect">
            <a:avLst/>
          </a:prstGeom>
          <a:noFill/>
          <a:ln>
            <a:noFill/>
          </a:ln>
        </p:spPr>
      </p:sp>
      <p:sp>
        <p:nvSpPr>
          <p:cNvPr id="403" name="Google Shape;403;p43"/>
          <p:cNvSpPr txBox="1"/>
          <p:nvPr>
            <p:ph idx="1" type="body"/>
          </p:nvPr>
        </p:nvSpPr>
        <p:spPr>
          <a:xfrm>
            <a:off x="4975925" y="4125662"/>
            <a:ext cx="3783600" cy="461700"/>
          </a:xfrm>
          <a:prstGeom prst="rect">
            <a:avLst/>
          </a:prstGeom>
          <a:noFill/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404" name="Google Shape;404;p43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5" name="Google Shape;405;p43"/>
          <p:cNvSpPr txBox="1"/>
          <p:nvPr>
            <p:ph idx="3" type="body"/>
          </p:nvPr>
        </p:nvSpPr>
        <p:spPr>
          <a:xfrm>
            <a:off x="4975925" y="1943891"/>
            <a:ext cx="3783600" cy="12432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●"/>
              <a:defRPr sz="1600">
                <a:latin typeface="Newsreader"/>
                <a:ea typeface="Newsreader"/>
                <a:cs typeface="Newsreader"/>
                <a:sym typeface="Newsreader"/>
              </a:defRPr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○"/>
              <a:defRPr sz="1600">
                <a:latin typeface="Newsreader"/>
                <a:ea typeface="Newsreader"/>
                <a:cs typeface="Newsreader"/>
                <a:sym typeface="Newsreader"/>
              </a:defRPr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■"/>
              <a:defRPr sz="1600">
                <a:latin typeface="Newsreader"/>
                <a:ea typeface="Newsreader"/>
                <a:cs typeface="Newsreader"/>
                <a:sym typeface="Newsreader"/>
              </a:defRPr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●"/>
              <a:defRPr sz="1600">
                <a:latin typeface="Newsreader"/>
                <a:ea typeface="Newsreader"/>
                <a:cs typeface="Newsreader"/>
                <a:sym typeface="Newsreader"/>
              </a:defRPr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○"/>
              <a:defRPr sz="1600">
                <a:latin typeface="Newsreader"/>
                <a:ea typeface="Newsreader"/>
                <a:cs typeface="Newsreader"/>
                <a:sym typeface="Newsreader"/>
              </a:defRPr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■"/>
              <a:defRPr sz="1600">
                <a:latin typeface="Newsreader"/>
                <a:ea typeface="Newsreader"/>
                <a:cs typeface="Newsreader"/>
                <a:sym typeface="Newsreader"/>
              </a:defRPr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●"/>
              <a:defRPr sz="1600">
                <a:latin typeface="Newsreader"/>
                <a:ea typeface="Newsreader"/>
                <a:cs typeface="Newsreader"/>
                <a:sym typeface="Newsreader"/>
              </a:defRPr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○"/>
              <a:defRPr sz="1600">
                <a:latin typeface="Newsreader"/>
                <a:ea typeface="Newsreader"/>
                <a:cs typeface="Newsreader"/>
                <a:sym typeface="Newsreader"/>
              </a:defRPr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■"/>
              <a:defRPr sz="1600">
                <a:latin typeface="Newsreader"/>
                <a:ea typeface="Newsreader"/>
                <a:cs typeface="Newsreader"/>
                <a:sym typeface="Newsreader"/>
              </a:defRPr>
            </a:lvl9pPr>
          </a:lstStyle>
          <a:p/>
        </p:txBody>
      </p:sp>
      <p:sp>
        <p:nvSpPr>
          <p:cNvPr id="406" name="Google Shape;406;p43"/>
          <p:cNvSpPr txBox="1"/>
          <p:nvPr>
            <p:ph idx="4" type="subTitle"/>
          </p:nvPr>
        </p:nvSpPr>
        <p:spPr>
          <a:xfrm>
            <a:off x="4975925" y="732775"/>
            <a:ext cx="37836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407" name="Google Shape;407;p43"/>
          <p:cNvSpPr txBox="1"/>
          <p:nvPr>
            <p:ph idx="5" type="subTitle"/>
          </p:nvPr>
        </p:nvSpPr>
        <p:spPr>
          <a:xfrm>
            <a:off x="4975925" y="1647132"/>
            <a:ext cx="3783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408" name="Google Shape;408;p43"/>
          <p:cNvSpPr txBox="1"/>
          <p:nvPr>
            <p:ph idx="6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r chart background">
  <p:cSld name="CUSTOM_8"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0" name="Google Shape;410;p44"/>
          <p:cNvGrpSpPr/>
          <p:nvPr/>
        </p:nvGrpSpPr>
        <p:grpSpPr>
          <a:xfrm>
            <a:off x="49" y="514398"/>
            <a:ext cx="9144297" cy="4115162"/>
            <a:chOff x="-18500" y="514395"/>
            <a:chExt cx="9219900" cy="4115162"/>
          </a:xfrm>
        </p:grpSpPr>
        <p:cxnSp>
          <p:nvCxnSpPr>
            <p:cNvPr id="411" name="Google Shape;411;p44"/>
            <p:cNvCxnSpPr/>
            <p:nvPr/>
          </p:nvCxnSpPr>
          <p:spPr>
            <a:xfrm>
              <a:off x="-18500" y="1028790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2" name="Google Shape;412;p44"/>
            <p:cNvCxnSpPr/>
            <p:nvPr/>
          </p:nvCxnSpPr>
          <p:spPr>
            <a:xfrm>
              <a:off x="-18500" y="4629557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3" name="Google Shape;413;p44"/>
            <p:cNvCxnSpPr/>
            <p:nvPr/>
          </p:nvCxnSpPr>
          <p:spPr>
            <a:xfrm>
              <a:off x="-18500" y="4115162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4" name="Google Shape;414;p44"/>
            <p:cNvCxnSpPr/>
            <p:nvPr/>
          </p:nvCxnSpPr>
          <p:spPr>
            <a:xfrm>
              <a:off x="-18500" y="3600767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5" name="Google Shape;415;p44"/>
            <p:cNvCxnSpPr/>
            <p:nvPr/>
          </p:nvCxnSpPr>
          <p:spPr>
            <a:xfrm>
              <a:off x="-18500" y="3086371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6" name="Google Shape;416;p44"/>
            <p:cNvCxnSpPr/>
            <p:nvPr/>
          </p:nvCxnSpPr>
          <p:spPr>
            <a:xfrm>
              <a:off x="-18500" y="2571976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7" name="Google Shape;417;p44"/>
            <p:cNvCxnSpPr/>
            <p:nvPr/>
          </p:nvCxnSpPr>
          <p:spPr>
            <a:xfrm>
              <a:off x="-18500" y="2057581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8" name="Google Shape;418;p44"/>
            <p:cNvCxnSpPr/>
            <p:nvPr/>
          </p:nvCxnSpPr>
          <p:spPr>
            <a:xfrm>
              <a:off x="-18500" y="1543186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9" name="Google Shape;419;p44"/>
            <p:cNvCxnSpPr/>
            <p:nvPr/>
          </p:nvCxnSpPr>
          <p:spPr>
            <a:xfrm>
              <a:off x="-18500" y="514395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420" name="Google Shape;420;p44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21" name="Google Shape;421;p44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2" name="Google Shape;422;p44"/>
          <p:cNvSpPr txBox="1"/>
          <p:nvPr>
            <p:ph idx="2" type="subTitle"/>
          </p:nvPr>
        </p:nvSpPr>
        <p:spPr>
          <a:xfrm>
            <a:off x="361975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 slide">
  <p:cSld name="CUSTOM_8_1">
    <p:bg>
      <p:bgPr>
        <a:solidFill>
          <a:schemeClr val="accent2"/>
        </a:solidFill>
      </p:bgPr>
    </p:bg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45"/>
          <p:cNvSpPr/>
          <p:nvPr/>
        </p:nvSpPr>
        <p:spPr>
          <a:xfrm>
            <a:off x="50" y="-300"/>
            <a:ext cx="67089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25" name="Google Shape;425;p45"/>
          <p:cNvSpPr txBox="1"/>
          <p:nvPr>
            <p:ph type="title"/>
          </p:nvPr>
        </p:nvSpPr>
        <p:spPr>
          <a:xfrm>
            <a:off x="451472" y="2024100"/>
            <a:ext cx="4163100" cy="1372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26" name="Google Shape;426;p45"/>
          <p:cNvSpPr txBox="1"/>
          <p:nvPr>
            <p:ph idx="1" type="subTitle"/>
          </p:nvPr>
        </p:nvSpPr>
        <p:spPr>
          <a:xfrm>
            <a:off x="451475" y="3776250"/>
            <a:ext cx="4163100" cy="42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4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429" name="Google Shape;429;p4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4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4" name="Google Shape;434;p4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7" name="Google Shape;437;p4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38" name="Google Shape;438;p4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5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43" name="Google Shape;443;p51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5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5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48" name="Google Shape;448;p5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49" name="Google Shape;449;p5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54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55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54" name="Google Shape;454;p55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57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8" name="Google Shape;458;p57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59" name="Google Shape;459;p57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60" name="Google Shape;460;p57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61" name="Google Shape;461;p57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62" name="Google Shape;462;p57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63" name="Google Shape;463;p57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5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6" name="Google Shape;466;p58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67" name="Google Shape;467;p58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59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70" name="Google Shape;470;p59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71" name="Google Shape;471;p59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72" name="Google Shape;472;p59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73" name="Google Shape;473;p59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60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76" name="Google Shape;476;p60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77" name="Google Shape;477;p60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78" name="Google Shape;478;p60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79" name="Google Shape;479;p60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80" name="Google Shape;480;p60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81" name="Google Shape;481;p60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61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84" name="Google Shape;484;p61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85" name="Google Shape;485;p61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86" name="Google Shape;486;p61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87" name="Google Shape;487;p61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88" name="Google Shape;488;p61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89" name="Google Shape;489;p61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90" name="Google Shape;490;p61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91" name="Google Shape;491;p61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6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4" name="Google Shape;494;p62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63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97" name="Google Shape;497;p63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98" name="Google Shape;498;p63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99" name="Google Shape;499;p63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500" name="Google Shape;500;p6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1" name="Google Shape;501;p63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02" name="Google Shape;502;p63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64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505" name="Google Shape;505;p64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06" name="Google Shape;506;p64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07" name="Google Shape;507;p64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508" name="Google Shape;508;p64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09" name="Google Shape;509;p64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510" name="Google Shape;510;p6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1" name="Google Shape;511;p64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12" name="Google Shape;512;p64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13" name="Google Shape;513;p64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65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66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18" name="Google Shape;518;p66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19" name="Google Shape;519;p66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20" name="Google Shape;520;p66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21" name="Google Shape;521;p66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22" name="Google Shape;522;p66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23" name="Google Shape;523;p66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4" name="Google Shape;524;p66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25" name="Google Shape;525;p66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26" name="Google Shape;526;p66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51.xml"/><Relationship Id="rId42" Type="http://schemas.openxmlformats.org/officeDocument/2006/relationships/slideLayout" Target="../slideLayouts/slideLayout53.xml"/><Relationship Id="rId41" Type="http://schemas.openxmlformats.org/officeDocument/2006/relationships/slideLayout" Target="../slideLayouts/slideLayout52.xml"/><Relationship Id="rId44" Type="http://schemas.openxmlformats.org/officeDocument/2006/relationships/slideLayout" Target="../slideLayouts/slideLayout55.xml"/><Relationship Id="rId43" Type="http://schemas.openxmlformats.org/officeDocument/2006/relationships/slideLayout" Target="../slideLayouts/slideLayout54.xml"/><Relationship Id="rId46" Type="http://schemas.openxmlformats.org/officeDocument/2006/relationships/slideLayout" Target="../slideLayouts/slideLayout57.xml"/><Relationship Id="rId45" Type="http://schemas.openxmlformats.org/officeDocument/2006/relationships/slideLayout" Target="../slideLayouts/slideLayout56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48" Type="http://schemas.openxmlformats.org/officeDocument/2006/relationships/slideLayout" Target="../slideLayouts/slideLayout59.xml"/><Relationship Id="rId47" Type="http://schemas.openxmlformats.org/officeDocument/2006/relationships/slideLayout" Target="../slideLayouts/slideLayout58.xml"/><Relationship Id="rId49" Type="http://schemas.openxmlformats.org/officeDocument/2006/relationships/slideLayout" Target="../slideLayouts/slideLayout6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33" Type="http://schemas.openxmlformats.org/officeDocument/2006/relationships/slideLayout" Target="../slideLayouts/slideLayout44.xml"/><Relationship Id="rId32" Type="http://schemas.openxmlformats.org/officeDocument/2006/relationships/slideLayout" Target="../slideLayouts/slideLayout43.xml"/><Relationship Id="rId35" Type="http://schemas.openxmlformats.org/officeDocument/2006/relationships/slideLayout" Target="../slideLayouts/slideLayout46.xml"/><Relationship Id="rId34" Type="http://schemas.openxmlformats.org/officeDocument/2006/relationships/slideLayout" Target="../slideLayouts/slideLayout45.xml"/><Relationship Id="rId37" Type="http://schemas.openxmlformats.org/officeDocument/2006/relationships/slideLayout" Target="../slideLayouts/slideLayout48.xml"/><Relationship Id="rId36" Type="http://schemas.openxmlformats.org/officeDocument/2006/relationships/slideLayout" Target="../slideLayouts/slideLayout47.xml"/><Relationship Id="rId39" Type="http://schemas.openxmlformats.org/officeDocument/2006/relationships/slideLayout" Target="../slideLayouts/slideLayout50.xml"/><Relationship Id="rId38" Type="http://schemas.openxmlformats.org/officeDocument/2006/relationships/slideLayout" Target="../slideLayouts/slideLayout49.xml"/><Relationship Id="rId20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29" Type="http://schemas.openxmlformats.org/officeDocument/2006/relationships/slideLayout" Target="../slideLayouts/slideLayout40.xml"/><Relationship Id="rId51" Type="http://schemas.openxmlformats.org/officeDocument/2006/relationships/slideLayout" Target="../slideLayouts/slideLayout62.xml"/><Relationship Id="rId50" Type="http://schemas.openxmlformats.org/officeDocument/2006/relationships/slideLayout" Target="../slideLayouts/slideLayout61.xml"/><Relationship Id="rId53" Type="http://schemas.openxmlformats.org/officeDocument/2006/relationships/slideLayout" Target="../slideLayouts/slideLayout64.xml"/><Relationship Id="rId52" Type="http://schemas.openxmlformats.org/officeDocument/2006/relationships/slideLayout" Target="../slideLayouts/slideLayout63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54" Type="http://schemas.openxmlformats.org/officeDocument/2006/relationships/theme" Target="../theme/theme2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wiss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3"/>
          <p:cNvSpPr txBox="1"/>
          <p:nvPr>
            <p:ph idx="1" type="body"/>
          </p:nvPr>
        </p:nvSpPr>
        <p:spPr>
          <a:xfrm>
            <a:off x="361850" y="2004025"/>
            <a:ext cx="5627400" cy="25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3048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3048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3048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3048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3048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3048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3048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3048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70" name="Google Shape;70;p13"/>
          <p:cNvSpPr txBox="1"/>
          <p:nvPr>
            <p:ph type="title"/>
          </p:nvPr>
        </p:nvSpPr>
        <p:spPr>
          <a:xfrm>
            <a:off x="438150" y="524575"/>
            <a:ext cx="5433000" cy="9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Newsreader"/>
              <a:buNone/>
              <a:defRPr sz="3000">
                <a:solidFill>
                  <a:schemeClr val="lt1"/>
                </a:solidFill>
                <a:latin typeface="Newsreader"/>
                <a:ea typeface="Newsreader"/>
                <a:cs typeface="Newsreader"/>
                <a:sym typeface="Newsread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3"/>
          <p:cNvSpPr txBox="1"/>
          <p:nvPr>
            <p:ph idx="2" type="body"/>
          </p:nvPr>
        </p:nvSpPr>
        <p:spPr>
          <a:xfrm>
            <a:off x="4700200" y="1614100"/>
            <a:ext cx="3756600" cy="25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  <p:sldLayoutId id="2147483698" r:id="rId40"/>
    <p:sldLayoutId id="2147483699" r:id="rId41"/>
    <p:sldLayoutId id="2147483700" r:id="rId42"/>
    <p:sldLayoutId id="2147483701" r:id="rId43"/>
    <p:sldLayoutId id="2147483702" r:id="rId44"/>
    <p:sldLayoutId id="2147483703" r:id="rId45"/>
    <p:sldLayoutId id="2147483704" r:id="rId46"/>
    <p:sldLayoutId id="2147483705" r:id="rId47"/>
    <p:sldLayoutId id="2147483706" r:id="rId48"/>
    <p:sldLayoutId id="2147483707" r:id="rId49"/>
    <p:sldLayoutId id="2147483708" r:id="rId50"/>
    <p:sldLayoutId id="2147483709" r:id="rId51"/>
    <p:sldLayoutId id="2147483710" r:id="rId52"/>
    <p:sldLayoutId id="2147483711" r:id="rId5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529">
          <p15:clr>
            <a:srgbClr val="E46962"/>
          </p15:clr>
        </p15:guide>
        <p15:guide id="2" orient="horz" pos="233">
          <p15:clr>
            <a:srgbClr val="E46962"/>
          </p15:clr>
        </p15:guide>
        <p15:guide id="3" orient="horz" pos="3011">
          <p15:clr>
            <a:srgbClr val="E46962"/>
          </p15:clr>
        </p15:guide>
        <p15:guide id="4" pos="2850">
          <p15:clr>
            <a:srgbClr val="E46962"/>
          </p15:clr>
        </p15:guide>
        <p15:guide id="5" pos="2910">
          <p15:clr>
            <a:srgbClr val="E46962"/>
          </p15:clr>
        </p15:guide>
        <p15:guide id="6" pos="1468">
          <p15:clr>
            <a:srgbClr val="E46962"/>
          </p15:clr>
        </p15:guide>
        <p15:guide id="7" pos="1527">
          <p15:clr>
            <a:srgbClr val="E46962"/>
          </p15:clr>
        </p15:guide>
        <p15:guide id="8" pos="4226">
          <p15:clr>
            <a:srgbClr val="E46962"/>
          </p15:clr>
        </p15:guide>
        <p15:guide id="9" pos="4285">
          <p15:clr>
            <a:srgbClr val="E46962"/>
          </p15:clr>
        </p15:guide>
        <p15:guide id="10" pos="3773">
          <p15:clr>
            <a:srgbClr val="E46962"/>
          </p15:clr>
        </p15:guide>
        <p15:guide id="11" pos="3830">
          <p15:clr>
            <a:srgbClr val="E46962"/>
          </p15:clr>
        </p15:guide>
        <p15:guide id="12" pos="1930">
          <p15:clr>
            <a:srgbClr val="E46962"/>
          </p15:clr>
        </p15:guide>
        <p15:guide id="13" pos="1987">
          <p15:clr>
            <a:srgbClr val="E46962"/>
          </p15:clr>
        </p15:guide>
        <p15:guide id="14" orient="horz" pos="2867">
          <p15:clr>
            <a:srgbClr val="E46962"/>
          </p15:clr>
        </p15:guide>
        <p15:guide id="15" orient="horz" pos="1135">
          <p15:clr>
            <a:srgbClr val="E46962"/>
          </p15:clr>
        </p15:guide>
        <p15:guide id="16" orient="horz" pos="1194">
          <p15:clr>
            <a:srgbClr val="E46962"/>
          </p15:clr>
        </p15:guide>
        <p15:guide id="17" orient="horz" pos="2043">
          <p15:clr>
            <a:srgbClr val="E46962"/>
          </p15:clr>
        </p15:guide>
        <p15:guide id="18" orient="horz" pos="2103">
          <p15:clr>
            <a:srgbClr val="E46962"/>
          </p15:clr>
        </p15:guide>
        <p15:guide id="19" pos="228">
          <p15:clr>
            <a:srgbClr val="E46962"/>
          </p15:clr>
        </p15:guide>
        <p15:guide id="20" orient="horz" pos="672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close-up of a modern glass structure. " id="531" name="Google Shape;531;p67"/>
          <p:cNvPicPr preferRelativeResize="0"/>
          <p:nvPr/>
        </p:nvPicPr>
        <p:blipFill rotWithShape="1">
          <a:blip r:embed="rId3">
            <a:alphaModFix/>
          </a:blip>
          <a:srcRect b="79" l="21736" r="19116" t="0"/>
          <a:stretch/>
        </p:blipFill>
        <p:spPr>
          <a:xfrm>
            <a:off x="4587725" y="-8750"/>
            <a:ext cx="4572001" cy="5148074"/>
          </a:xfrm>
          <a:prstGeom prst="rect">
            <a:avLst/>
          </a:prstGeom>
          <a:noFill/>
          <a:ln>
            <a:noFill/>
          </a:ln>
        </p:spPr>
      </p:pic>
      <p:sp>
        <p:nvSpPr>
          <p:cNvPr id="532" name="Google Shape;532;p67"/>
          <p:cNvSpPr txBox="1"/>
          <p:nvPr>
            <p:ph type="title"/>
          </p:nvPr>
        </p:nvSpPr>
        <p:spPr>
          <a:xfrm>
            <a:off x="361975" y="1955838"/>
            <a:ext cx="38601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ibre Baskerville"/>
                <a:ea typeface="Libre Baskerville"/>
                <a:cs typeface="Libre Baskerville"/>
                <a:sym typeface="Libre Baskerville"/>
              </a:rPr>
              <a:t>Nara</a:t>
            </a:r>
            <a:r>
              <a:rPr i="1" lang="en"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  <a:endParaRPr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533" name="Google Shape;533;p67"/>
          <p:cNvSpPr txBox="1"/>
          <p:nvPr>
            <p:ph idx="1" type="subTitle"/>
          </p:nvPr>
        </p:nvSpPr>
        <p:spPr>
          <a:xfrm>
            <a:off x="361975" y="255533"/>
            <a:ext cx="3860100" cy="3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ibre Baskerville"/>
                <a:ea typeface="Libre Baskerville"/>
                <a:cs typeface="Libre Baskerville"/>
                <a:sym typeface="Libre Baskerville"/>
              </a:rPr>
              <a:t>Nara</a:t>
            </a:r>
            <a:endParaRPr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ibre Baskerville"/>
                <a:ea typeface="Libre Baskerville"/>
                <a:cs typeface="Libre Baskerville"/>
                <a:sym typeface="Libre Baskerville"/>
              </a:rPr>
              <a:t>16.01.2026</a:t>
            </a:r>
            <a:endParaRPr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534" name="Google Shape;534;p67"/>
          <p:cNvSpPr txBox="1"/>
          <p:nvPr>
            <p:ph idx="3" type="body"/>
          </p:nvPr>
        </p:nvSpPr>
        <p:spPr>
          <a:xfrm>
            <a:off x="547575" y="3337797"/>
            <a:ext cx="3492600" cy="132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Knowledge </a:t>
            </a:r>
            <a:r>
              <a:rPr lang="en"/>
              <a:t>Infrastructure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68"/>
          <p:cNvSpPr txBox="1"/>
          <p:nvPr>
            <p:ph idx="1" type="subTitle"/>
          </p:nvPr>
        </p:nvSpPr>
        <p:spPr>
          <a:xfrm>
            <a:off x="6080700" y="1253413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Libre Baskerville"/>
                <a:ea typeface="Libre Baskerville"/>
                <a:cs typeface="Libre Baskerville"/>
                <a:sym typeface="Libre Baskerville"/>
              </a:rPr>
              <a:t>AI ENGINEER</a:t>
            </a:r>
            <a:endParaRPr sz="800"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540" name="Google Shape;540;p68"/>
          <p:cNvSpPr txBox="1"/>
          <p:nvPr>
            <p:ph idx="2" type="subTitle"/>
          </p:nvPr>
        </p:nvSpPr>
        <p:spPr>
          <a:xfrm>
            <a:off x="6080700" y="1054750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ibre Baskerville"/>
                <a:ea typeface="Libre Baskerville"/>
                <a:cs typeface="Libre Baskerville"/>
                <a:sym typeface="Libre Baskerville"/>
              </a:rPr>
              <a:t>Vacaras Veronica</a:t>
            </a:r>
            <a:endParaRPr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541" name="Google Shape;541;p68"/>
          <p:cNvSpPr txBox="1"/>
          <p:nvPr>
            <p:ph idx="5" type="subTitle"/>
          </p:nvPr>
        </p:nvSpPr>
        <p:spPr>
          <a:xfrm>
            <a:off x="3824550" y="1253413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Libre Baskerville"/>
                <a:ea typeface="Libre Baskerville"/>
                <a:cs typeface="Libre Baskerville"/>
                <a:sym typeface="Libre Baskerville"/>
              </a:rPr>
              <a:t>LEAD SOFTWARE ENGINEER</a:t>
            </a:r>
            <a:endParaRPr sz="800"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542" name="Google Shape;542;p68"/>
          <p:cNvSpPr txBox="1"/>
          <p:nvPr>
            <p:ph idx="6" type="subTitle"/>
          </p:nvPr>
        </p:nvSpPr>
        <p:spPr>
          <a:xfrm>
            <a:off x="3824550" y="1054750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ibre Baskerville"/>
                <a:ea typeface="Libre Baskerville"/>
                <a:cs typeface="Libre Baskerville"/>
                <a:sym typeface="Libre Baskerville"/>
              </a:rPr>
              <a:t>Mihai Crisan</a:t>
            </a:r>
            <a:endParaRPr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543" name="Google Shape;543;p68"/>
          <p:cNvSpPr txBox="1"/>
          <p:nvPr>
            <p:ph idx="9" type="subTitle"/>
          </p:nvPr>
        </p:nvSpPr>
        <p:spPr>
          <a:xfrm>
            <a:off x="6080700" y="2163178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Libre Baskerville"/>
                <a:ea typeface="Libre Baskerville"/>
                <a:cs typeface="Libre Baskerville"/>
                <a:sym typeface="Libre Baskerville"/>
              </a:rPr>
              <a:t>AI ENGINEER</a:t>
            </a:r>
            <a:endParaRPr sz="800"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544" name="Google Shape;544;p68"/>
          <p:cNvSpPr txBox="1"/>
          <p:nvPr>
            <p:ph idx="13" type="subTitle"/>
          </p:nvPr>
        </p:nvSpPr>
        <p:spPr>
          <a:xfrm>
            <a:off x="6080700" y="1964514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ibre Baskerville"/>
                <a:ea typeface="Libre Baskerville"/>
                <a:cs typeface="Libre Baskerville"/>
                <a:sym typeface="Libre Baskerville"/>
              </a:rPr>
              <a:t>Bontidean Alexandra</a:t>
            </a:r>
            <a:endParaRPr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545" name="Google Shape;545;p68"/>
          <p:cNvSpPr txBox="1"/>
          <p:nvPr>
            <p:ph idx="16" type="subTitle"/>
          </p:nvPr>
        </p:nvSpPr>
        <p:spPr>
          <a:xfrm>
            <a:off x="3824550" y="2163178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Libre Baskerville"/>
                <a:ea typeface="Libre Baskerville"/>
                <a:cs typeface="Libre Baskerville"/>
                <a:sym typeface="Libre Baskerville"/>
              </a:rPr>
              <a:t>DESIGN &amp; MARKETING</a:t>
            </a:r>
            <a:endParaRPr sz="800"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546" name="Google Shape;546;p68"/>
          <p:cNvSpPr txBox="1"/>
          <p:nvPr>
            <p:ph idx="17" type="subTitle"/>
          </p:nvPr>
        </p:nvSpPr>
        <p:spPr>
          <a:xfrm>
            <a:off x="3824550" y="1964514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ibre Baskerville"/>
                <a:ea typeface="Libre Baskerville"/>
                <a:cs typeface="Libre Baskerville"/>
                <a:sym typeface="Libre Baskerville"/>
              </a:rPr>
              <a:t>Giga Ionut-Catalin</a:t>
            </a:r>
            <a:endParaRPr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547" name="Google Shape;547;p68"/>
          <p:cNvSpPr txBox="1"/>
          <p:nvPr>
            <p:ph idx="20" type="subTitle"/>
          </p:nvPr>
        </p:nvSpPr>
        <p:spPr>
          <a:xfrm>
            <a:off x="6080700" y="3071165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Libre Baskerville"/>
                <a:ea typeface="Libre Baskerville"/>
                <a:cs typeface="Libre Baskerville"/>
                <a:sym typeface="Libre Baskerville"/>
              </a:rPr>
              <a:t>AI ENGINEER</a:t>
            </a:r>
            <a:endParaRPr sz="800"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548" name="Google Shape;548;p68"/>
          <p:cNvSpPr txBox="1"/>
          <p:nvPr>
            <p:ph idx="21" type="subTitle"/>
          </p:nvPr>
        </p:nvSpPr>
        <p:spPr>
          <a:xfrm>
            <a:off x="6080700" y="2872502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ibre Baskerville"/>
                <a:ea typeface="Libre Baskerville"/>
                <a:cs typeface="Libre Baskerville"/>
                <a:sym typeface="Libre Baskerville"/>
              </a:rPr>
              <a:t>Aileni Georgiana</a:t>
            </a:r>
            <a:endParaRPr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549" name="Google Shape;549;p68"/>
          <p:cNvSpPr txBox="1"/>
          <p:nvPr>
            <p:ph idx="24" type="subTitle"/>
          </p:nvPr>
        </p:nvSpPr>
        <p:spPr>
          <a:xfrm>
            <a:off x="3824550" y="3071165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Libre Baskerville"/>
                <a:ea typeface="Libre Baskerville"/>
                <a:cs typeface="Libre Baskerville"/>
                <a:sym typeface="Libre Baskerville"/>
              </a:rPr>
              <a:t>SOFTWARE ENGINEER</a:t>
            </a:r>
            <a:endParaRPr sz="800"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550" name="Google Shape;550;p68"/>
          <p:cNvSpPr txBox="1"/>
          <p:nvPr>
            <p:ph idx="25" type="subTitle"/>
          </p:nvPr>
        </p:nvSpPr>
        <p:spPr>
          <a:xfrm>
            <a:off x="3824550" y="2872502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ibre Baskerville"/>
                <a:ea typeface="Libre Baskerville"/>
                <a:cs typeface="Libre Baskerville"/>
                <a:sym typeface="Libre Baskerville"/>
              </a:rPr>
              <a:t>David Balog</a:t>
            </a:r>
            <a:endParaRPr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551" name="Google Shape;551;p68"/>
          <p:cNvSpPr txBox="1"/>
          <p:nvPr>
            <p:ph type="title"/>
          </p:nvPr>
        </p:nvSpPr>
        <p:spPr>
          <a:xfrm>
            <a:off x="361975" y="962100"/>
            <a:ext cx="2450700" cy="4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ibre Baskerville"/>
                <a:ea typeface="Libre Baskerville"/>
                <a:cs typeface="Libre Baskerville"/>
                <a:sym typeface="Libre Baskerville"/>
              </a:rPr>
              <a:t>Our </a:t>
            </a:r>
            <a:r>
              <a:rPr i="1" lang="en">
                <a:latin typeface="Libre Baskerville"/>
                <a:ea typeface="Libre Baskerville"/>
                <a:cs typeface="Libre Baskerville"/>
                <a:sym typeface="Libre Baskerville"/>
              </a:rPr>
              <a:t>team</a:t>
            </a:r>
            <a:endParaRPr i="1"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552" name="Google Shape;552;p68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53" name="Google Shape;553;p68"/>
          <p:cNvSpPr txBox="1"/>
          <p:nvPr>
            <p:ph idx="36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ibre Baskerville"/>
                <a:ea typeface="Libre Baskerville"/>
                <a:cs typeface="Libre Baskerville"/>
                <a:sym typeface="Libre Baskerville"/>
              </a:rPr>
              <a:t>Nara</a:t>
            </a:r>
            <a:endParaRPr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cxnSp>
        <p:nvCxnSpPr>
          <p:cNvPr id="554" name="Google Shape;554;p68"/>
          <p:cNvCxnSpPr/>
          <p:nvPr/>
        </p:nvCxnSpPr>
        <p:spPr>
          <a:xfrm>
            <a:off x="6086875" y="1801050"/>
            <a:ext cx="20262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5" name="Google Shape;555;p68"/>
          <p:cNvCxnSpPr/>
          <p:nvPr/>
        </p:nvCxnSpPr>
        <p:spPr>
          <a:xfrm>
            <a:off x="3847350" y="1801050"/>
            <a:ext cx="20262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6" name="Google Shape;556;p68"/>
          <p:cNvCxnSpPr/>
          <p:nvPr/>
        </p:nvCxnSpPr>
        <p:spPr>
          <a:xfrm>
            <a:off x="6086875" y="2716792"/>
            <a:ext cx="20262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7" name="Google Shape;557;p68"/>
          <p:cNvCxnSpPr/>
          <p:nvPr/>
        </p:nvCxnSpPr>
        <p:spPr>
          <a:xfrm>
            <a:off x="3847350" y="2716792"/>
            <a:ext cx="20262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8" name="Google Shape;558;p68"/>
          <p:cNvCxnSpPr/>
          <p:nvPr/>
        </p:nvCxnSpPr>
        <p:spPr>
          <a:xfrm>
            <a:off x="6086875" y="3632533"/>
            <a:ext cx="20262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9" name="Google Shape;559;p68"/>
          <p:cNvCxnSpPr/>
          <p:nvPr/>
        </p:nvCxnSpPr>
        <p:spPr>
          <a:xfrm>
            <a:off x="3847350" y="3632533"/>
            <a:ext cx="20262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69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65" name="Google Shape;565;p69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ibre Baskerville"/>
                <a:ea typeface="Libre Baskerville"/>
                <a:cs typeface="Libre Baskerville"/>
                <a:sym typeface="Libre Baskerville"/>
              </a:rPr>
              <a:t>Nara</a:t>
            </a:r>
            <a:endParaRPr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566" name="Google Shape;566;p69"/>
          <p:cNvSpPr txBox="1"/>
          <p:nvPr>
            <p:ph idx="2" type="subTitle"/>
          </p:nvPr>
        </p:nvSpPr>
        <p:spPr>
          <a:xfrm>
            <a:off x="3154650" y="1051772"/>
            <a:ext cx="4163100" cy="1539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PROBLEM</a:t>
            </a:r>
            <a:endParaRPr/>
          </a:p>
        </p:txBody>
      </p:sp>
      <p:sp>
        <p:nvSpPr>
          <p:cNvPr id="567" name="Google Shape;567;p69"/>
          <p:cNvSpPr txBox="1"/>
          <p:nvPr>
            <p:ph type="title"/>
          </p:nvPr>
        </p:nvSpPr>
        <p:spPr>
          <a:xfrm>
            <a:off x="3154650" y="1801500"/>
            <a:ext cx="5622000" cy="283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ibre Baskerville"/>
                <a:ea typeface="Libre Baskerville"/>
                <a:cs typeface="Libre Baskerville"/>
                <a:sym typeface="Libre Baskerville"/>
              </a:rPr>
              <a:t>Existing Al chat solutions lack the </a:t>
            </a:r>
            <a:r>
              <a:rPr i="1" lang="en">
                <a:latin typeface="Libre Baskerville"/>
                <a:ea typeface="Libre Baskerville"/>
                <a:cs typeface="Libre Baskerville"/>
                <a:sym typeface="Libre Baskerville"/>
              </a:rPr>
              <a:t>sophisticated RAG pipeline</a:t>
            </a:r>
            <a:r>
              <a:rPr lang="en">
                <a:latin typeface="Libre Baskerville"/>
                <a:ea typeface="Libre Baskerville"/>
                <a:cs typeface="Libre Baskerville"/>
                <a:sym typeface="Libre Baskerville"/>
              </a:rPr>
              <a:t> needed to accurately </a:t>
            </a:r>
            <a:r>
              <a:rPr i="1" lang="en">
                <a:latin typeface="Libre Baskerville"/>
                <a:ea typeface="Libre Baskerville"/>
                <a:cs typeface="Libre Baskerville"/>
                <a:sym typeface="Libre Baskerville"/>
              </a:rPr>
              <a:t>contextualize</a:t>
            </a:r>
            <a:r>
              <a:rPr lang="en">
                <a:latin typeface="Libre Baskerville"/>
                <a:ea typeface="Libre Baskerville"/>
                <a:cs typeface="Libre Baskerville"/>
                <a:sym typeface="Libre Baskerville"/>
              </a:rPr>
              <a:t> and </a:t>
            </a:r>
            <a:r>
              <a:rPr i="1" lang="en">
                <a:latin typeface="Libre Baskerville"/>
                <a:ea typeface="Libre Baskerville"/>
                <a:cs typeface="Libre Baskerville"/>
                <a:sym typeface="Libre Baskerville"/>
              </a:rPr>
              <a:t>leverage</a:t>
            </a:r>
            <a:r>
              <a:rPr lang="en">
                <a:latin typeface="Libre Baskerville"/>
                <a:ea typeface="Libre Baskerville"/>
                <a:cs typeface="Libre Baskerville"/>
                <a:sym typeface="Libre Baskerville"/>
              </a:rPr>
              <a:t> a user's unique, large knowledge base.</a:t>
            </a:r>
            <a:endParaRPr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568" name="Google Shape;568;p69"/>
          <p:cNvSpPr/>
          <p:nvPr>
            <p:ph idx="3" type="pic"/>
          </p:nvPr>
        </p:nvSpPr>
        <p:spPr>
          <a:xfrm>
            <a:off x="361975" y="1066100"/>
            <a:ext cx="1967700" cy="1311600"/>
          </a:xfrm>
          <a:prstGeom prst="rect">
            <a:avLst/>
          </a:prstGeom>
        </p:spPr>
      </p:sp>
      <p:pic>
        <p:nvPicPr>
          <p:cNvPr descr="A modern glass office building with one open window" id="569" name="Google Shape;569;p69"/>
          <p:cNvPicPr preferRelativeResize="0"/>
          <p:nvPr>
            <p:ph idx="3" type="pic"/>
          </p:nvPr>
        </p:nvPicPr>
        <p:blipFill rotWithShape="1">
          <a:blip r:embed="rId3">
            <a:alphaModFix/>
          </a:blip>
          <a:srcRect b="0" l="0" r="10" t="0"/>
          <a:stretch/>
        </p:blipFill>
        <p:spPr>
          <a:xfrm>
            <a:off x="361975" y="1066100"/>
            <a:ext cx="1967698" cy="131160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70"/>
          <p:cNvSpPr/>
          <p:nvPr/>
        </p:nvSpPr>
        <p:spPr>
          <a:xfrm>
            <a:off x="2286118" y="2314800"/>
            <a:ext cx="2294400" cy="2236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75" name="Google Shape;575;p70"/>
          <p:cNvSpPr/>
          <p:nvPr/>
        </p:nvSpPr>
        <p:spPr>
          <a:xfrm>
            <a:off x="4565474" y="2314800"/>
            <a:ext cx="2294400" cy="2236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76" name="Google Shape;576;p70"/>
          <p:cNvSpPr/>
          <p:nvPr/>
        </p:nvSpPr>
        <p:spPr>
          <a:xfrm>
            <a:off x="50" y="2314800"/>
            <a:ext cx="2294400" cy="2236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77" name="Google Shape;577;p70"/>
          <p:cNvSpPr/>
          <p:nvPr/>
        </p:nvSpPr>
        <p:spPr>
          <a:xfrm>
            <a:off x="6849550" y="2314800"/>
            <a:ext cx="2294400" cy="2236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cxnSp>
        <p:nvCxnSpPr>
          <p:cNvPr id="578" name="Google Shape;578;p70"/>
          <p:cNvCxnSpPr/>
          <p:nvPr/>
        </p:nvCxnSpPr>
        <p:spPr>
          <a:xfrm>
            <a:off x="6849550" y="2298382"/>
            <a:ext cx="0" cy="22497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9" name="Google Shape;579;p70"/>
          <p:cNvCxnSpPr/>
          <p:nvPr/>
        </p:nvCxnSpPr>
        <p:spPr>
          <a:xfrm>
            <a:off x="4565474" y="2298382"/>
            <a:ext cx="0" cy="22497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0" name="Google Shape;580;p70"/>
          <p:cNvCxnSpPr/>
          <p:nvPr/>
        </p:nvCxnSpPr>
        <p:spPr>
          <a:xfrm>
            <a:off x="2286118" y="2298382"/>
            <a:ext cx="0" cy="22497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81" name="Google Shape;581;p70"/>
          <p:cNvSpPr txBox="1"/>
          <p:nvPr>
            <p:ph idx="5" type="body"/>
          </p:nvPr>
        </p:nvSpPr>
        <p:spPr>
          <a:xfrm>
            <a:off x="4888288" y="3243900"/>
            <a:ext cx="1645800" cy="6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800"/>
              </a:spcAft>
              <a:buNone/>
            </a:pPr>
            <a:r>
              <a:rPr lang="en"/>
              <a:t>We ensure highly accurate, context-driven AI chat responses by implementing the latest and most intelligent RAG strategies.</a:t>
            </a:r>
            <a:endParaRPr/>
          </a:p>
        </p:txBody>
      </p:sp>
      <p:sp>
        <p:nvSpPr>
          <p:cNvPr id="582" name="Google Shape;582;p70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83" name="Google Shape;583;p70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ibre Baskerville"/>
                <a:ea typeface="Libre Baskerville"/>
                <a:cs typeface="Libre Baskerville"/>
                <a:sym typeface="Libre Baskerville"/>
              </a:rPr>
              <a:t>Nara</a:t>
            </a:r>
            <a:endParaRPr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584" name="Google Shape;584;p70"/>
          <p:cNvSpPr txBox="1"/>
          <p:nvPr>
            <p:ph idx="8" type="body"/>
          </p:nvPr>
        </p:nvSpPr>
        <p:spPr>
          <a:xfrm>
            <a:off x="2603200" y="3243900"/>
            <a:ext cx="1645800" cy="6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800"/>
              </a:spcAft>
              <a:buNone/>
            </a:pPr>
            <a:r>
              <a:rPr lang="en"/>
              <a:t>Seamlessly handles a vast range of enterprise file types, from documents to chat logs and spreadsheets.</a:t>
            </a:r>
            <a:endParaRPr/>
          </a:p>
        </p:txBody>
      </p:sp>
      <p:sp>
        <p:nvSpPr>
          <p:cNvPr id="585" name="Google Shape;585;p70"/>
          <p:cNvSpPr txBox="1"/>
          <p:nvPr>
            <p:ph idx="6" type="subTitle"/>
          </p:nvPr>
        </p:nvSpPr>
        <p:spPr>
          <a:xfrm>
            <a:off x="4892138" y="2586820"/>
            <a:ext cx="1645800" cy="1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586" name="Google Shape;586;p70"/>
          <p:cNvSpPr txBox="1"/>
          <p:nvPr>
            <p:ph idx="2" type="body"/>
          </p:nvPr>
        </p:nvSpPr>
        <p:spPr>
          <a:xfrm>
            <a:off x="7127025" y="3243900"/>
            <a:ext cx="1645800" cy="6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800"/>
              </a:spcAft>
              <a:buNone/>
            </a:pPr>
            <a:r>
              <a:rPr lang="en"/>
              <a:t>We consistently reference and surpass competitor methods, making the adoption of state-of-the-art models a fundamental component of our service.</a:t>
            </a:r>
            <a:endParaRPr/>
          </a:p>
        </p:txBody>
      </p:sp>
      <p:sp>
        <p:nvSpPr>
          <p:cNvPr id="587" name="Google Shape;587;p70"/>
          <p:cNvSpPr txBox="1"/>
          <p:nvPr>
            <p:ph idx="3" type="subTitle"/>
          </p:nvPr>
        </p:nvSpPr>
        <p:spPr>
          <a:xfrm>
            <a:off x="7130875" y="2586820"/>
            <a:ext cx="1645800" cy="1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588" name="Google Shape;588;p70"/>
          <p:cNvSpPr txBox="1"/>
          <p:nvPr>
            <p:ph idx="14" type="body"/>
          </p:nvPr>
        </p:nvSpPr>
        <p:spPr>
          <a:xfrm>
            <a:off x="358125" y="3243900"/>
            <a:ext cx="1645800" cy="6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800"/>
              </a:spcAft>
              <a:buNone/>
            </a:pPr>
            <a:r>
              <a:rPr lang="en"/>
              <a:t>Our system processes diverse file types and converts them into contextually rich vector embeddings for superior, organized storage.</a:t>
            </a:r>
            <a:endParaRPr/>
          </a:p>
        </p:txBody>
      </p:sp>
      <p:sp>
        <p:nvSpPr>
          <p:cNvPr id="589" name="Google Shape;589;p70"/>
          <p:cNvSpPr txBox="1"/>
          <p:nvPr>
            <p:ph idx="7" type="subTitle"/>
          </p:nvPr>
        </p:nvSpPr>
        <p:spPr>
          <a:xfrm>
            <a:off x="4892138" y="2791120"/>
            <a:ext cx="16458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PRECISION AND CONTEXT</a:t>
            </a:r>
            <a:endParaRPr/>
          </a:p>
        </p:txBody>
      </p:sp>
      <p:sp>
        <p:nvSpPr>
          <p:cNvPr id="590" name="Google Shape;590;p70"/>
          <p:cNvSpPr txBox="1"/>
          <p:nvPr>
            <p:ph idx="4" type="subTitle"/>
          </p:nvPr>
        </p:nvSpPr>
        <p:spPr>
          <a:xfrm>
            <a:off x="7130875" y="2791120"/>
            <a:ext cx="16458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COMPETITIVE EDGE</a:t>
            </a:r>
            <a:endParaRPr/>
          </a:p>
        </p:txBody>
      </p:sp>
      <p:sp>
        <p:nvSpPr>
          <p:cNvPr id="591" name="Google Shape;591;p70"/>
          <p:cNvSpPr txBox="1"/>
          <p:nvPr>
            <p:ph idx="9" type="subTitle"/>
          </p:nvPr>
        </p:nvSpPr>
        <p:spPr>
          <a:xfrm>
            <a:off x="2607050" y="2586820"/>
            <a:ext cx="1645800" cy="1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592" name="Google Shape;592;p70"/>
          <p:cNvSpPr txBox="1"/>
          <p:nvPr>
            <p:ph idx="13" type="subTitle"/>
          </p:nvPr>
        </p:nvSpPr>
        <p:spPr>
          <a:xfrm>
            <a:off x="2607050" y="2791120"/>
            <a:ext cx="16458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BROAD INGESTION</a:t>
            </a:r>
            <a:endParaRPr/>
          </a:p>
        </p:txBody>
      </p:sp>
      <p:sp>
        <p:nvSpPr>
          <p:cNvPr id="593" name="Google Shape;593;p70"/>
          <p:cNvSpPr txBox="1"/>
          <p:nvPr>
            <p:ph idx="15" type="subTitle"/>
          </p:nvPr>
        </p:nvSpPr>
        <p:spPr>
          <a:xfrm>
            <a:off x="361975" y="2586820"/>
            <a:ext cx="1645800" cy="1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594" name="Google Shape;594;p70"/>
          <p:cNvSpPr txBox="1"/>
          <p:nvPr>
            <p:ph idx="16" type="subTitle"/>
          </p:nvPr>
        </p:nvSpPr>
        <p:spPr>
          <a:xfrm>
            <a:off x="361975" y="2791120"/>
            <a:ext cx="16458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SMART RAG PIPELINE</a:t>
            </a:r>
            <a:endParaRPr/>
          </a:p>
        </p:txBody>
      </p:sp>
      <p:sp>
        <p:nvSpPr>
          <p:cNvPr id="595" name="Google Shape;595;p70"/>
          <p:cNvSpPr txBox="1"/>
          <p:nvPr>
            <p:ph idx="17" type="subTitle"/>
          </p:nvPr>
        </p:nvSpPr>
        <p:spPr>
          <a:xfrm>
            <a:off x="2490450" y="732775"/>
            <a:ext cx="4163100" cy="1539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SOLUTION</a:t>
            </a:r>
            <a:endParaRPr/>
          </a:p>
        </p:txBody>
      </p:sp>
      <p:sp>
        <p:nvSpPr>
          <p:cNvPr id="596" name="Google Shape;596;p70"/>
          <p:cNvSpPr txBox="1"/>
          <p:nvPr>
            <p:ph type="title"/>
          </p:nvPr>
        </p:nvSpPr>
        <p:spPr>
          <a:xfrm>
            <a:off x="1406600" y="988557"/>
            <a:ext cx="63309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ibre Baskerville"/>
                <a:ea typeface="Libre Baskerville"/>
                <a:cs typeface="Libre Baskerville"/>
                <a:sym typeface="Libre Baskerville"/>
              </a:rPr>
              <a:t>Next Generation RAG: Our AI Chat Solution</a:t>
            </a:r>
            <a:endParaRPr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71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02" name="Google Shape;602;p71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ibre Baskerville"/>
                <a:ea typeface="Libre Baskerville"/>
                <a:cs typeface="Libre Baskerville"/>
                <a:sym typeface="Libre Baskerville"/>
              </a:rPr>
              <a:t>Nara</a:t>
            </a:r>
            <a:endParaRPr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603" name="Google Shape;603;p71"/>
          <p:cNvSpPr txBox="1"/>
          <p:nvPr>
            <p:ph type="title"/>
          </p:nvPr>
        </p:nvSpPr>
        <p:spPr>
          <a:xfrm>
            <a:off x="1128900" y="1430400"/>
            <a:ext cx="6886200" cy="228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AI-Based System (Flask + RAG)</a:t>
            </a:r>
            <a:endParaRPr b="1" sz="1500">
              <a:solidFill>
                <a:srgbClr val="000000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Libre Baskerville"/>
              <a:buChar char="●"/>
            </a:pPr>
            <a:r>
              <a:rPr lang="en" sz="130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Automatic upload and processing of </a:t>
            </a:r>
            <a:r>
              <a:rPr lang="en" sz="1300">
                <a:solidFill>
                  <a:srgbClr val="188038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.txt .pdf .word</a:t>
            </a:r>
            <a:r>
              <a:rPr lang="en" sz="130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documents</a:t>
            </a:r>
            <a:endParaRPr sz="1300">
              <a:solidFill>
                <a:srgbClr val="000000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Libre Baskerville"/>
              <a:buChar char="●"/>
            </a:pPr>
            <a:r>
              <a:rPr lang="en" sz="130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Generation of semantic representations (embeddings)</a:t>
            </a:r>
            <a:endParaRPr sz="1300">
              <a:solidFill>
                <a:srgbClr val="000000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Libre Baskerville"/>
              <a:buChar char="●"/>
            </a:pPr>
            <a:r>
              <a:rPr lang="en" sz="130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Selection of relevant text fragments based on semantic similarity</a:t>
            </a:r>
            <a:endParaRPr sz="1300">
              <a:solidFill>
                <a:srgbClr val="000000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Libre Baskerville"/>
              <a:buChar char="●"/>
            </a:pPr>
            <a:r>
              <a:rPr lang="en" sz="130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Answer generation in Romanian using an LLM model</a:t>
            </a:r>
            <a:endParaRPr sz="1300">
              <a:solidFill>
                <a:srgbClr val="000000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Libre Baskerville"/>
              <a:buChar char="●"/>
            </a:pPr>
            <a:r>
              <a:rPr lang="en" sz="130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Display of explicit sources associated with each generated answer</a:t>
            </a:r>
            <a:endParaRPr sz="1300">
              <a:solidFill>
                <a:srgbClr val="000000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0" lvl="0" marL="0" marR="20320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72"/>
          <p:cNvSpPr/>
          <p:nvPr/>
        </p:nvSpPr>
        <p:spPr>
          <a:xfrm>
            <a:off x="2286125" y="2571750"/>
            <a:ext cx="2294400" cy="2571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09" name="Google Shape;609;p72"/>
          <p:cNvSpPr/>
          <p:nvPr/>
        </p:nvSpPr>
        <p:spPr>
          <a:xfrm>
            <a:off x="4565475" y="2571750"/>
            <a:ext cx="2294400" cy="2571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10" name="Google Shape;610;p72"/>
          <p:cNvSpPr/>
          <p:nvPr/>
        </p:nvSpPr>
        <p:spPr>
          <a:xfrm>
            <a:off x="6849550" y="2571750"/>
            <a:ext cx="2294400" cy="257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11" name="Google Shape;611;p72"/>
          <p:cNvSpPr/>
          <p:nvPr/>
        </p:nvSpPr>
        <p:spPr>
          <a:xfrm>
            <a:off x="50" y="2571750"/>
            <a:ext cx="2294400" cy="2571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12" name="Google Shape;612;p72"/>
          <p:cNvSpPr txBox="1"/>
          <p:nvPr>
            <p:ph idx="1" type="body"/>
          </p:nvPr>
        </p:nvSpPr>
        <p:spPr>
          <a:xfrm>
            <a:off x="2613825" y="3561350"/>
            <a:ext cx="1645800" cy="99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">
                <a:latin typeface="DM Sans Light"/>
                <a:ea typeface="DM Sans Light"/>
                <a:cs typeface="DM Sans Light"/>
                <a:sym typeface="DM Sans Light"/>
              </a:rPr>
              <a:t>Maintain system uptime and architectural scalability with 99.9% availability.</a:t>
            </a:r>
            <a:endParaRPr>
              <a:latin typeface="DM Sans Light"/>
              <a:ea typeface="DM Sans Light"/>
              <a:cs typeface="DM Sans Light"/>
              <a:sym typeface="DM Sans Light"/>
            </a:endParaRPr>
          </a:p>
        </p:txBody>
      </p:sp>
      <p:sp>
        <p:nvSpPr>
          <p:cNvPr id="613" name="Google Shape;613;p72"/>
          <p:cNvSpPr txBox="1"/>
          <p:nvPr>
            <p:ph idx="2" type="subTitle"/>
          </p:nvPr>
        </p:nvSpPr>
        <p:spPr>
          <a:xfrm>
            <a:off x="2613818" y="2787029"/>
            <a:ext cx="16458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Reliability &amp; Scalability</a:t>
            </a:r>
            <a:endParaRPr/>
          </a:p>
        </p:txBody>
      </p:sp>
      <p:sp>
        <p:nvSpPr>
          <p:cNvPr id="614" name="Google Shape;614;p72"/>
          <p:cNvSpPr txBox="1"/>
          <p:nvPr>
            <p:ph idx="4294967295" type="subTitle"/>
          </p:nvPr>
        </p:nvSpPr>
        <p:spPr>
          <a:xfrm>
            <a:off x="2490450" y="732775"/>
            <a:ext cx="4163100" cy="15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OBJECTIVES</a:t>
            </a:r>
            <a:endParaRPr/>
          </a:p>
        </p:txBody>
      </p:sp>
      <p:sp>
        <p:nvSpPr>
          <p:cNvPr id="615" name="Google Shape;615;p72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16" name="Google Shape;616;p72"/>
          <p:cNvSpPr txBox="1"/>
          <p:nvPr>
            <p:ph idx="3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ibre Baskerville"/>
                <a:ea typeface="Libre Baskerville"/>
                <a:cs typeface="Libre Baskerville"/>
                <a:sym typeface="Libre Baskerville"/>
              </a:rPr>
              <a:t>Nara</a:t>
            </a:r>
            <a:endParaRPr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617" name="Google Shape;617;p72"/>
          <p:cNvSpPr txBox="1"/>
          <p:nvPr>
            <p:ph idx="4" type="body"/>
          </p:nvPr>
        </p:nvSpPr>
        <p:spPr>
          <a:xfrm>
            <a:off x="4893175" y="3561350"/>
            <a:ext cx="1645800" cy="9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">
                <a:latin typeface="DM Sans Light"/>
                <a:ea typeface="DM Sans Light"/>
                <a:cs typeface="DM Sans Light"/>
                <a:sym typeface="DM Sans Light"/>
              </a:rPr>
              <a:t>Reach 5000 active monthly users and maintain a Customer Satisfaction (CSAT) score above 4.5.</a:t>
            </a:r>
            <a:endParaRPr>
              <a:latin typeface="DM Sans Light"/>
              <a:ea typeface="DM Sans Light"/>
              <a:cs typeface="DM Sans Light"/>
              <a:sym typeface="DM Sans Light"/>
            </a:endParaRPr>
          </a:p>
        </p:txBody>
      </p:sp>
      <p:sp>
        <p:nvSpPr>
          <p:cNvPr id="618" name="Google Shape;618;p72"/>
          <p:cNvSpPr txBox="1"/>
          <p:nvPr>
            <p:ph idx="5" type="subTitle"/>
          </p:nvPr>
        </p:nvSpPr>
        <p:spPr>
          <a:xfrm>
            <a:off x="4893174" y="2787029"/>
            <a:ext cx="16458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User Adoption</a:t>
            </a:r>
            <a:endParaRPr/>
          </a:p>
        </p:txBody>
      </p:sp>
      <p:sp>
        <p:nvSpPr>
          <p:cNvPr id="619" name="Google Shape;619;p72"/>
          <p:cNvSpPr txBox="1"/>
          <p:nvPr>
            <p:ph idx="6" type="body"/>
          </p:nvPr>
        </p:nvSpPr>
        <p:spPr>
          <a:xfrm>
            <a:off x="7134275" y="3561350"/>
            <a:ext cx="1645800" cy="89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">
                <a:latin typeface="DM Sans Light"/>
                <a:ea typeface="DM Sans Light"/>
                <a:cs typeface="DM Sans Light"/>
                <a:sym typeface="DM Sans Light"/>
              </a:rPr>
              <a:t>Scale and improve the speed at which ingestion processing happens up to 2x the current speed.</a:t>
            </a:r>
            <a:endParaRPr>
              <a:latin typeface="DM Sans Light"/>
              <a:ea typeface="DM Sans Light"/>
              <a:cs typeface="DM Sans Light"/>
              <a:sym typeface="DM Sans Light"/>
            </a:endParaRPr>
          </a:p>
        </p:txBody>
      </p:sp>
      <p:sp>
        <p:nvSpPr>
          <p:cNvPr id="620" name="Google Shape;620;p72"/>
          <p:cNvSpPr txBox="1"/>
          <p:nvPr>
            <p:ph idx="7" type="subTitle"/>
          </p:nvPr>
        </p:nvSpPr>
        <p:spPr>
          <a:xfrm>
            <a:off x="7134274" y="2787029"/>
            <a:ext cx="16458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Ingestion Capabilities</a:t>
            </a:r>
            <a:endParaRPr/>
          </a:p>
        </p:txBody>
      </p:sp>
      <p:sp>
        <p:nvSpPr>
          <p:cNvPr id="621" name="Google Shape;621;p72"/>
          <p:cNvSpPr txBox="1"/>
          <p:nvPr>
            <p:ph idx="8" type="body"/>
          </p:nvPr>
        </p:nvSpPr>
        <p:spPr>
          <a:xfrm>
            <a:off x="363925" y="3561350"/>
            <a:ext cx="1645800" cy="99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">
                <a:latin typeface="DM Sans Light"/>
                <a:ea typeface="DM Sans Light"/>
                <a:cs typeface="DM Sans Light"/>
                <a:sym typeface="DM Sans Light"/>
              </a:rPr>
              <a:t>Achieve an average RAG response precision score of over 95% on user-uploaded data.</a:t>
            </a:r>
            <a:endParaRPr>
              <a:latin typeface="DM Sans Light"/>
              <a:ea typeface="DM Sans Light"/>
              <a:cs typeface="DM Sans Light"/>
              <a:sym typeface="DM Sans Light"/>
            </a:endParaRPr>
          </a:p>
        </p:txBody>
      </p:sp>
      <p:sp>
        <p:nvSpPr>
          <p:cNvPr id="622" name="Google Shape;622;p72"/>
          <p:cNvSpPr txBox="1"/>
          <p:nvPr>
            <p:ph idx="9" type="subTitle"/>
          </p:nvPr>
        </p:nvSpPr>
        <p:spPr>
          <a:xfrm>
            <a:off x="363933" y="2787029"/>
            <a:ext cx="16458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Precision</a:t>
            </a:r>
            <a:endParaRPr/>
          </a:p>
        </p:txBody>
      </p:sp>
      <p:sp>
        <p:nvSpPr>
          <p:cNvPr id="623" name="Google Shape;623;p72"/>
          <p:cNvSpPr txBox="1"/>
          <p:nvPr>
            <p:ph idx="13" type="subTitle"/>
          </p:nvPr>
        </p:nvSpPr>
        <p:spPr>
          <a:xfrm>
            <a:off x="2490450" y="732775"/>
            <a:ext cx="4163100" cy="1539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OBJECTIVES</a:t>
            </a:r>
            <a:endParaRPr/>
          </a:p>
        </p:txBody>
      </p:sp>
      <p:sp>
        <p:nvSpPr>
          <p:cNvPr id="624" name="Google Shape;624;p72"/>
          <p:cNvSpPr txBox="1"/>
          <p:nvPr>
            <p:ph type="title"/>
          </p:nvPr>
        </p:nvSpPr>
        <p:spPr>
          <a:xfrm>
            <a:off x="561975" y="1250450"/>
            <a:ext cx="8020200" cy="99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 be </a:t>
            </a:r>
            <a:r>
              <a:rPr lang="en">
                <a:solidFill>
                  <a:schemeClr val="accent1"/>
                </a:solidFill>
              </a:rPr>
              <a:t>recognized</a:t>
            </a:r>
            <a:r>
              <a:rPr lang="en"/>
              <a:t> as the industry's most </a:t>
            </a:r>
            <a:r>
              <a:rPr i="1" lang="en"/>
              <a:t>intelligent</a:t>
            </a:r>
            <a:r>
              <a:rPr lang="en"/>
              <a:t>, </a:t>
            </a:r>
            <a:r>
              <a:rPr i="1" lang="en"/>
              <a:t>precise</a:t>
            </a:r>
            <a:r>
              <a:rPr lang="en"/>
              <a:t>, and </a:t>
            </a:r>
            <a:r>
              <a:rPr i="1" lang="en"/>
              <a:t>trusted</a:t>
            </a:r>
            <a:r>
              <a:rPr lang="en"/>
              <a:t> Retrieval-Augmented Generation (</a:t>
            </a:r>
            <a:r>
              <a:rPr lang="en">
                <a:solidFill>
                  <a:schemeClr val="accent1"/>
                </a:solidFill>
              </a:rPr>
              <a:t>RAG</a:t>
            </a:r>
            <a:r>
              <a:rPr lang="en"/>
              <a:t>) system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73"/>
          <p:cNvSpPr/>
          <p:nvPr/>
        </p:nvSpPr>
        <p:spPr>
          <a:xfrm>
            <a:off x="3381225" y="1973300"/>
            <a:ext cx="2294400" cy="2905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30" name="Google Shape;630;p73"/>
          <p:cNvSpPr/>
          <p:nvPr/>
        </p:nvSpPr>
        <p:spPr>
          <a:xfrm>
            <a:off x="5660575" y="1973300"/>
            <a:ext cx="2294400" cy="2905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31" name="Google Shape;631;p73"/>
          <p:cNvSpPr/>
          <p:nvPr/>
        </p:nvSpPr>
        <p:spPr>
          <a:xfrm>
            <a:off x="1095150" y="1973200"/>
            <a:ext cx="2294400" cy="2905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cxnSp>
        <p:nvCxnSpPr>
          <p:cNvPr id="632" name="Google Shape;632;p73"/>
          <p:cNvCxnSpPr/>
          <p:nvPr/>
        </p:nvCxnSpPr>
        <p:spPr>
          <a:xfrm>
            <a:off x="7944638" y="2261682"/>
            <a:ext cx="0" cy="22497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3" name="Google Shape;633;p73"/>
          <p:cNvCxnSpPr/>
          <p:nvPr/>
        </p:nvCxnSpPr>
        <p:spPr>
          <a:xfrm>
            <a:off x="5660561" y="2261682"/>
            <a:ext cx="0" cy="22497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4" name="Google Shape;634;p73"/>
          <p:cNvCxnSpPr/>
          <p:nvPr/>
        </p:nvCxnSpPr>
        <p:spPr>
          <a:xfrm>
            <a:off x="3381206" y="2261682"/>
            <a:ext cx="0" cy="22497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35" name="Google Shape;635;p73"/>
          <p:cNvSpPr txBox="1"/>
          <p:nvPr>
            <p:ph idx="5" type="body"/>
          </p:nvPr>
        </p:nvSpPr>
        <p:spPr>
          <a:xfrm>
            <a:off x="5726900" y="2754425"/>
            <a:ext cx="2067000" cy="16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Libre Baskerville"/>
              <a:buChar char="-"/>
            </a:pPr>
            <a:r>
              <a:rPr lang="en">
                <a:latin typeface="Libre Baskerville"/>
                <a:ea typeface="Libre Baskerville"/>
                <a:cs typeface="Libre Baskerville"/>
                <a:sym typeface="Libre Baskerville"/>
              </a:rPr>
              <a:t>Enhanced question understanding</a:t>
            </a:r>
            <a:endParaRPr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Libre Baskerville"/>
              <a:buChar char="-"/>
            </a:pPr>
            <a:r>
              <a:rPr lang="en">
                <a:latin typeface="Libre Baskerville"/>
                <a:ea typeface="Libre Baskerville"/>
                <a:cs typeface="Libre Baskerville"/>
                <a:sym typeface="Libre Baskerville"/>
              </a:rPr>
              <a:t>More precise selection of relevant text fragments</a:t>
            </a:r>
            <a:endParaRPr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Libre Baskerville"/>
              <a:buChar char="-"/>
            </a:pPr>
            <a:r>
              <a:rPr lang="en">
                <a:latin typeface="Libre Baskerville"/>
                <a:ea typeface="Libre Baskerville"/>
                <a:cs typeface="Libre Baskerville"/>
                <a:sym typeface="Libre Baskerville"/>
              </a:rPr>
              <a:t>Clearer and more controlled answer generation</a:t>
            </a:r>
            <a:endParaRPr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Libre Baskerville"/>
              <a:buChar char="-"/>
            </a:pPr>
            <a:r>
              <a:rPr lang="en">
                <a:latin typeface="Libre Baskerville"/>
                <a:ea typeface="Libre Baskerville"/>
                <a:cs typeface="Libre Baskerville"/>
                <a:sym typeface="Libre Baskerville"/>
              </a:rPr>
              <a:t>Performance is systematically measured and monitored</a:t>
            </a:r>
            <a:endParaRPr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0" lvl="0" marL="0" rtl="0" algn="l">
              <a:spcBef>
                <a:spcPts val="0"/>
              </a:spcBef>
              <a:spcAft>
                <a:spcPts val="800"/>
              </a:spcAft>
              <a:buNone/>
            </a:pPr>
            <a:r>
              <a:t/>
            </a:r>
            <a:endParaRPr sz="900"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636" name="Google Shape;636;p73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37" name="Google Shape;637;p73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ibre Baskerville"/>
                <a:ea typeface="Libre Baskerville"/>
                <a:cs typeface="Libre Baskerville"/>
                <a:sym typeface="Libre Baskerville"/>
              </a:rPr>
              <a:t>Nara</a:t>
            </a:r>
            <a:endParaRPr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638" name="Google Shape;638;p73"/>
          <p:cNvSpPr txBox="1"/>
          <p:nvPr>
            <p:ph idx="8" type="body"/>
          </p:nvPr>
        </p:nvSpPr>
        <p:spPr>
          <a:xfrm>
            <a:off x="3441800" y="2754425"/>
            <a:ext cx="2126400" cy="16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Libre Baskerville"/>
              <a:buChar char="-"/>
            </a:pPr>
            <a:r>
              <a:rPr lang="en">
                <a:latin typeface="Libre Baskerville"/>
                <a:ea typeface="Libre Baskerville"/>
                <a:cs typeface="Libre Baskerville"/>
                <a:sym typeface="Libre Baskerville"/>
              </a:rPr>
              <a:t>Enhanced question understanding</a:t>
            </a:r>
            <a:endParaRPr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Libre Baskerville"/>
              <a:buChar char="-"/>
            </a:pPr>
            <a:r>
              <a:rPr lang="en">
                <a:latin typeface="Libre Baskerville"/>
                <a:ea typeface="Libre Baskerville"/>
                <a:cs typeface="Libre Baskerville"/>
                <a:sym typeface="Libre Baskerville"/>
              </a:rPr>
              <a:t>More precise selection of relevant text fragments</a:t>
            </a:r>
            <a:endParaRPr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Libre Baskerville"/>
              <a:buChar char="-"/>
            </a:pPr>
            <a:r>
              <a:rPr lang="en">
                <a:latin typeface="Libre Baskerville"/>
                <a:ea typeface="Libre Baskerville"/>
                <a:cs typeface="Libre Baskerville"/>
                <a:sym typeface="Libre Baskerville"/>
              </a:rPr>
              <a:t>Clearer and more controlled answer generation</a:t>
            </a:r>
            <a:endParaRPr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Libre Baskerville"/>
              <a:buChar char="-"/>
            </a:pPr>
            <a:r>
              <a:rPr lang="en">
                <a:latin typeface="Libre Baskerville"/>
                <a:ea typeface="Libre Baskerville"/>
                <a:cs typeface="Libre Baskerville"/>
                <a:sym typeface="Libre Baskerville"/>
              </a:rPr>
              <a:t>Performance is systematically measured and monitored</a:t>
            </a:r>
            <a:endParaRPr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0" lvl="0" marL="0" rtl="0" algn="l">
              <a:spcBef>
                <a:spcPts val="0"/>
              </a:spcBef>
              <a:spcAft>
                <a:spcPts val="800"/>
              </a:spcAft>
              <a:buNone/>
            </a:pPr>
            <a:r>
              <a:t/>
            </a:r>
            <a:endParaRPr sz="900"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639" name="Google Shape;639;p73"/>
          <p:cNvSpPr txBox="1"/>
          <p:nvPr>
            <p:ph idx="6" type="subTitle"/>
          </p:nvPr>
        </p:nvSpPr>
        <p:spPr>
          <a:xfrm>
            <a:off x="5987225" y="2109270"/>
            <a:ext cx="1645800" cy="1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640" name="Google Shape;640;p73"/>
          <p:cNvSpPr txBox="1"/>
          <p:nvPr>
            <p:ph idx="14" type="body"/>
          </p:nvPr>
        </p:nvSpPr>
        <p:spPr>
          <a:xfrm>
            <a:off x="1196802" y="2754425"/>
            <a:ext cx="1902300" cy="16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Libre Baskerville"/>
              <a:buChar char="-"/>
            </a:pPr>
            <a:r>
              <a:rPr b="1" lang="en">
                <a:latin typeface="Libre Baskerville"/>
                <a:ea typeface="Libre Baskerville"/>
                <a:cs typeface="Libre Baskerville"/>
                <a:sym typeface="Libre Baskerville"/>
              </a:rPr>
              <a:t>Relevant fragments were identified, but not always the most optimal ones</a:t>
            </a:r>
            <a:endParaRPr b="1"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Libre Baskerville"/>
              <a:buChar char="-"/>
            </a:pPr>
            <a:r>
              <a:rPr b="1" lang="en">
                <a:latin typeface="Libre Baskerville"/>
                <a:ea typeface="Libre Baskerville"/>
                <a:cs typeface="Libre Baskerville"/>
                <a:sym typeface="Libre Baskerville"/>
              </a:rPr>
              <a:t>Generated answers could be vague or inconsistent</a:t>
            </a:r>
            <a:endParaRPr b="1"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Libre Baskerville"/>
              <a:buChar char="-"/>
            </a:pPr>
            <a:r>
              <a:rPr b="1" lang="en">
                <a:latin typeface="Libre Baskerville"/>
                <a:ea typeface="Libre Baskerville"/>
                <a:cs typeface="Libre Baskerville"/>
                <a:sym typeface="Libre Baskerville"/>
              </a:rPr>
              <a:t>Response time increased with the size of the document collection</a:t>
            </a:r>
            <a:endParaRPr b="1"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0" lvl="0" marL="0" rtl="0" algn="l">
              <a:spcBef>
                <a:spcPts val="0"/>
              </a:spcBef>
              <a:spcAft>
                <a:spcPts val="800"/>
              </a:spcAft>
              <a:buNone/>
            </a:pPr>
            <a:r>
              <a:t/>
            </a:r>
            <a:endParaRPr b="1"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641" name="Google Shape;641;p73"/>
          <p:cNvSpPr txBox="1"/>
          <p:nvPr>
            <p:ph idx="7" type="subTitle"/>
          </p:nvPr>
        </p:nvSpPr>
        <p:spPr>
          <a:xfrm>
            <a:off x="5979688" y="2356920"/>
            <a:ext cx="16458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ibre Baskerville"/>
                <a:ea typeface="Libre Baskerville"/>
                <a:cs typeface="Libre Baskerville"/>
                <a:sym typeface="Libre Baskerville"/>
              </a:rPr>
              <a:t>Transition to Cloud Infrastructure</a:t>
            </a:r>
            <a:endParaRPr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642" name="Google Shape;642;p73"/>
          <p:cNvSpPr txBox="1"/>
          <p:nvPr>
            <p:ph idx="9" type="subTitle"/>
          </p:nvPr>
        </p:nvSpPr>
        <p:spPr>
          <a:xfrm>
            <a:off x="3697988" y="2121920"/>
            <a:ext cx="1645800" cy="1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643" name="Google Shape;643;p73"/>
          <p:cNvSpPr txBox="1"/>
          <p:nvPr>
            <p:ph idx="13" type="subTitle"/>
          </p:nvPr>
        </p:nvSpPr>
        <p:spPr>
          <a:xfrm>
            <a:off x="3697988" y="2356920"/>
            <a:ext cx="16458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ibre Baskerville"/>
                <a:ea typeface="Libre Baskerville"/>
                <a:cs typeface="Libre Baskerville"/>
                <a:sym typeface="Libre Baskerville"/>
              </a:rPr>
              <a:t>Implemented Improvements</a:t>
            </a:r>
            <a:endParaRPr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644" name="Google Shape;644;p73"/>
          <p:cNvSpPr txBox="1"/>
          <p:nvPr>
            <p:ph idx="15" type="subTitle"/>
          </p:nvPr>
        </p:nvSpPr>
        <p:spPr>
          <a:xfrm>
            <a:off x="1457063" y="2121920"/>
            <a:ext cx="1645800" cy="1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645" name="Google Shape;645;p73"/>
          <p:cNvSpPr txBox="1"/>
          <p:nvPr>
            <p:ph idx="16" type="subTitle"/>
          </p:nvPr>
        </p:nvSpPr>
        <p:spPr>
          <a:xfrm>
            <a:off x="1457063" y="2356922"/>
            <a:ext cx="1645800" cy="39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ibre Baskerville"/>
                <a:ea typeface="Libre Baskerville"/>
                <a:cs typeface="Libre Baskerville"/>
                <a:sym typeface="Libre Baskerville"/>
              </a:rPr>
              <a:t>Initial System Behavior</a:t>
            </a:r>
            <a:endParaRPr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646" name="Google Shape;646;p73"/>
          <p:cNvSpPr txBox="1"/>
          <p:nvPr>
            <p:ph type="title"/>
          </p:nvPr>
        </p:nvSpPr>
        <p:spPr>
          <a:xfrm>
            <a:off x="1359600" y="638057"/>
            <a:ext cx="63309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ibre Baskerville"/>
                <a:ea typeface="Libre Baskerville"/>
                <a:cs typeface="Libre Baskerville"/>
                <a:sym typeface="Libre Baskerville"/>
              </a:rPr>
              <a:t>RAG Improvements and Final Infrastructure</a:t>
            </a:r>
            <a:endParaRPr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74"/>
          <p:cNvSpPr/>
          <p:nvPr/>
        </p:nvSpPr>
        <p:spPr>
          <a:xfrm>
            <a:off x="50" y="2314800"/>
            <a:ext cx="9144000" cy="2236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52" name="Google Shape;652;p74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53" name="Google Shape;653;p74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ibre Baskerville"/>
                <a:ea typeface="Libre Baskerville"/>
                <a:cs typeface="Libre Baskerville"/>
                <a:sym typeface="Libre Baskerville"/>
              </a:rPr>
              <a:t>Nara</a:t>
            </a:r>
            <a:endParaRPr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654" name="Google Shape;654;p74"/>
          <p:cNvSpPr txBox="1"/>
          <p:nvPr>
            <p:ph idx="2" type="body"/>
          </p:nvPr>
        </p:nvSpPr>
        <p:spPr>
          <a:xfrm>
            <a:off x="361975" y="3231275"/>
            <a:ext cx="1457400" cy="10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Teachers, lecturers, and instructors managing large volumes of teaching materials. Value accuracy, time savings, and clarity.</a:t>
            </a:r>
            <a:endParaRPr/>
          </a:p>
        </p:txBody>
      </p:sp>
      <p:sp>
        <p:nvSpPr>
          <p:cNvPr id="655" name="Google Shape;655;p74"/>
          <p:cNvSpPr txBox="1"/>
          <p:nvPr>
            <p:ph idx="3" type="subTitle"/>
          </p:nvPr>
        </p:nvSpPr>
        <p:spPr>
          <a:xfrm>
            <a:off x="361975" y="2556804"/>
            <a:ext cx="14574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Libre Baskerville"/>
                <a:ea typeface="Libre Baskerville"/>
                <a:cs typeface="Libre Baskerville"/>
                <a:sym typeface="Libre Baskerville"/>
              </a:rPr>
              <a:t>Individual Educators</a:t>
            </a:r>
            <a:endParaRPr sz="1200"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656" name="Google Shape;656;p74"/>
          <p:cNvSpPr txBox="1"/>
          <p:nvPr>
            <p:ph idx="4" type="subTitle"/>
          </p:nvPr>
        </p:nvSpPr>
        <p:spPr>
          <a:xfrm>
            <a:off x="2490450" y="732775"/>
            <a:ext cx="4163100" cy="1539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CUSTOMER SEGMENTS</a:t>
            </a:r>
            <a:endParaRPr/>
          </a:p>
        </p:txBody>
      </p:sp>
      <p:sp>
        <p:nvSpPr>
          <p:cNvPr id="657" name="Google Shape;657;p74"/>
          <p:cNvSpPr txBox="1"/>
          <p:nvPr>
            <p:ph type="title"/>
          </p:nvPr>
        </p:nvSpPr>
        <p:spPr>
          <a:xfrm>
            <a:off x="1938175" y="988550"/>
            <a:ext cx="52677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ibre Baskerville"/>
                <a:ea typeface="Libre Baskerville"/>
                <a:cs typeface="Libre Baskerville"/>
                <a:sym typeface="Libre Baskerville"/>
              </a:rPr>
              <a:t>Define your target audiences and how you’ll speak to them</a:t>
            </a:r>
            <a:endParaRPr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658" name="Google Shape;658;p74"/>
          <p:cNvSpPr txBox="1"/>
          <p:nvPr>
            <p:ph idx="15" type="body"/>
          </p:nvPr>
        </p:nvSpPr>
        <p:spPr>
          <a:xfrm>
            <a:off x="7319275" y="3231275"/>
            <a:ext cx="1457400" cy="10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Technical teams embedding AI knowledge retrieval into products.</a:t>
            </a:r>
            <a:endParaRPr/>
          </a:p>
        </p:txBody>
      </p:sp>
      <p:sp>
        <p:nvSpPr>
          <p:cNvPr id="659" name="Google Shape;659;p74"/>
          <p:cNvSpPr txBox="1"/>
          <p:nvPr>
            <p:ph idx="6" type="body"/>
          </p:nvPr>
        </p:nvSpPr>
        <p:spPr>
          <a:xfrm>
            <a:off x="2101300" y="3231275"/>
            <a:ext cx="1457400" cy="10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Academics working with dense, citation-heavy knowledge. Care about source grounding, traceability, and synthesis.</a:t>
            </a:r>
            <a:endParaRPr/>
          </a:p>
        </p:txBody>
      </p:sp>
      <p:sp>
        <p:nvSpPr>
          <p:cNvPr id="660" name="Google Shape;660;p74"/>
          <p:cNvSpPr txBox="1"/>
          <p:nvPr>
            <p:ph idx="7" type="body"/>
          </p:nvPr>
        </p:nvSpPr>
        <p:spPr>
          <a:xfrm>
            <a:off x="3840625" y="3231275"/>
            <a:ext cx="1457400" cy="10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Institutions seeking consistent access to shared knowledge across faculty and departments. Prioritize governance, reliability, and scalability. </a:t>
            </a:r>
            <a:endParaRPr/>
          </a:p>
        </p:txBody>
      </p:sp>
      <p:sp>
        <p:nvSpPr>
          <p:cNvPr id="661" name="Google Shape;661;p74"/>
          <p:cNvSpPr txBox="1"/>
          <p:nvPr>
            <p:ph idx="8" type="body"/>
          </p:nvPr>
        </p:nvSpPr>
        <p:spPr>
          <a:xfrm>
            <a:off x="5579950" y="3488375"/>
            <a:ext cx="1457400" cy="82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Organizations producing and maintaining educational content at scale</a:t>
            </a:r>
            <a:endParaRPr/>
          </a:p>
        </p:txBody>
      </p:sp>
      <p:sp>
        <p:nvSpPr>
          <p:cNvPr id="662" name="Google Shape;662;p74"/>
          <p:cNvSpPr txBox="1"/>
          <p:nvPr>
            <p:ph idx="5" type="subTitle"/>
          </p:nvPr>
        </p:nvSpPr>
        <p:spPr>
          <a:xfrm>
            <a:off x="7319275" y="2556804"/>
            <a:ext cx="14574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Libre Baskerville"/>
                <a:ea typeface="Libre Baskerville"/>
                <a:cs typeface="Libre Baskerville"/>
                <a:sym typeface="Libre Baskerville"/>
              </a:rPr>
              <a:t>EdTech Developers &amp; Integrators</a:t>
            </a:r>
            <a:endParaRPr sz="1200"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663" name="Google Shape;663;p74"/>
          <p:cNvSpPr txBox="1"/>
          <p:nvPr>
            <p:ph idx="14" type="subTitle"/>
          </p:nvPr>
        </p:nvSpPr>
        <p:spPr>
          <a:xfrm>
            <a:off x="5579950" y="2556804"/>
            <a:ext cx="14574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Libre Baskerville"/>
                <a:ea typeface="Libre Baskerville"/>
                <a:cs typeface="Libre Baskerville"/>
                <a:sym typeface="Libre Baskerville"/>
              </a:rPr>
              <a:t>Training Providers &amp; Learning Platforms</a:t>
            </a:r>
            <a:endParaRPr sz="1200"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664" name="Google Shape;664;p74"/>
          <p:cNvSpPr txBox="1"/>
          <p:nvPr>
            <p:ph idx="9" type="subTitle"/>
          </p:nvPr>
        </p:nvSpPr>
        <p:spPr>
          <a:xfrm>
            <a:off x="2101300" y="2556804"/>
            <a:ext cx="14574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Libre Baskerville"/>
                <a:ea typeface="Libre Baskerville"/>
                <a:cs typeface="Libre Baskerville"/>
                <a:sym typeface="Libre Baskerville"/>
              </a:rPr>
              <a:t>Scholars &amp; Researchers</a:t>
            </a:r>
            <a:endParaRPr sz="1200"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665" name="Google Shape;665;p74"/>
          <p:cNvSpPr txBox="1"/>
          <p:nvPr>
            <p:ph idx="13" type="subTitle"/>
          </p:nvPr>
        </p:nvSpPr>
        <p:spPr>
          <a:xfrm>
            <a:off x="3840625" y="2556804"/>
            <a:ext cx="14574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Libre Baskerville"/>
                <a:ea typeface="Libre Baskerville"/>
                <a:cs typeface="Libre Baskerville"/>
                <a:sym typeface="Libre Baskerville"/>
              </a:rPr>
              <a:t>Schools &amp; Universities</a:t>
            </a:r>
            <a:endParaRPr sz="1200"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A chart comparing the features, strengths, and weaknesses of competing products and services. " id="670" name="Google Shape;670;p75"/>
          <p:cNvSpPr/>
          <p:nvPr/>
        </p:nvSpPr>
        <p:spPr>
          <a:xfrm>
            <a:off x="-18500" y="1905000"/>
            <a:ext cx="9168000" cy="43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71" name="Google Shape;671;p75"/>
          <p:cNvSpPr/>
          <p:nvPr/>
        </p:nvSpPr>
        <p:spPr>
          <a:xfrm>
            <a:off x="-18500" y="2340899"/>
            <a:ext cx="9168000" cy="92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72" name="Google Shape;672;p75"/>
          <p:cNvSpPr/>
          <p:nvPr/>
        </p:nvSpPr>
        <p:spPr>
          <a:xfrm>
            <a:off x="-18500" y="3267675"/>
            <a:ext cx="9168000" cy="9378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73" name="Google Shape;673;p75"/>
          <p:cNvSpPr/>
          <p:nvPr/>
        </p:nvSpPr>
        <p:spPr>
          <a:xfrm>
            <a:off x="-18500" y="4204675"/>
            <a:ext cx="9168000" cy="938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74" name="Google Shape;674;p75"/>
          <p:cNvSpPr txBox="1"/>
          <p:nvPr/>
        </p:nvSpPr>
        <p:spPr>
          <a:xfrm>
            <a:off x="1260725" y="1895400"/>
            <a:ext cx="1891500" cy="43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rPr>
              <a:t>ChatGPT</a:t>
            </a:r>
            <a:endParaRPr sz="900">
              <a:solidFill>
                <a:schemeClr val="dk1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675" name="Google Shape;675;p75"/>
          <p:cNvSpPr txBox="1"/>
          <p:nvPr/>
        </p:nvSpPr>
        <p:spPr>
          <a:xfrm>
            <a:off x="3140340" y="1895400"/>
            <a:ext cx="1891500" cy="43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rPr>
              <a:t>Notion AI</a:t>
            </a:r>
            <a:endParaRPr sz="900">
              <a:solidFill>
                <a:schemeClr val="dk1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676" name="Google Shape;676;p75"/>
          <p:cNvSpPr txBox="1"/>
          <p:nvPr/>
        </p:nvSpPr>
        <p:spPr>
          <a:xfrm>
            <a:off x="5022965" y="1895400"/>
            <a:ext cx="1891500" cy="43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rPr>
              <a:t>Perplexity AI</a:t>
            </a:r>
            <a:endParaRPr sz="900">
              <a:solidFill>
                <a:schemeClr val="dk1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677" name="Google Shape;677;p75"/>
          <p:cNvSpPr txBox="1"/>
          <p:nvPr/>
        </p:nvSpPr>
        <p:spPr>
          <a:xfrm>
            <a:off x="6904090" y="1895400"/>
            <a:ext cx="1891500" cy="43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rPr>
              <a:t>Elicit (by Ought)</a:t>
            </a:r>
            <a:endParaRPr sz="900">
              <a:solidFill>
                <a:schemeClr val="dk1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678" name="Google Shape;678;p75"/>
          <p:cNvSpPr txBox="1"/>
          <p:nvPr/>
        </p:nvSpPr>
        <p:spPr>
          <a:xfrm>
            <a:off x="287400" y="2331300"/>
            <a:ext cx="980700" cy="9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182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FEATURES</a:t>
            </a:r>
            <a:endParaRPr sz="9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79" name="Google Shape;679;p75"/>
          <p:cNvSpPr txBox="1"/>
          <p:nvPr/>
        </p:nvSpPr>
        <p:spPr>
          <a:xfrm>
            <a:off x="287400" y="3268625"/>
            <a:ext cx="980700" cy="9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182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STRENGTHS</a:t>
            </a:r>
            <a:endParaRPr sz="9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80" name="Google Shape;680;p75"/>
          <p:cNvSpPr txBox="1"/>
          <p:nvPr/>
        </p:nvSpPr>
        <p:spPr>
          <a:xfrm>
            <a:off x="287400" y="4205825"/>
            <a:ext cx="980700" cy="9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182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WEAKNESSES</a:t>
            </a:r>
            <a:endParaRPr sz="9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81" name="Google Shape;681;p75"/>
          <p:cNvSpPr txBox="1"/>
          <p:nvPr/>
        </p:nvSpPr>
        <p:spPr>
          <a:xfrm>
            <a:off x="6800450" y="2331300"/>
            <a:ext cx="2098800" cy="9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182875">
            <a:noAutofit/>
          </a:bodyPr>
          <a:lstStyle/>
          <a:p>
            <a:pPr indent="-102870" lvl="0" marL="13716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Char char="●"/>
            </a:pPr>
            <a:r>
              <a:rPr lang="en" sz="9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AI-assisted academic paper analysis</a:t>
            </a:r>
            <a:endParaRPr sz="9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102870" lvl="0" marL="13716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Char char="●"/>
            </a:pPr>
            <a:r>
              <a:rPr lang="en" sz="9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Literature review automation</a:t>
            </a:r>
            <a:endParaRPr sz="9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102870" lvl="0" marL="13716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Char char="●"/>
            </a:pPr>
            <a:r>
              <a:rPr lang="en" sz="9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Research question exploration</a:t>
            </a:r>
            <a:endParaRPr sz="9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82" name="Google Shape;682;p75"/>
          <p:cNvSpPr txBox="1"/>
          <p:nvPr/>
        </p:nvSpPr>
        <p:spPr>
          <a:xfrm>
            <a:off x="6800450" y="3268625"/>
            <a:ext cx="2098800" cy="9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182875">
            <a:noAutofit/>
          </a:bodyPr>
          <a:lstStyle/>
          <a:p>
            <a:pPr indent="-102870" lvl="0" marL="13716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"/>
              <a:buChar char="●"/>
            </a:pPr>
            <a:r>
              <a:rPr lang="en"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Deep focus on academic research</a:t>
            </a:r>
            <a:endParaRPr sz="9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102870" lvl="0" marL="13716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"/>
              <a:buChar char="●"/>
            </a:pPr>
            <a:r>
              <a:rPr lang="en"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Strong paper-level extraction and comparison</a:t>
            </a:r>
            <a:endParaRPr sz="9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102870" lvl="0" marL="13716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"/>
              <a:buChar char="●"/>
            </a:pPr>
            <a:r>
              <a:rPr lang="en"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Trusted in research communities</a:t>
            </a:r>
            <a:endParaRPr sz="9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83" name="Google Shape;683;p75"/>
          <p:cNvSpPr txBox="1"/>
          <p:nvPr/>
        </p:nvSpPr>
        <p:spPr>
          <a:xfrm>
            <a:off x="6800450" y="4205950"/>
            <a:ext cx="2098800" cy="9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182875">
            <a:noAutofit/>
          </a:bodyPr>
          <a:lstStyle/>
          <a:p>
            <a:pPr indent="-102870" lvl="0" marL="13716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Char char="●"/>
            </a:pPr>
            <a:r>
              <a:rPr lang="en" sz="9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Narrow use case (research only)</a:t>
            </a:r>
            <a:endParaRPr sz="9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102870" lvl="0" marL="13716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Char char="●"/>
            </a:pPr>
            <a:r>
              <a:rPr lang="en" sz="9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Not suitable for educators, courses, or internal knowledge</a:t>
            </a:r>
            <a:endParaRPr sz="9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102870" lvl="0" marL="13716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Char char="●"/>
            </a:pPr>
            <a:r>
              <a:rPr lang="en" sz="9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Limited extensibility beyond papers</a:t>
            </a:r>
            <a:endParaRPr sz="9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84" name="Google Shape;684;p75"/>
          <p:cNvSpPr txBox="1"/>
          <p:nvPr/>
        </p:nvSpPr>
        <p:spPr>
          <a:xfrm>
            <a:off x="3141850" y="2331300"/>
            <a:ext cx="1802700" cy="9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182875">
            <a:noAutofit/>
          </a:bodyPr>
          <a:lstStyle/>
          <a:p>
            <a:pPr indent="-102870" lvl="0" marL="13716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Char char="●"/>
            </a:pPr>
            <a:r>
              <a:rPr lang="en" sz="9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AI-assisted notes and documents</a:t>
            </a:r>
            <a:endParaRPr sz="9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102870" lvl="0" marL="13716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Char char="●"/>
            </a:pPr>
            <a:r>
              <a:rPr lang="en" sz="9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Workspace-level knowledge organization</a:t>
            </a:r>
            <a:endParaRPr sz="9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85" name="Google Shape;685;p75"/>
          <p:cNvSpPr txBox="1"/>
          <p:nvPr/>
        </p:nvSpPr>
        <p:spPr>
          <a:xfrm>
            <a:off x="3141850" y="3268625"/>
            <a:ext cx="1802700" cy="9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182875">
            <a:noAutofit/>
          </a:bodyPr>
          <a:lstStyle/>
          <a:p>
            <a:pPr indent="-102870" lvl="0" marL="13716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"/>
              <a:buChar char="●"/>
            </a:pPr>
            <a:r>
              <a:rPr lang="en"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Excellent UX and adoption in education teams</a:t>
            </a:r>
            <a:endParaRPr sz="9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102870" lvl="0" marL="13716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"/>
              <a:buChar char="●"/>
            </a:pPr>
            <a:r>
              <a:rPr lang="en"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Strong document organization and sharing</a:t>
            </a:r>
            <a:endParaRPr sz="9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86" name="Google Shape;686;p75"/>
          <p:cNvSpPr txBox="1"/>
          <p:nvPr/>
        </p:nvSpPr>
        <p:spPr>
          <a:xfrm>
            <a:off x="3141850" y="4205950"/>
            <a:ext cx="2025600" cy="9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182875">
            <a:noAutofit/>
          </a:bodyPr>
          <a:lstStyle/>
          <a:p>
            <a:pPr indent="-102870" lvl="0" marL="13716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Char char="●"/>
            </a:pPr>
            <a:r>
              <a:rPr lang="en" sz="9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Shallow retrieval for large or complex corpora</a:t>
            </a:r>
            <a:endParaRPr sz="9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102870" lvl="0" marL="13716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Char char="●"/>
            </a:pPr>
            <a:r>
              <a:rPr lang="en" sz="9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Weak citation grounding and source traceability</a:t>
            </a:r>
            <a:endParaRPr sz="9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102870" lvl="0" marL="13716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Char char="●"/>
            </a:pPr>
            <a:r>
              <a:rPr lang="en" sz="9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AI is secondary</a:t>
            </a:r>
            <a:endParaRPr sz="9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87" name="Google Shape;687;p75"/>
          <p:cNvSpPr txBox="1"/>
          <p:nvPr/>
        </p:nvSpPr>
        <p:spPr>
          <a:xfrm>
            <a:off x="5031850" y="2331300"/>
            <a:ext cx="1802700" cy="9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182875">
            <a:noAutofit/>
          </a:bodyPr>
          <a:lstStyle/>
          <a:p>
            <a:pPr indent="-102870" lvl="0" marL="13716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Char char="●"/>
            </a:pPr>
            <a:r>
              <a:rPr lang="en" sz="9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AI-powered search with citations</a:t>
            </a:r>
            <a:endParaRPr sz="9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102870" lvl="0" marL="13716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Char char="●"/>
            </a:pPr>
            <a:r>
              <a:rPr lang="en" sz="9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Web and document-based Q&amp;A</a:t>
            </a:r>
            <a:endParaRPr sz="9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102870" lvl="0" marL="13716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Char char="●"/>
            </a:pPr>
            <a:r>
              <a:rPr lang="en" sz="9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Fast information discovery</a:t>
            </a:r>
            <a:endParaRPr sz="9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88" name="Google Shape;688;p75"/>
          <p:cNvSpPr txBox="1"/>
          <p:nvPr/>
        </p:nvSpPr>
        <p:spPr>
          <a:xfrm>
            <a:off x="5031850" y="3268625"/>
            <a:ext cx="1802700" cy="9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182875">
            <a:noAutofit/>
          </a:bodyPr>
          <a:lstStyle/>
          <a:p>
            <a:pPr indent="-102870" lvl="0" marL="13716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"/>
              <a:buChar char="●"/>
            </a:pPr>
            <a:r>
              <a:rPr lang="en"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Strong retrieval + citation model</a:t>
            </a:r>
            <a:endParaRPr sz="9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102870" lvl="0" marL="13716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"/>
              <a:buChar char="●"/>
            </a:pPr>
            <a:r>
              <a:rPr lang="en"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Great for research discovery</a:t>
            </a:r>
            <a:endParaRPr sz="9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102870" lvl="0" marL="13716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"/>
              <a:buChar char="●"/>
            </a:pPr>
            <a:r>
              <a:rPr lang="en"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Simple, fast user experience</a:t>
            </a:r>
            <a:endParaRPr sz="9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89" name="Google Shape;689;p75"/>
          <p:cNvSpPr txBox="1"/>
          <p:nvPr/>
        </p:nvSpPr>
        <p:spPr>
          <a:xfrm>
            <a:off x="5031850" y="4205950"/>
            <a:ext cx="1802700" cy="9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182875">
            <a:noAutofit/>
          </a:bodyPr>
          <a:lstStyle/>
          <a:p>
            <a:pPr indent="-102870" lvl="0" marL="13716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Char char="●"/>
            </a:pPr>
            <a:r>
              <a:rPr lang="en" sz="9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Optimized for search, not knowledge ownership</a:t>
            </a:r>
            <a:endParaRPr sz="9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102870" lvl="0" marL="13716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Char char="●"/>
            </a:pPr>
            <a:r>
              <a:rPr lang="en" sz="9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Limited customization for private materials</a:t>
            </a:r>
            <a:endParaRPr sz="9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90" name="Google Shape;690;p75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91" name="Google Shape;691;p75"/>
          <p:cNvSpPr txBox="1"/>
          <p:nvPr>
            <p:ph type="title"/>
          </p:nvPr>
        </p:nvSpPr>
        <p:spPr>
          <a:xfrm>
            <a:off x="361975" y="988557"/>
            <a:ext cx="5018400" cy="677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AI knowledge management space is crowded, but </a:t>
            </a:r>
            <a:r>
              <a:rPr i="1" lang="en"/>
              <a:t>poorly</a:t>
            </a:r>
            <a:r>
              <a:rPr lang="en"/>
              <a:t> </a:t>
            </a:r>
            <a:r>
              <a:rPr i="1" lang="en"/>
              <a:t>specialized</a:t>
            </a:r>
            <a:r>
              <a:rPr lang="en"/>
              <a:t>.</a:t>
            </a:r>
            <a:endParaRPr/>
          </a:p>
        </p:txBody>
      </p:sp>
      <p:sp>
        <p:nvSpPr>
          <p:cNvPr id="692" name="Google Shape;692;p75"/>
          <p:cNvSpPr txBox="1"/>
          <p:nvPr>
            <p:ph idx="1" type="subTitle"/>
          </p:nvPr>
        </p:nvSpPr>
        <p:spPr>
          <a:xfrm>
            <a:off x="361975" y="732775"/>
            <a:ext cx="4163100" cy="1539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COMPETITIVE LANDSCAPE</a:t>
            </a:r>
            <a:endParaRPr/>
          </a:p>
        </p:txBody>
      </p:sp>
      <p:sp>
        <p:nvSpPr>
          <p:cNvPr id="693" name="Google Shape;693;p75"/>
          <p:cNvSpPr txBox="1"/>
          <p:nvPr>
            <p:ph idx="2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ibre Baskerville"/>
                <a:ea typeface="Libre Baskerville"/>
                <a:cs typeface="Libre Baskerville"/>
                <a:sym typeface="Libre Baskerville"/>
              </a:rPr>
              <a:t>Nara</a:t>
            </a:r>
            <a:endParaRPr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694" name="Google Shape;694;p75"/>
          <p:cNvSpPr txBox="1"/>
          <p:nvPr/>
        </p:nvSpPr>
        <p:spPr>
          <a:xfrm>
            <a:off x="1251851" y="2331300"/>
            <a:ext cx="2098800" cy="9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182875">
            <a:noAutofit/>
          </a:bodyPr>
          <a:lstStyle/>
          <a:p>
            <a:pPr indent="-102870" lvl="0" marL="13716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Char char="●"/>
            </a:pPr>
            <a:r>
              <a:rPr lang="en" sz="9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General-purpose conversational AI</a:t>
            </a:r>
            <a:endParaRPr sz="9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102870" lvl="0" marL="13716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Char char="●"/>
            </a:pPr>
            <a:r>
              <a:rPr lang="en" sz="9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File uploads and basic document querying</a:t>
            </a:r>
            <a:endParaRPr sz="9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102870" lvl="0" marL="13716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Char char="●"/>
            </a:pPr>
            <a:r>
              <a:rPr lang="en" sz="9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Broad knowledge across domains</a:t>
            </a:r>
            <a:endParaRPr sz="9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95" name="Google Shape;695;p75"/>
          <p:cNvSpPr txBox="1"/>
          <p:nvPr/>
        </p:nvSpPr>
        <p:spPr>
          <a:xfrm>
            <a:off x="1251850" y="3268625"/>
            <a:ext cx="1891500" cy="9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182875">
            <a:noAutofit/>
          </a:bodyPr>
          <a:lstStyle/>
          <a:p>
            <a:pPr indent="-102870" lvl="0" marL="13716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"/>
              <a:buChar char="●"/>
            </a:pPr>
            <a:r>
              <a:rPr lang="en"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Best-in-class language understanding</a:t>
            </a:r>
            <a:endParaRPr sz="9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102870" lvl="0" marL="13716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"/>
              <a:buChar char="●"/>
            </a:pPr>
            <a:r>
              <a:rPr lang="en"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Massive ecosystem and brand trust</a:t>
            </a:r>
            <a:endParaRPr sz="9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96" name="Google Shape;696;p75"/>
          <p:cNvSpPr txBox="1"/>
          <p:nvPr/>
        </p:nvSpPr>
        <p:spPr>
          <a:xfrm>
            <a:off x="1251843" y="4205950"/>
            <a:ext cx="1802700" cy="9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182875">
            <a:noAutofit/>
          </a:bodyPr>
          <a:lstStyle/>
          <a:p>
            <a:pPr indent="-102870" lvl="0" marL="13716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Char char="●"/>
            </a:pPr>
            <a:r>
              <a:rPr i="1" lang="en" sz="9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Not</a:t>
            </a:r>
            <a:r>
              <a:rPr lang="en" sz="9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purpose-built for academic knowledge management</a:t>
            </a:r>
            <a:endParaRPr sz="9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102870" lvl="0" marL="13716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Char char="●"/>
            </a:pPr>
            <a:r>
              <a:rPr i="1" lang="en" sz="9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Weak</a:t>
            </a:r>
            <a:r>
              <a:rPr lang="en" sz="9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long-term memory and structured retrieval</a:t>
            </a:r>
            <a:endParaRPr sz="9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p76"/>
          <p:cNvSpPr/>
          <p:nvPr/>
        </p:nvSpPr>
        <p:spPr>
          <a:xfrm>
            <a:off x="4565475" y="732776"/>
            <a:ext cx="4578600" cy="1276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02" name="Google Shape;702;p76"/>
          <p:cNvSpPr/>
          <p:nvPr/>
        </p:nvSpPr>
        <p:spPr>
          <a:xfrm>
            <a:off x="4565475" y="2009342"/>
            <a:ext cx="4578600" cy="1276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03" name="Google Shape;703;p76"/>
          <p:cNvSpPr/>
          <p:nvPr/>
        </p:nvSpPr>
        <p:spPr>
          <a:xfrm>
            <a:off x="4565475" y="3281209"/>
            <a:ext cx="4578600" cy="1276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04" name="Google Shape;704;p76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05" name="Google Shape;705;p76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ibre Baskerville"/>
                <a:ea typeface="Libre Baskerville"/>
                <a:cs typeface="Libre Baskerville"/>
                <a:sym typeface="Libre Baskerville"/>
              </a:rPr>
              <a:t>Nara</a:t>
            </a:r>
            <a:endParaRPr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706" name="Google Shape;706;p76"/>
          <p:cNvSpPr txBox="1"/>
          <p:nvPr>
            <p:ph idx="2" type="body"/>
          </p:nvPr>
        </p:nvSpPr>
        <p:spPr>
          <a:xfrm>
            <a:off x="4845475" y="1361028"/>
            <a:ext cx="33825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General-purpose AI fails under real educational complexity.</a:t>
            </a:r>
            <a:endParaRPr/>
          </a:p>
        </p:txBody>
      </p:sp>
      <p:sp>
        <p:nvSpPr>
          <p:cNvPr id="707" name="Google Shape;707;p76"/>
          <p:cNvSpPr txBox="1"/>
          <p:nvPr>
            <p:ph idx="3" type="subTitle"/>
          </p:nvPr>
        </p:nvSpPr>
        <p:spPr>
          <a:xfrm>
            <a:off x="4845475" y="1028377"/>
            <a:ext cx="33825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ibre Baskerville"/>
                <a:ea typeface="Libre Baskerville"/>
                <a:cs typeface="Libre Baskerville"/>
                <a:sym typeface="Libre Baskerville"/>
              </a:rPr>
              <a:t>Key learning 1</a:t>
            </a:r>
            <a:endParaRPr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708" name="Google Shape;708;p76"/>
          <p:cNvSpPr txBox="1"/>
          <p:nvPr>
            <p:ph idx="4" type="body"/>
          </p:nvPr>
        </p:nvSpPr>
        <p:spPr>
          <a:xfrm>
            <a:off x="4845475" y="2595865"/>
            <a:ext cx="33825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There is a gap between “AI chat” and “knowledge infrastructure.”</a:t>
            </a:r>
            <a:endParaRPr/>
          </a:p>
        </p:txBody>
      </p:sp>
      <p:sp>
        <p:nvSpPr>
          <p:cNvPr id="709" name="Google Shape;709;p76"/>
          <p:cNvSpPr txBox="1"/>
          <p:nvPr>
            <p:ph idx="5" type="subTitle"/>
          </p:nvPr>
        </p:nvSpPr>
        <p:spPr>
          <a:xfrm>
            <a:off x="4845475" y="2263215"/>
            <a:ext cx="33825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ibre Baskerville"/>
                <a:ea typeface="Libre Baskerville"/>
                <a:cs typeface="Libre Baskerville"/>
                <a:sym typeface="Libre Baskerville"/>
              </a:rPr>
              <a:t>Key learning 2</a:t>
            </a:r>
            <a:endParaRPr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710" name="Google Shape;710;p76"/>
          <p:cNvSpPr txBox="1"/>
          <p:nvPr>
            <p:ph idx="6" type="body"/>
          </p:nvPr>
        </p:nvSpPr>
        <p:spPr>
          <a:xfrm>
            <a:off x="4845475" y="3870078"/>
            <a:ext cx="3382500" cy="461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Nara is aligned with a clearly defined, reachable customer segment.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76"/>
          <p:cNvSpPr txBox="1"/>
          <p:nvPr>
            <p:ph idx="7" type="subTitle"/>
          </p:nvPr>
        </p:nvSpPr>
        <p:spPr>
          <a:xfrm>
            <a:off x="4845475" y="3537427"/>
            <a:ext cx="33825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ibre Baskerville"/>
                <a:ea typeface="Libre Baskerville"/>
                <a:cs typeface="Libre Baskerville"/>
                <a:sym typeface="Libre Baskerville"/>
              </a:rPr>
              <a:t>Key learning 3</a:t>
            </a:r>
            <a:endParaRPr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712" name="Google Shape;712;p76"/>
          <p:cNvSpPr txBox="1"/>
          <p:nvPr>
            <p:ph type="title"/>
          </p:nvPr>
        </p:nvSpPr>
        <p:spPr>
          <a:xfrm>
            <a:off x="361975" y="988555"/>
            <a:ext cx="3860100" cy="1693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ibre Baskerville"/>
                <a:ea typeface="Libre Baskerville"/>
                <a:cs typeface="Libre Baskerville"/>
                <a:sym typeface="Libre Baskerville"/>
              </a:rPr>
              <a:t>The AI knowledge market is </a:t>
            </a:r>
            <a:r>
              <a:rPr i="1" lang="en">
                <a:latin typeface="Libre Baskerville"/>
                <a:ea typeface="Libre Baskerville"/>
                <a:cs typeface="Libre Baskerville"/>
                <a:sym typeface="Libre Baskerville"/>
              </a:rPr>
              <a:t>crowded</a:t>
            </a:r>
            <a:r>
              <a:rPr lang="en">
                <a:latin typeface="Libre Baskerville"/>
                <a:ea typeface="Libre Baskerville"/>
                <a:cs typeface="Libre Baskerville"/>
                <a:sym typeface="Libre Baskerville"/>
              </a:rPr>
              <a:t> at the surface level, but </a:t>
            </a:r>
            <a:r>
              <a:rPr b="1" i="1" lang="en">
                <a:solidFill>
                  <a:schemeClr val="accent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deeply</a:t>
            </a:r>
            <a:r>
              <a:rPr lang="en"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  <a:r>
              <a:rPr b="1" i="1" lang="en">
                <a:solidFill>
                  <a:schemeClr val="accent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underserved</a:t>
            </a:r>
            <a:r>
              <a:rPr lang="en">
                <a:latin typeface="Libre Baskerville"/>
                <a:ea typeface="Libre Baskerville"/>
                <a:cs typeface="Libre Baskerville"/>
                <a:sym typeface="Libre Baskerville"/>
              </a:rPr>
              <a:t> where learning actually happens.</a:t>
            </a:r>
            <a:endParaRPr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713" name="Google Shape;713;p76"/>
          <p:cNvSpPr txBox="1"/>
          <p:nvPr>
            <p:ph idx="8" type="subTitle"/>
          </p:nvPr>
        </p:nvSpPr>
        <p:spPr>
          <a:xfrm>
            <a:off x="361975" y="732775"/>
            <a:ext cx="3860100" cy="1539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OPPORTUNITY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7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p77"/>
          <p:cNvSpPr/>
          <p:nvPr/>
        </p:nvSpPr>
        <p:spPr>
          <a:xfrm>
            <a:off x="2281954" y="2973600"/>
            <a:ext cx="2283600" cy="2178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19" name="Google Shape;719;p77"/>
          <p:cNvSpPr/>
          <p:nvPr/>
        </p:nvSpPr>
        <p:spPr>
          <a:xfrm>
            <a:off x="6100" y="2973600"/>
            <a:ext cx="2283600" cy="2178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20" name="Google Shape;720;p77"/>
          <p:cNvSpPr/>
          <p:nvPr/>
        </p:nvSpPr>
        <p:spPr>
          <a:xfrm>
            <a:off x="4565475" y="2973600"/>
            <a:ext cx="4578600" cy="2170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21" name="Google Shape;721;p77"/>
          <p:cNvSpPr/>
          <p:nvPr/>
        </p:nvSpPr>
        <p:spPr>
          <a:xfrm>
            <a:off x="4565475" y="0"/>
            <a:ext cx="2294400" cy="2973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0" lIns="91425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22" name="Google Shape;722;p77"/>
          <p:cNvSpPr/>
          <p:nvPr/>
        </p:nvSpPr>
        <p:spPr>
          <a:xfrm>
            <a:off x="6849550" y="0"/>
            <a:ext cx="2294400" cy="2973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23" name="Google Shape;723;p77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ibre Baskerville"/>
                <a:ea typeface="Libre Baskerville"/>
                <a:cs typeface="Libre Baskerville"/>
                <a:sym typeface="Libre Baskerville"/>
              </a:rPr>
              <a:t>Nara</a:t>
            </a:r>
            <a:endParaRPr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724" name="Google Shape;724;p77"/>
          <p:cNvSpPr txBox="1"/>
          <p:nvPr>
            <p:ph type="title"/>
          </p:nvPr>
        </p:nvSpPr>
        <p:spPr>
          <a:xfrm>
            <a:off x="361975" y="988555"/>
            <a:ext cx="3860100" cy="1828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 AI system that provides accurate, document-grounded answers based strictly on course materials, supporting both learning and teaching activities.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5" name="Google Shape;725;p77"/>
          <p:cNvSpPr txBox="1"/>
          <p:nvPr>
            <p:ph idx="2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BUSINESS MODEL</a:t>
            </a:r>
            <a:endParaRPr/>
          </a:p>
        </p:txBody>
      </p:sp>
      <p:sp>
        <p:nvSpPr>
          <p:cNvPr id="726" name="Google Shape;726;p77"/>
          <p:cNvSpPr txBox="1"/>
          <p:nvPr>
            <p:ph idx="3" type="body"/>
          </p:nvPr>
        </p:nvSpPr>
        <p:spPr>
          <a:xfrm>
            <a:off x="4800825" y="3665600"/>
            <a:ext cx="3975900" cy="111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292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Char char="→"/>
            </a:pPr>
            <a:r>
              <a:rPr lang="en">
                <a:latin typeface="DM Sans Light"/>
                <a:ea typeface="DM Sans Light"/>
                <a:cs typeface="DM Sans Light"/>
                <a:sym typeface="DM Sans Light"/>
              </a:rPr>
              <a:t>Schools and high schools</a:t>
            </a:r>
            <a:endParaRPr>
              <a:latin typeface="DM Sans Light"/>
              <a:ea typeface="DM Sans Light"/>
              <a:cs typeface="DM Sans Light"/>
              <a:sym typeface="DM Sans Light"/>
            </a:endParaRPr>
          </a:p>
          <a:p>
            <a:pPr indent="-292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Char char="→"/>
            </a:pPr>
            <a:r>
              <a:rPr lang="en">
                <a:latin typeface="DM Sans Light"/>
                <a:ea typeface="DM Sans Light"/>
                <a:cs typeface="DM Sans Light"/>
                <a:sym typeface="DM Sans Light"/>
              </a:rPr>
              <a:t>Universities and faculties</a:t>
            </a:r>
            <a:endParaRPr>
              <a:latin typeface="DM Sans Light"/>
              <a:ea typeface="DM Sans Light"/>
              <a:cs typeface="DM Sans Light"/>
              <a:sym typeface="DM Sans Light"/>
            </a:endParaRPr>
          </a:p>
          <a:p>
            <a:pPr indent="-292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Char char="→"/>
            </a:pPr>
            <a:r>
              <a:rPr lang="en">
                <a:latin typeface="DM Sans Light"/>
                <a:ea typeface="DM Sans Light"/>
                <a:cs typeface="DM Sans Light"/>
                <a:sym typeface="DM Sans Light"/>
              </a:rPr>
              <a:t>Teachers and professors</a:t>
            </a:r>
            <a:endParaRPr>
              <a:latin typeface="DM Sans Light"/>
              <a:ea typeface="DM Sans Light"/>
              <a:cs typeface="DM Sans Light"/>
              <a:sym typeface="DM Sans Light"/>
            </a:endParaRPr>
          </a:p>
          <a:p>
            <a:pPr indent="-292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Char char="→"/>
            </a:pPr>
            <a:r>
              <a:rPr lang="en">
                <a:latin typeface="DM Sans Light"/>
                <a:ea typeface="DM Sans Light"/>
                <a:cs typeface="DM Sans Light"/>
                <a:sym typeface="DM Sans Light"/>
              </a:rPr>
              <a:t>Students (as end users)</a:t>
            </a:r>
            <a:endParaRPr>
              <a:latin typeface="DM Sans Light"/>
              <a:ea typeface="DM Sans Light"/>
              <a:cs typeface="DM Sans Light"/>
              <a:sym typeface="DM Sans Light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 Light"/>
              <a:ea typeface="DM Sans Light"/>
              <a:cs typeface="DM Sans Light"/>
              <a:sym typeface="DM Sans Light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 Light"/>
              <a:ea typeface="DM Sans Light"/>
              <a:cs typeface="DM Sans Light"/>
              <a:sym typeface="DM Sans Light"/>
            </a:endParaRPr>
          </a:p>
        </p:txBody>
      </p:sp>
      <p:sp>
        <p:nvSpPr>
          <p:cNvPr id="727" name="Google Shape;727;p77"/>
          <p:cNvSpPr txBox="1"/>
          <p:nvPr>
            <p:ph idx="4" type="subTitle"/>
          </p:nvPr>
        </p:nvSpPr>
        <p:spPr>
          <a:xfrm>
            <a:off x="4800825" y="3285232"/>
            <a:ext cx="39759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Customer segments</a:t>
            </a:r>
            <a:endParaRPr/>
          </a:p>
        </p:txBody>
      </p:sp>
      <p:sp>
        <p:nvSpPr>
          <p:cNvPr id="728" name="Google Shape;728;p77"/>
          <p:cNvSpPr txBox="1"/>
          <p:nvPr>
            <p:ph idx="5" type="body"/>
          </p:nvPr>
        </p:nvSpPr>
        <p:spPr>
          <a:xfrm>
            <a:off x="2611800" y="3665600"/>
            <a:ext cx="1686000" cy="111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DM Sans Light"/>
                <a:ea typeface="DM Sans Light"/>
                <a:cs typeface="DM Sans Light"/>
                <a:sym typeface="DM Sans Light"/>
              </a:rPr>
              <a:t>Educational institutions (schools, universities)</a:t>
            </a:r>
            <a:endParaRPr>
              <a:latin typeface="DM Sans Light"/>
              <a:ea typeface="DM Sans Light"/>
              <a:cs typeface="DM Sans Light"/>
              <a:sym typeface="DM Sans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DM Sans Light"/>
                <a:ea typeface="DM Sans Light"/>
                <a:cs typeface="DM Sans Light"/>
                <a:sym typeface="DM Sans Light"/>
              </a:rPr>
              <a:t>Teachers and professors (content providers)</a:t>
            </a:r>
            <a:endParaRPr>
              <a:latin typeface="DM Sans Light"/>
              <a:ea typeface="DM Sans Light"/>
              <a:cs typeface="DM Sans Light"/>
              <a:sym typeface="DM Sans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DM Sans Light"/>
                <a:ea typeface="DM Sans Light"/>
                <a:cs typeface="DM Sans Light"/>
                <a:sym typeface="DM Sans Light"/>
              </a:rPr>
              <a:t>Cloud and AI infrastructure providers</a:t>
            </a:r>
            <a:endParaRPr>
              <a:latin typeface="DM Sans Light"/>
              <a:ea typeface="DM Sans Light"/>
              <a:cs typeface="DM Sans Light"/>
              <a:sym typeface="DM Sans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 Light"/>
              <a:ea typeface="DM Sans Light"/>
              <a:cs typeface="DM Sans Light"/>
              <a:sym typeface="DM Sans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 Light"/>
              <a:ea typeface="DM Sans Light"/>
              <a:cs typeface="DM Sans Light"/>
              <a:sym typeface="DM Sans Light"/>
            </a:endParaRPr>
          </a:p>
        </p:txBody>
      </p:sp>
      <p:sp>
        <p:nvSpPr>
          <p:cNvPr id="729" name="Google Shape;729;p77"/>
          <p:cNvSpPr txBox="1"/>
          <p:nvPr>
            <p:ph idx="6" type="subTitle"/>
          </p:nvPr>
        </p:nvSpPr>
        <p:spPr>
          <a:xfrm>
            <a:off x="2611802" y="3285232"/>
            <a:ext cx="16275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partnership</a:t>
            </a:r>
            <a:endParaRPr/>
          </a:p>
        </p:txBody>
      </p:sp>
      <p:sp>
        <p:nvSpPr>
          <p:cNvPr id="730" name="Google Shape;730;p77"/>
          <p:cNvSpPr txBox="1"/>
          <p:nvPr>
            <p:ph idx="7" type="body"/>
          </p:nvPr>
        </p:nvSpPr>
        <p:spPr>
          <a:xfrm>
            <a:off x="361975" y="3665600"/>
            <a:ext cx="1746000" cy="111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DM Sans Light"/>
                <a:ea typeface="DM Sans Light"/>
                <a:cs typeface="DM Sans Light"/>
                <a:sym typeface="DM Sans Light"/>
              </a:rPr>
              <a:t>Processing and indexing course documents</a:t>
            </a:r>
            <a:endParaRPr sz="900">
              <a:latin typeface="DM Sans Light"/>
              <a:ea typeface="DM Sans Light"/>
              <a:cs typeface="DM Sans Light"/>
              <a:sym typeface="DM Sans Light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" sz="900">
                <a:latin typeface="DM Sans Light"/>
                <a:ea typeface="DM Sans Light"/>
                <a:cs typeface="DM Sans Light"/>
                <a:sym typeface="DM Sans Light"/>
              </a:rPr>
              <a:t>Retrieving relevant content based on user questions</a:t>
            </a:r>
            <a:endParaRPr sz="900">
              <a:latin typeface="DM Sans Light"/>
              <a:ea typeface="DM Sans Light"/>
              <a:cs typeface="DM Sans Light"/>
              <a:sym typeface="DM Sans Light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" sz="900">
                <a:latin typeface="DM Sans Light"/>
                <a:ea typeface="DM Sans Light"/>
                <a:cs typeface="DM Sans Light"/>
                <a:sym typeface="DM Sans Light"/>
              </a:rPr>
              <a:t>Generating grounded answers using AI</a:t>
            </a:r>
            <a:endParaRPr sz="900">
              <a:latin typeface="DM Sans Light"/>
              <a:ea typeface="DM Sans Light"/>
              <a:cs typeface="DM Sans Light"/>
              <a:sym typeface="DM Sans Light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" sz="900">
                <a:latin typeface="DM Sans Light"/>
                <a:ea typeface="DM Sans Light"/>
                <a:cs typeface="DM Sans Light"/>
                <a:sym typeface="DM Sans Light"/>
              </a:rPr>
              <a:t>Monitoring system performance and answer quality</a:t>
            </a:r>
            <a:endParaRPr sz="900">
              <a:latin typeface="DM Sans Light"/>
              <a:ea typeface="DM Sans Light"/>
              <a:cs typeface="DM Sans Light"/>
              <a:sym typeface="DM Sans Light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900">
              <a:latin typeface="DM Sans Light"/>
              <a:ea typeface="DM Sans Light"/>
              <a:cs typeface="DM Sans Light"/>
              <a:sym typeface="DM Sans Light"/>
            </a:endParaRPr>
          </a:p>
          <a:p>
            <a:pPr indent="0" lvl="0" marL="0" rtl="0" algn="l">
              <a:spcBef>
                <a:spcPts val="400"/>
              </a:spcBef>
              <a:spcAft>
                <a:spcPts val="400"/>
              </a:spcAft>
              <a:buNone/>
            </a:pPr>
            <a:r>
              <a:t/>
            </a:r>
            <a:endParaRPr sz="900">
              <a:latin typeface="DM Sans Light"/>
              <a:ea typeface="DM Sans Light"/>
              <a:cs typeface="DM Sans Light"/>
              <a:sym typeface="DM Sans Light"/>
            </a:endParaRPr>
          </a:p>
        </p:txBody>
      </p:sp>
      <p:sp>
        <p:nvSpPr>
          <p:cNvPr id="731" name="Google Shape;731;p77"/>
          <p:cNvSpPr txBox="1"/>
          <p:nvPr>
            <p:ph idx="8" type="subTitle"/>
          </p:nvPr>
        </p:nvSpPr>
        <p:spPr>
          <a:xfrm>
            <a:off x="361977" y="3285232"/>
            <a:ext cx="16275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activities</a:t>
            </a:r>
            <a:endParaRPr/>
          </a:p>
        </p:txBody>
      </p:sp>
      <p:sp>
        <p:nvSpPr>
          <p:cNvPr id="732" name="Google Shape;732;p77"/>
          <p:cNvSpPr txBox="1"/>
          <p:nvPr>
            <p:ph idx="9" type="body"/>
          </p:nvPr>
        </p:nvSpPr>
        <p:spPr>
          <a:xfrm>
            <a:off x="4800825" y="1196100"/>
            <a:ext cx="1627500" cy="63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2857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→"/>
            </a:pPr>
            <a:r>
              <a:rPr lang="en" sz="900">
                <a:latin typeface="DM Sans Light"/>
                <a:ea typeface="DM Sans Light"/>
                <a:cs typeface="DM Sans Light"/>
                <a:sym typeface="DM Sans Light"/>
              </a:rPr>
              <a:t>Cloud infrastructure and compute costs</a:t>
            </a:r>
            <a:endParaRPr sz="900">
              <a:latin typeface="DM Sans Light"/>
              <a:ea typeface="DM Sans Light"/>
              <a:cs typeface="DM Sans Light"/>
              <a:sym typeface="DM Sans Light"/>
            </a:endParaRPr>
          </a:p>
          <a:p>
            <a:pPr indent="-2857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→"/>
            </a:pPr>
            <a:r>
              <a:rPr lang="en" sz="900">
                <a:latin typeface="DM Sans Light"/>
                <a:ea typeface="DM Sans Light"/>
                <a:cs typeface="DM Sans Light"/>
                <a:sym typeface="DM Sans Light"/>
              </a:rPr>
              <a:t>AI model usage and maintenance</a:t>
            </a:r>
            <a:endParaRPr sz="900">
              <a:latin typeface="DM Sans Light"/>
              <a:ea typeface="DM Sans Light"/>
              <a:cs typeface="DM Sans Light"/>
              <a:sym typeface="DM Sans Light"/>
            </a:endParaRPr>
          </a:p>
          <a:p>
            <a:pPr indent="-2857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→"/>
            </a:pPr>
            <a:r>
              <a:rPr lang="en" sz="900">
                <a:latin typeface="DM Sans Light"/>
                <a:ea typeface="DM Sans Light"/>
                <a:cs typeface="DM Sans Light"/>
                <a:sym typeface="DM Sans Light"/>
              </a:rPr>
              <a:t>System development and maintenance</a:t>
            </a:r>
            <a:endParaRPr sz="900">
              <a:latin typeface="DM Sans Light"/>
              <a:ea typeface="DM Sans Light"/>
              <a:cs typeface="DM Sans Light"/>
              <a:sym typeface="DM Sans Light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latin typeface="DM Sans Light"/>
              <a:ea typeface="DM Sans Light"/>
              <a:cs typeface="DM Sans Light"/>
              <a:sym typeface="DM Sans Light"/>
            </a:endParaRPr>
          </a:p>
          <a:p>
            <a:pPr indent="0" lvl="0" marL="0" rtl="0" algn="l">
              <a:spcBef>
                <a:spcPts val="0"/>
              </a:spcBef>
              <a:spcAft>
                <a:spcPts val="800"/>
              </a:spcAft>
              <a:buNone/>
            </a:pPr>
            <a:r>
              <a:t/>
            </a:r>
            <a:endParaRPr sz="900">
              <a:latin typeface="DM Sans Light"/>
              <a:ea typeface="DM Sans Light"/>
              <a:cs typeface="DM Sans Light"/>
              <a:sym typeface="DM Sans Light"/>
            </a:endParaRPr>
          </a:p>
        </p:txBody>
      </p:sp>
      <p:sp>
        <p:nvSpPr>
          <p:cNvPr id="733" name="Google Shape;733;p77"/>
          <p:cNvSpPr txBox="1"/>
          <p:nvPr>
            <p:ph idx="13" type="subTitle"/>
          </p:nvPr>
        </p:nvSpPr>
        <p:spPr>
          <a:xfrm>
            <a:off x="4900725" y="679648"/>
            <a:ext cx="16275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Cost structure</a:t>
            </a:r>
            <a:endParaRPr/>
          </a:p>
        </p:txBody>
      </p:sp>
      <p:sp>
        <p:nvSpPr>
          <p:cNvPr id="734" name="Google Shape;734;p77"/>
          <p:cNvSpPr txBox="1"/>
          <p:nvPr>
            <p:ph idx="14" type="body"/>
          </p:nvPr>
        </p:nvSpPr>
        <p:spPr>
          <a:xfrm>
            <a:off x="7007075" y="1170600"/>
            <a:ext cx="1835700" cy="63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2857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Char char="→"/>
            </a:pPr>
            <a:r>
              <a:rPr lang="en" sz="900">
                <a:latin typeface="DM Sans Light"/>
                <a:ea typeface="DM Sans Light"/>
                <a:cs typeface="DM Sans Light"/>
                <a:sym typeface="DM Sans Light"/>
              </a:rPr>
              <a:t>Institutional licenses for schools and universities</a:t>
            </a:r>
            <a:endParaRPr sz="900">
              <a:latin typeface="DM Sans Light"/>
              <a:ea typeface="DM Sans Light"/>
              <a:cs typeface="DM Sans Light"/>
              <a:sym typeface="DM Sans Light"/>
            </a:endParaRPr>
          </a:p>
          <a:p>
            <a:pPr indent="-2857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Char char="→"/>
            </a:pPr>
            <a:r>
              <a:rPr lang="en" sz="900">
                <a:latin typeface="DM Sans Light"/>
                <a:ea typeface="DM Sans Light"/>
                <a:cs typeface="DM Sans Light"/>
                <a:sym typeface="DM Sans Light"/>
              </a:rPr>
              <a:t>Subscription-based access for educational organizations</a:t>
            </a:r>
            <a:endParaRPr sz="900">
              <a:latin typeface="DM Sans Light"/>
              <a:ea typeface="DM Sans Light"/>
              <a:cs typeface="DM Sans Light"/>
              <a:sym typeface="DM Sans Light"/>
            </a:endParaRPr>
          </a:p>
          <a:p>
            <a:pPr indent="-2857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Char char="→"/>
            </a:pPr>
            <a:r>
              <a:rPr lang="en" sz="900">
                <a:latin typeface="DM Sans Light"/>
                <a:ea typeface="DM Sans Light"/>
                <a:cs typeface="DM Sans Light"/>
                <a:sym typeface="DM Sans Light"/>
              </a:rPr>
              <a:t>Optional premium features (analytics, customization)</a:t>
            </a:r>
            <a:endParaRPr sz="900">
              <a:latin typeface="DM Sans Light"/>
              <a:ea typeface="DM Sans Light"/>
              <a:cs typeface="DM Sans Light"/>
              <a:sym typeface="DM Sans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latin typeface="DM Sans Light"/>
              <a:ea typeface="DM Sans Light"/>
              <a:cs typeface="DM Sans Light"/>
              <a:sym typeface="DM Sans Light"/>
            </a:endParaRPr>
          </a:p>
        </p:txBody>
      </p:sp>
      <p:sp>
        <p:nvSpPr>
          <p:cNvPr id="735" name="Google Shape;735;p77"/>
          <p:cNvSpPr txBox="1"/>
          <p:nvPr>
            <p:ph idx="15" type="subTitle"/>
          </p:nvPr>
        </p:nvSpPr>
        <p:spPr>
          <a:xfrm>
            <a:off x="7149175" y="679648"/>
            <a:ext cx="16275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Revenue streams</a:t>
            </a:r>
            <a:endParaRPr/>
          </a:p>
        </p:txBody>
      </p:sp>
      <p:sp>
        <p:nvSpPr>
          <p:cNvPr id="736" name="Google Shape;736;p77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78"/>
          <p:cNvSpPr/>
          <p:nvPr/>
        </p:nvSpPr>
        <p:spPr>
          <a:xfrm>
            <a:off x="50" y="2876050"/>
            <a:ext cx="2294400" cy="2357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42" name="Google Shape;742;p78"/>
          <p:cNvSpPr/>
          <p:nvPr/>
        </p:nvSpPr>
        <p:spPr>
          <a:xfrm>
            <a:off x="2286125" y="2159125"/>
            <a:ext cx="2294400" cy="30747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43" name="Google Shape;743;p78"/>
          <p:cNvSpPr/>
          <p:nvPr/>
        </p:nvSpPr>
        <p:spPr>
          <a:xfrm>
            <a:off x="4565475" y="1585576"/>
            <a:ext cx="2294400" cy="3648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44" name="Google Shape;744;p78"/>
          <p:cNvSpPr/>
          <p:nvPr/>
        </p:nvSpPr>
        <p:spPr>
          <a:xfrm>
            <a:off x="6849550" y="823025"/>
            <a:ext cx="2294400" cy="44106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45" name="Google Shape;745;p78"/>
          <p:cNvSpPr txBox="1"/>
          <p:nvPr/>
        </p:nvSpPr>
        <p:spPr>
          <a:xfrm>
            <a:off x="375350" y="4571601"/>
            <a:ext cx="6759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01</a:t>
            </a:r>
            <a:endParaRPr sz="3000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746" name="Google Shape;746;p78"/>
          <p:cNvSpPr txBox="1"/>
          <p:nvPr>
            <p:ph idx="12" type="sldNum"/>
          </p:nvPr>
        </p:nvSpPr>
        <p:spPr>
          <a:xfrm>
            <a:off x="8227975" y="307975"/>
            <a:ext cx="548700" cy="2340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47" name="Google Shape;747;p78"/>
          <p:cNvSpPr txBox="1"/>
          <p:nvPr/>
        </p:nvSpPr>
        <p:spPr>
          <a:xfrm>
            <a:off x="361975" y="823020"/>
            <a:ext cx="40320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91425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rPr>
              <a:t>OPERATIONAL PLAN</a:t>
            </a:r>
            <a:endParaRPr sz="1000">
              <a:solidFill>
                <a:schemeClr val="dk1"/>
              </a:solidFill>
              <a:latin typeface="DM Sans Light"/>
              <a:ea typeface="DM Sans Light"/>
              <a:cs typeface="DM Sans Light"/>
              <a:sym typeface="DM Sans Light"/>
            </a:endParaRPr>
          </a:p>
        </p:txBody>
      </p:sp>
      <p:sp>
        <p:nvSpPr>
          <p:cNvPr id="748" name="Google Shape;748;p78"/>
          <p:cNvSpPr txBox="1"/>
          <p:nvPr/>
        </p:nvSpPr>
        <p:spPr>
          <a:xfrm>
            <a:off x="2665113" y="4571601"/>
            <a:ext cx="6759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02</a:t>
            </a:r>
            <a:endParaRPr sz="3000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749" name="Google Shape;749;p78"/>
          <p:cNvSpPr txBox="1"/>
          <p:nvPr/>
        </p:nvSpPr>
        <p:spPr>
          <a:xfrm>
            <a:off x="4937688" y="4571601"/>
            <a:ext cx="6759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03</a:t>
            </a:r>
            <a:endParaRPr sz="3000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750" name="Google Shape;750;p78"/>
          <p:cNvSpPr txBox="1"/>
          <p:nvPr/>
        </p:nvSpPr>
        <p:spPr>
          <a:xfrm>
            <a:off x="7230513" y="4571601"/>
            <a:ext cx="6759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04</a:t>
            </a:r>
            <a:endParaRPr sz="3000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751" name="Google Shape;751;p78"/>
          <p:cNvSpPr txBox="1"/>
          <p:nvPr>
            <p:ph idx="1" type="subTitle"/>
          </p:nvPr>
        </p:nvSpPr>
        <p:spPr>
          <a:xfrm>
            <a:off x="361975" y="30797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ibre Baskerville"/>
                <a:ea typeface="Libre Baskerville"/>
                <a:cs typeface="Libre Baskerville"/>
                <a:sym typeface="Libre Baskerville"/>
              </a:rPr>
              <a:t>Nara</a:t>
            </a:r>
            <a:endParaRPr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752" name="Google Shape;752;p78"/>
          <p:cNvSpPr txBox="1"/>
          <p:nvPr>
            <p:ph type="title"/>
          </p:nvPr>
        </p:nvSpPr>
        <p:spPr>
          <a:xfrm>
            <a:off x="361975" y="1079032"/>
            <a:ext cx="3231600" cy="76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ibre Baskerville"/>
                <a:ea typeface="Libre Baskerville"/>
                <a:cs typeface="Libre Baskerville"/>
                <a:sym typeface="Libre Baskerville"/>
              </a:rPr>
              <a:t>Vision for scaling operations</a:t>
            </a:r>
            <a:endParaRPr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753" name="Google Shape;753;p78"/>
          <p:cNvSpPr txBox="1"/>
          <p:nvPr>
            <p:ph idx="2" type="subTitle"/>
          </p:nvPr>
        </p:nvSpPr>
        <p:spPr>
          <a:xfrm>
            <a:off x="377041" y="2990706"/>
            <a:ext cx="12573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Initial deployment</a:t>
            </a:r>
            <a:endParaRPr/>
          </a:p>
        </p:txBody>
      </p:sp>
      <p:sp>
        <p:nvSpPr>
          <p:cNvPr id="754" name="Google Shape;754;p78"/>
          <p:cNvSpPr txBox="1"/>
          <p:nvPr>
            <p:ph idx="3" type="subTitle"/>
          </p:nvPr>
        </p:nvSpPr>
        <p:spPr>
          <a:xfrm>
            <a:off x="393948" y="3211977"/>
            <a:ext cx="1689600" cy="96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Deploy the system for selected school and university courses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Upload and index course documents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Collect early feedback from students and teachers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5" name="Google Shape;755;p78"/>
          <p:cNvSpPr txBox="1"/>
          <p:nvPr>
            <p:ph idx="4" type="subTitle"/>
          </p:nvPr>
        </p:nvSpPr>
        <p:spPr>
          <a:xfrm>
            <a:off x="2665837" y="2372974"/>
            <a:ext cx="12573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Course and user expansion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756" name="Google Shape;756;p78"/>
          <p:cNvSpPr txBox="1"/>
          <p:nvPr>
            <p:ph idx="5" type="subTitle"/>
          </p:nvPr>
        </p:nvSpPr>
        <p:spPr>
          <a:xfrm>
            <a:off x="2585162" y="2836884"/>
            <a:ext cx="1689600" cy="14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Add support for multiple subjects and departments</a:t>
            </a:r>
            <a:br>
              <a:rPr lang="en">
                <a:solidFill>
                  <a:schemeClr val="lt1"/>
                </a:solidFill>
              </a:rPr>
            </a:br>
            <a:r>
              <a:rPr lang="en">
                <a:solidFill>
                  <a:schemeClr val="lt1"/>
                </a:solidFill>
              </a:rPr>
              <a:t>Improve document ingestion and indexing pipelines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Optimize performance for concurrent users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757" name="Google Shape;757;p78"/>
          <p:cNvSpPr txBox="1"/>
          <p:nvPr>
            <p:ph idx="6" type="subTitle"/>
          </p:nvPr>
        </p:nvSpPr>
        <p:spPr>
          <a:xfrm>
            <a:off x="4937712" y="1725297"/>
            <a:ext cx="12573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Quality and reliability improvement</a:t>
            </a:r>
            <a:endParaRPr/>
          </a:p>
        </p:txBody>
      </p:sp>
      <p:sp>
        <p:nvSpPr>
          <p:cNvPr id="758" name="Google Shape;758;p78"/>
          <p:cNvSpPr txBox="1"/>
          <p:nvPr>
            <p:ph idx="7" type="subTitle"/>
          </p:nvPr>
        </p:nvSpPr>
        <p:spPr>
          <a:xfrm>
            <a:off x="4909150" y="2414343"/>
            <a:ext cx="1689600" cy="162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Refine retrieval and answer generation mechanisms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Monitor answer correctness and system usage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Introduce basic analytics for teachers and administrators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9" name="Google Shape;759;p78"/>
          <p:cNvSpPr txBox="1"/>
          <p:nvPr>
            <p:ph idx="8" type="subTitle"/>
          </p:nvPr>
        </p:nvSpPr>
        <p:spPr>
          <a:xfrm>
            <a:off x="7238787" y="1147722"/>
            <a:ext cx="12573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Long-term sustainability</a:t>
            </a:r>
            <a:endParaRPr/>
          </a:p>
        </p:txBody>
      </p:sp>
      <p:sp>
        <p:nvSpPr>
          <p:cNvPr id="760" name="Google Shape;760;p78"/>
          <p:cNvSpPr txBox="1"/>
          <p:nvPr>
            <p:ph idx="9" type="subTitle"/>
          </p:nvPr>
        </p:nvSpPr>
        <p:spPr>
          <a:xfrm>
            <a:off x="7233150" y="1725308"/>
            <a:ext cx="1689600" cy="219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Optimize infrastructure costs and system scalability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Regularly update AI models and document pipelines</a:t>
            </a:r>
            <a:br>
              <a:rPr lang="en"/>
            </a:br>
            <a:r>
              <a:rPr lang="en"/>
              <a:t>Adapt the system based on educational and technological needs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p79"/>
          <p:cNvSpPr/>
          <p:nvPr/>
        </p:nvSpPr>
        <p:spPr>
          <a:xfrm>
            <a:off x="0" y="1895400"/>
            <a:ext cx="4578600" cy="3248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66" name="Google Shape;766;p79"/>
          <p:cNvSpPr/>
          <p:nvPr/>
        </p:nvSpPr>
        <p:spPr>
          <a:xfrm>
            <a:off x="4565475" y="1895400"/>
            <a:ext cx="4578600" cy="3248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67" name="Google Shape;767;p79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ibre Baskerville"/>
                <a:ea typeface="Libre Baskerville"/>
                <a:cs typeface="Libre Baskerville"/>
                <a:sym typeface="Libre Baskerville"/>
              </a:rPr>
              <a:t>Nara</a:t>
            </a:r>
            <a:endParaRPr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768" name="Google Shape;768;p79"/>
          <p:cNvSpPr txBox="1"/>
          <p:nvPr>
            <p:ph idx="2" type="subTitle"/>
          </p:nvPr>
        </p:nvSpPr>
        <p:spPr>
          <a:xfrm>
            <a:off x="361975" y="732775"/>
            <a:ext cx="3860100" cy="1539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FINANCIAL DATA</a:t>
            </a:r>
            <a:endParaRPr/>
          </a:p>
        </p:txBody>
      </p:sp>
      <p:sp>
        <p:nvSpPr>
          <p:cNvPr id="769" name="Google Shape;769;p79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70" name="Google Shape;770;p79"/>
          <p:cNvSpPr txBox="1"/>
          <p:nvPr>
            <p:ph type="title"/>
          </p:nvPr>
        </p:nvSpPr>
        <p:spPr>
          <a:xfrm>
            <a:off x="361975" y="988557"/>
            <a:ext cx="5018400" cy="677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ibre Baskerville"/>
                <a:ea typeface="Libre Baskerville"/>
                <a:cs typeface="Libre Baskerville"/>
                <a:sym typeface="Libre Baskerville"/>
              </a:rPr>
              <a:t>Evaluate your revenue trajectory relative to your goals</a:t>
            </a:r>
            <a:endParaRPr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grpSp>
        <p:nvGrpSpPr>
          <p:cNvPr id="771" name="Google Shape;771;p79"/>
          <p:cNvGrpSpPr/>
          <p:nvPr/>
        </p:nvGrpSpPr>
        <p:grpSpPr>
          <a:xfrm>
            <a:off x="4625096" y="2162150"/>
            <a:ext cx="4151429" cy="2628625"/>
            <a:chOff x="4625096" y="2162150"/>
            <a:chExt cx="4151429" cy="2628625"/>
          </a:xfrm>
        </p:grpSpPr>
        <p:sp>
          <p:nvSpPr>
            <p:cNvPr id="772" name="Google Shape;772;p79"/>
            <p:cNvSpPr txBox="1"/>
            <p:nvPr/>
          </p:nvSpPr>
          <p:spPr>
            <a:xfrm>
              <a:off x="4833000" y="2162150"/>
              <a:ext cx="3939600" cy="19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91425" wrap="square" tIns="0">
              <a:spAutoFit/>
            </a:bodyPr>
            <a:lstStyle/>
            <a:p>
              <a:pPr indent="0" lvl="0" marL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lt1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Revenue growth </a:t>
              </a:r>
              <a:endParaRPr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endParaRPr>
            </a:p>
          </p:txBody>
        </p:sp>
        <p:sp>
          <p:nvSpPr>
            <p:cNvPr id="773" name="Google Shape;773;p79"/>
            <p:cNvSpPr txBox="1"/>
            <p:nvPr/>
          </p:nvSpPr>
          <p:spPr>
            <a:xfrm>
              <a:off x="4625096" y="4474168"/>
              <a:ext cx="379800" cy="8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0" marL="0" rtl="0"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774" name="Google Shape;774;p79"/>
            <p:cNvSpPr txBox="1"/>
            <p:nvPr/>
          </p:nvSpPr>
          <p:spPr>
            <a:xfrm>
              <a:off x="4636326" y="4138653"/>
              <a:ext cx="379800" cy="8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0" marL="0" rtl="0"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lt1"/>
                  </a:solidFill>
                  <a:latin typeface="DM Sans"/>
                  <a:ea typeface="DM Sans"/>
                  <a:cs typeface="DM Sans"/>
                  <a:sym typeface="DM Sans"/>
                </a:rPr>
                <a:t>0</a:t>
              </a:r>
              <a:endParaRPr sz="6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775" name="Google Shape;775;p79"/>
            <p:cNvSpPr txBox="1"/>
            <p:nvPr/>
          </p:nvSpPr>
          <p:spPr>
            <a:xfrm>
              <a:off x="4625096" y="3776458"/>
              <a:ext cx="379800" cy="8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0" marL="0" rtl="0"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lt1"/>
                  </a:solidFill>
                  <a:latin typeface="DM Sans"/>
                  <a:ea typeface="DM Sans"/>
                  <a:cs typeface="DM Sans"/>
                  <a:sym typeface="DM Sans"/>
                </a:rPr>
                <a:t>10%</a:t>
              </a:r>
              <a:endParaRPr sz="6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776" name="Google Shape;776;p79"/>
            <p:cNvSpPr txBox="1"/>
            <p:nvPr/>
          </p:nvSpPr>
          <p:spPr>
            <a:xfrm>
              <a:off x="4625096" y="3052067"/>
              <a:ext cx="379800" cy="8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0" marL="0" rtl="0"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lt1"/>
                  </a:solidFill>
                  <a:latin typeface="DM Sans"/>
                  <a:ea typeface="DM Sans"/>
                  <a:cs typeface="DM Sans"/>
                  <a:sym typeface="DM Sans"/>
                </a:rPr>
                <a:t>30%</a:t>
              </a:r>
              <a:endParaRPr sz="6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777" name="Google Shape;777;p79"/>
            <p:cNvSpPr txBox="1"/>
            <p:nvPr/>
          </p:nvSpPr>
          <p:spPr>
            <a:xfrm>
              <a:off x="4625096" y="2689868"/>
              <a:ext cx="379800" cy="8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0" marL="0" rtl="0"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lt1"/>
                  </a:solidFill>
                  <a:latin typeface="DM Sans"/>
                  <a:ea typeface="DM Sans"/>
                  <a:cs typeface="DM Sans"/>
                  <a:sym typeface="DM Sans"/>
                </a:rPr>
                <a:t>40%</a:t>
              </a:r>
              <a:endParaRPr sz="6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grpSp>
          <p:nvGrpSpPr>
            <p:cNvPr id="778" name="Google Shape;778;p79"/>
            <p:cNvGrpSpPr/>
            <p:nvPr/>
          </p:nvGrpSpPr>
          <p:grpSpPr>
            <a:xfrm>
              <a:off x="5045450" y="2733975"/>
              <a:ext cx="3727200" cy="1817475"/>
              <a:chOff x="5045450" y="2733975"/>
              <a:chExt cx="3727200" cy="1817475"/>
            </a:xfrm>
          </p:grpSpPr>
          <p:cxnSp>
            <p:nvCxnSpPr>
              <p:cNvPr id="779" name="Google Shape;779;p79"/>
              <p:cNvCxnSpPr/>
              <p:nvPr/>
            </p:nvCxnSpPr>
            <p:spPr>
              <a:xfrm>
                <a:off x="5045450" y="4551450"/>
                <a:ext cx="3727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80" name="Google Shape;780;p79"/>
              <p:cNvCxnSpPr/>
              <p:nvPr/>
            </p:nvCxnSpPr>
            <p:spPr>
              <a:xfrm>
                <a:off x="5045450" y="4369703"/>
                <a:ext cx="3727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81" name="Google Shape;781;p79"/>
              <p:cNvCxnSpPr/>
              <p:nvPr/>
            </p:nvCxnSpPr>
            <p:spPr>
              <a:xfrm>
                <a:off x="5045450" y="3824460"/>
                <a:ext cx="3727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82" name="Google Shape;782;p79"/>
              <p:cNvCxnSpPr/>
              <p:nvPr/>
            </p:nvCxnSpPr>
            <p:spPr>
              <a:xfrm>
                <a:off x="5045450" y="3460965"/>
                <a:ext cx="3727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83" name="Google Shape;783;p79"/>
              <p:cNvCxnSpPr/>
              <p:nvPr/>
            </p:nvCxnSpPr>
            <p:spPr>
              <a:xfrm>
                <a:off x="5045450" y="3097470"/>
                <a:ext cx="3727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descr="A line graph showing revenue growth across time. " id="784" name="Google Shape;784;p79"/>
              <p:cNvCxnSpPr/>
              <p:nvPr/>
            </p:nvCxnSpPr>
            <p:spPr>
              <a:xfrm>
                <a:off x="5045450" y="2733975"/>
                <a:ext cx="3727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85" name="Google Shape;785;p79"/>
              <p:cNvCxnSpPr/>
              <p:nvPr/>
            </p:nvCxnSpPr>
            <p:spPr>
              <a:xfrm>
                <a:off x="5045450" y="4187955"/>
                <a:ext cx="3727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86" name="Google Shape;786;p79"/>
              <p:cNvCxnSpPr/>
              <p:nvPr/>
            </p:nvCxnSpPr>
            <p:spPr>
              <a:xfrm>
                <a:off x="5045450" y="4006208"/>
                <a:ext cx="3727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87" name="Google Shape;787;p79"/>
              <p:cNvCxnSpPr/>
              <p:nvPr/>
            </p:nvCxnSpPr>
            <p:spPr>
              <a:xfrm>
                <a:off x="5045450" y="2915723"/>
                <a:ext cx="3727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88" name="Google Shape;788;p79"/>
              <p:cNvCxnSpPr/>
              <p:nvPr/>
            </p:nvCxnSpPr>
            <p:spPr>
              <a:xfrm>
                <a:off x="5045450" y="3279218"/>
                <a:ext cx="3727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89" name="Google Shape;789;p79"/>
              <p:cNvCxnSpPr/>
              <p:nvPr/>
            </p:nvCxnSpPr>
            <p:spPr>
              <a:xfrm>
                <a:off x="5045450" y="3642713"/>
                <a:ext cx="3727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790" name="Google Shape;790;p79"/>
            <p:cNvSpPr txBox="1"/>
            <p:nvPr/>
          </p:nvSpPr>
          <p:spPr>
            <a:xfrm>
              <a:off x="8396725" y="4665975"/>
              <a:ext cx="379800" cy="12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chemeClr val="lt1"/>
                  </a:solidFill>
                  <a:latin typeface="DM Sans"/>
                  <a:ea typeface="DM Sans"/>
                  <a:cs typeface="DM Sans"/>
                  <a:sym typeface="DM Sans"/>
                </a:rPr>
                <a:t>2030</a:t>
              </a:r>
              <a:endParaRPr sz="9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791" name="Google Shape;791;p79"/>
            <p:cNvSpPr/>
            <p:nvPr/>
          </p:nvSpPr>
          <p:spPr>
            <a:xfrm>
              <a:off x="5357887" y="4151988"/>
              <a:ext cx="70200" cy="70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2" name="Google Shape;792;p79"/>
            <p:cNvSpPr/>
            <p:nvPr/>
          </p:nvSpPr>
          <p:spPr>
            <a:xfrm>
              <a:off x="6156297" y="3607601"/>
              <a:ext cx="70200" cy="70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3" name="Google Shape;793;p79"/>
            <p:cNvSpPr/>
            <p:nvPr/>
          </p:nvSpPr>
          <p:spPr>
            <a:xfrm>
              <a:off x="6954706" y="3789801"/>
              <a:ext cx="70200" cy="70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4" name="Google Shape;794;p79"/>
            <p:cNvSpPr/>
            <p:nvPr/>
          </p:nvSpPr>
          <p:spPr>
            <a:xfrm>
              <a:off x="7753116" y="3427626"/>
              <a:ext cx="70200" cy="70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5" name="Google Shape;795;p79"/>
            <p:cNvSpPr/>
            <p:nvPr/>
          </p:nvSpPr>
          <p:spPr>
            <a:xfrm>
              <a:off x="8551525" y="2880551"/>
              <a:ext cx="70200" cy="70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796" name="Google Shape;796;p79"/>
            <p:cNvCxnSpPr>
              <a:stCxn id="791" idx="3"/>
              <a:endCxn id="792" idx="1"/>
            </p:cNvCxnSpPr>
            <p:nvPr/>
          </p:nvCxnSpPr>
          <p:spPr>
            <a:xfrm flipH="1" rot="10800000">
              <a:off x="5428087" y="3642588"/>
              <a:ext cx="728100" cy="544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97" name="Google Shape;797;p79"/>
            <p:cNvCxnSpPr>
              <a:stCxn id="792" idx="3"/>
              <a:endCxn id="793" idx="1"/>
            </p:cNvCxnSpPr>
            <p:nvPr/>
          </p:nvCxnSpPr>
          <p:spPr>
            <a:xfrm>
              <a:off x="6226497" y="3642701"/>
              <a:ext cx="728100" cy="182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98" name="Google Shape;798;p79"/>
            <p:cNvCxnSpPr>
              <a:stCxn id="793" idx="3"/>
              <a:endCxn id="794" idx="1"/>
            </p:cNvCxnSpPr>
            <p:nvPr/>
          </p:nvCxnSpPr>
          <p:spPr>
            <a:xfrm flipH="1" rot="10800000">
              <a:off x="7024906" y="3462801"/>
              <a:ext cx="728100" cy="362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99" name="Google Shape;799;p79"/>
            <p:cNvCxnSpPr>
              <a:stCxn id="794" idx="3"/>
              <a:endCxn id="795" idx="1"/>
            </p:cNvCxnSpPr>
            <p:nvPr/>
          </p:nvCxnSpPr>
          <p:spPr>
            <a:xfrm flipH="1" rot="10800000">
              <a:off x="7823316" y="2915526"/>
              <a:ext cx="728100" cy="547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800" name="Google Shape;800;p79"/>
            <p:cNvSpPr txBox="1"/>
            <p:nvPr/>
          </p:nvSpPr>
          <p:spPr>
            <a:xfrm>
              <a:off x="7598316" y="4665975"/>
              <a:ext cx="379800" cy="12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chemeClr val="lt1"/>
                  </a:solidFill>
                  <a:latin typeface="DM Sans"/>
                  <a:ea typeface="DM Sans"/>
                  <a:cs typeface="DM Sans"/>
                  <a:sym typeface="DM Sans"/>
                </a:rPr>
                <a:t>2029</a:t>
              </a:r>
              <a:endParaRPr sz="9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801" name="Google Shape;801;p79"/>
            <p:cNvSpPr txBox="1"/>
            <p:nvPr/>
          </p:nvSpPr>
          <p:spPr>
            <a:xfrm>
              <a:off x="6799906" y="4665975"/>
              <a:ext cx="379800" cy="12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chemeClr val="lt1"/>
                  </a:solidFill>
                  <a:latin typeface="DM Sans"/>
                  <a:ea typeface="DM Sans"/>
                  <a:cs typeface="DM Sans"/>
                  <a:sym typeface="DM Sans"/>
                </a:rPr>
                <a:t>2028</a:t>
              </a:r>
              <a:endParaRPr sz="9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802" name="Google Shape;802;p79"/>
            <p:cNvSpPr txBox="1"/>
            <p:nvPr/>
          </p:nvSpPr>
          <p:spPr>
            <a:xfrm>
              <a:off x="6001497" y="4665975"/>
              <a:ext cx="379800" cy="12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chemeClr val="lt1"/>
                  </a:solidFill>
                  <a:latin typeface="DM Sans"/>
                  <a:ea typeface="DM Sans"/>
                  <a:cs typeface="DM Sans"/>
                  <a:sym typeface="DM Sans"/>
                </a:rPr>
                <a:t>2027</a:t>
              </a:r>
              <a:endParaRPr sz="9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803" name="Google Shape;803;p79"/>
            <p:cNvSpPr txBox="1"/>
            <p:nvPr/>
          </p:nvSpPr>
          <p:spPr>
            <a:xfrm>
              <a:off x="5203087" y="4665975"/>
              <a:ext cx="379800" cy="12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chemeClr val="lt1"/>
                  </a:solidFill>
                  <a:latin typeface="DM Sans"/>
                  <a:ea typeface="DM Sans"/>
                  <a:cs typeface="DM Sans"/>
                  <a:sym typeface="DM Sans"/>
                </a:rPr>
                <a:t>2026</a:t>
              </a:r>
              <a:endParaRPr sz="9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804" name="Google Shape;804;p79"/>
            <p:cNvSpPr txBox="1"/>
            <p:nvPr/>
          </p:nvSpPr>
          <p:spPr>
            <a:xfrm>
              <a:off x="4625096" y="3414265"/>
              <a:ext cx="379800" cy="8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0" marL="0" rtl="0"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lt1"/>
                  </a:solidFill>
                  <a:latin typeface="DM Sans"/>
                  <a:ea typeface="DM Sans"/>
                  <a:cs typeface="DM Sans"/>
                  <a:sym typeface="DM Sans"/>
                </a:rPr>
                <a:t>20%</a:t>
              </a:r>
              <a:endParaRPr sz="6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805" name="Google Shape;805;p79"/>
          <p:cNvGrpSpPr/>
          <p:nvPr/>
        </p:nvGrpSpPr>
        <p:grpSpPr>
          <a:xfrm>
            <a:off x="50" y="2162150"/>
            <a:ext cx="4301525" cy="1988452"/>
            <a:chOff x="50" y="2162150"/>
            <a:chExt cx="4301525" cy="1988452"/>
          </a:xfrm>
        </p:grpSpPr>
        <p:sp>
          <p:nvSpPr>
            <p:cNvPr id="806" name="Google Shape;806;p79"/>
            <p:cNvSpPr/>
            <p:nvPr/>
          </p:nvSpPr>
          <p:spPr>
            <a:xfrm>
              <a:off x="50" y="2725002"/>
              <a:ext cx="4000500" cy="14256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descr="A segmented bar chart comparing net revenue and gross revenue. " id="807" name="Google Shape;807;p79"/>
            <p:cNvSpPr/>
            <p:nvPr/>
          </p:nvSpPr>
          <p:spPr>
            <a:xfrm>
              <a:off x="50" y="2725002"/>
              <a:ext cx="2423700" cy="1425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808" name="Google Shape;808;p79"/>
            <p:cNvSpPr txBox="1"/>
            <p:nvPr/>
          </p:nvSpPr>
          <p:spPr>
            <a:xfrm>
              <a:off x="361975" y="2162150"/>
              <a:ext cx="3939600" cy="19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91425" wrap="square" tIns="0">
              <a:spAutoFit/>
            </a:bodyPr>
            <a:lstStyle/>
            <a:p>
              <a:pPr indent="0" lvl="0" marL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Yearly revenue </a:t>
              </a:r>
              <a:endParaRPr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endParaRPr>
            </a:p>
          </p:txBody>
        </p:sp>
        <p:sp>
          <p:nvSpPr>
            <p:cNvPr id="809" name="Google Shape;809;p79"/>
            <p:cNvSpPr txBox="1"/>
            <p:nvPr/>
          </p:nvSpPr>
          <p:spPr>
            <a:xfrm>
              <a:off x="50" y="2853975"/>
              <a:ext cx="34578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45700" spcFirstLastPara="1" rIns="45700" wrap="square" tIns="45700">
              <a:spAutoFit/>
            </a:bodyPr>
            <a:lstStyle/>
            <a:p>
              <a:pPr indent="0" lvl="0" marL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Year 1: MVP release                                  </a:t>
              </a:r>
              <a:endParaRPr sz="10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endParaRPr>
            </a:p>
            <a:p>
              <a:pPr indent="0" lvl="0" marL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endParaRPr>
            </a:p>
            <a:p>
              <a:pPr indent="0" lvl="0" marL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Year 2: Premium users &amp; schools             </a:t>
              </a:r>
              <a:br>
                <a:rPr lang="en" sz="1000">
                  <a:solidFill>
                    <a:schemeClr val="lt1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</a:br>
              <a:endParaRPr sz="10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endParaRPr>
            </a:p>
            <a:p>
              <a:pPr indent="0" lvl="0" marL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Year 3: API adoption</a:t>
              </a:r>
              <a:br>
                <a:rPr lang="en" sz="1000">
                  <a:solidFill>
                    <a:schemeClr val="lt1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</a:br>
              <a:endParaRPr sz="10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endParaRPr>
            </a:p>
            <a:p>
              <a:pPr indent="0" lvl="0" marL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Year 4–5: Scalable cloud revenue</a:t>
              </a:r>
              <a:endParaRPr sz="10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endParaRPr>
            </a:p>
            <a:p>
              <a:pPr indent="0" lvl="0" marL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p80"/>
          <p:cNvSpPr txBox="1"/>
          <p:nvPr>
            <p:ph type="title"/>
          </p:nvPr>
        </p:nvSpPr>
        <p:spPr>
          <a:xfrm>
            <a:off x="451472" y="2024100"/>
            <a:ext cx="4163100" cy="1372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wiss">
  <a:themeElements>
    <a:clrScheme name="Swiss">
      <a:dk1>
        <a:srgbClr val="F46524"/>
      </a:dk1>
      <a:lt1>
        <a:srgbClr val="FFFFFF"/>
      </a:lt1>
      <a:dk2>
        <a:srgbClr val="000000"/>
      </a:dk2>
      <a:lt2>
        <a:srgbClr val="757575"/>
      </a:lt2>
      <a:accent1>
        <a:srgbClr val="01579B"/>
      </a:accent1>
      <a:accent2>
        <a:srgbClr val="27C7BD"/>
      </a:accent2>
      <a:accent3>
        <a:srgbClr val="0099E8"/>
      </a:accent3>
      <a:accent4>
        <a:srgbClr val="51B9A3"/>
      </a:accent4>
      <a:accent5>
        <a:srgbClr val="FB8C00"/>
      </a:accent5>
      <a:accent6>
        <a:srgbClr val="FFAE88"/>
      </a:accent6>
      <a:hlink>
        <a:srgbClr val="0277BD"/>
      </a:hlink>
      <a:folHlink>
        <a:srgbClr val="0277B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Business Plan Presentation">
  <a:themeElements>
    <a:clrScheme name="Simple Light">
      <a:dk1>
        <a:srgbClr val="F9F9F9"/>
      </a:dk1>
      <a:lt1>
        <a:srgbClr val="183C40"/>
      </a:lt1>
      <a:dk2>
        <a:srgbClr val="20494D"/>
      </a:dk2>
      <a:lt2>
        <a:srgbClr val="799DA7"/>
      </a:lt2>
      <a:accent1>
        <a:srgbClr val="B0D5CD"/>
      </a:accent1>
      <a:accent2>
        <a:srgbClr val="A6DAEA"/>
      </a:accent2>
      <a:accent3>
        <a:srgbClr val="B78D43"/>
      </a:accent3>
      <a:accent4>
        <a:srgbClr val="9AA864"/>
      </a:accent4>
      <a:accent5>
        <a:srgbClr val="426345"/>
      </a:accent5>
      <a:accent6>
        <a:srgbClr val="DCDCDC"/>
      </a:accent6>
      <a:hlink>
        <a:srgbClr val="B0D5C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