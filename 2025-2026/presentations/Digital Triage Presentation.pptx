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305" r:id="rId7"/>
    <p:sldId id="306" r:id="rId8"/>
    <p:sldId id="307" r:id="rId9"/>
    <p:sldId id="267" r:id="rId10"/>
  </p:sldIdLst>
  <p:sldSz cx="9144000" cy="5143500" type="screen16x9"/>
  <p:notesSz cx="6858000" cy="9144000"/>
  <p:embeddedFontLst>
    <p:embeddedFont>
      <p:font typeface="Anaheim" panose="020B0604020202020204" charset="0"/>
      <p:regular r:id="rId12"/>
      <p:bold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Raleway" pitchFamily="2" charset="0"/>
      <p:regular r:id="rId18"/>
      <p:bold r:id="rId19"/>
      <p:italic r:id="rId20"/>
      <p:boldItalic r:id="rId21"/>
    </p:embeddedFont>
    <p:embeddedFont>
      <p:font typeface="Raleway Black" pitchFamily="2" charset="0"/>
      <p:bold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BBA6F5-5DBE-44E8-B2DB-82B071D39762}">
  <a:tblStyle styleId="{F9BBA6F5-5DBE-44E8-B2DB-82B071D397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449CE7D-0069-4ACA-82F2-3F7B1A166FC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0A73CA6-AD5E-43E6-99D0-0F587AECBE9E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2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66c089a7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66c089a7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>
          <a:extLst>
            <a:ext uri="{FF2B5EF4-FFF2-40B4-BE49-F238E27FC236}">
              <a16:creationId xmlns:a16="http://schemas.microsoft.com/office/drawing/2014/main" id="{ECC39306-7B06-30CE-E10E-314F47F53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14072739ea5_12_0:notes">
            <a:extLst>
              <a:ext uri="{FF2B5EF4-FFF2-40B4-BE49-F238E27FC236}">
                <a16:creationId xmlns:a16="http://schemas.microsoft.com/office/drawing/2014/main" id="{9CFB6AB3-32A9-4039-982C-7138144B5C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14072739ea5_12_0:notes">
            <a:extLst>
              <a:ext uri="{FF2B5EF4-FFF2-40B4-BE49-F238E27FC236}">
                <a16:creationId xmlns:a16="http://schemas.microsoft.com/office/drawing/2014/main" id="{6FA24B56-C3F4-42B9-623B-75159A1FB8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4232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>
          <a:extLst>
            <a:ext uri="{FF2B5EF4-FFF2-40B4-BE49-F238E27FC236}">
              <a16:creationId xmlns:a16="http://schemas.microsoft.com/office/drawing/2014/main" id="{BB5EFB6E-8393-97C0-A265-23ED01C0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14072739ea5_12_0:notes">
            <a:extLst>
              <a:ext uri="{FF2B5EF4-FFF2-40B4-BE49-F238E27FC236}">
                <a16:creationId xmlns:a16="http://schemas.microsoft.com/office/drawing/2014/main" id="{B3459FBD-9D14-1083-BECD-6804515188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14072739ea5_12_0:notes">
            <a:extLst>
              <a:ext uri="{FF2B5EF4-FFF2-40B4-BE49-F238E27FC236}">
                <a16:creationId xmlns:a16="http://schemas.microsoft.com/office/drawing/2014/main" id="{5F92AE70-A497-F083-8CD4-A400EA21A9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6376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>
          <a:extLst>
            <a:ext uri="{FF2B5EF4-FFF2-40B4-BE49-F238E27FC236}">
              <a16:creationId xmlns:a16="http://schemas.microsoft.com/office/drawing/2014/main" id="{64166547-F20C-D39D-97F6-8F519A88D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14072739ea5_12_0:notes">
            <a:extLst>
              <a:ext uri="{FF2B5EF4-FFF2-40B4-BE49-F238E27FC236}">
                <a16:creationId xmlns:a16="http://schemas.microsoft.com/office/drawing/2014/main" id="{870A0CC4-44D5-C95E-C60B-31749CF482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14072739ea5_12_0:notes">
            <a:extLst>
              <a:ext uri="{FF2B5EF4-FFF2-40B4-BE49-F238E27FC236}">
                <a16:creationId xmlns:a16="http://schemas.microsoft.com/office/drawing/2014/main" id="{EB5A56AC-580A-8A42-64EC-F97338A06B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3609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4688" y="1218425"/>
            <a:ext cx="4393800" cy="20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4688" y="3371350"/>
            <a:ext cx="4393800" cy="51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37106" y="227144"/>
            <a:ext cx="952222" cy="319917"/>
            <a:chOff x="1608712" y="575096"/>
            <a:chExt cx="675431" cy="226924"/>
          </a:xfrm>
        </p:grpSpPr>
        <p:sp>
          <p:nvSpPr>
            <p:cNvPr id="12" name="Google Shape;12;p2"/>
            <p:cNvSpPr/>
            <p:nvPr/>
          </p:nvSpPr>
          <p:spPr>
            <a:xfrm>
              <a:off x="160871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768398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763436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92312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0784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67525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06256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222250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6"/>
          <p:cNvGrpSpPr/>
          <p:nvPr/>
        </p:nvGrpSpPr>
        <p:grpSpPr>
          <a:xfrm>
            <a:off x="-654799" y="-864825"/>
            <a:ext cx="11188038" cy="11341664"/>
            <a:chOff x="-654799" y="-864825"/>
            <a:chExt cx="11188038" cy="11341664"/>
          </a:xfrm>
        </p:grpSpPr>
        <p:sp>
          <p:nvSpPr>
            <p:cNvPr id="75" name="Google Shape;75;p6"/>
            <p:cNvSpPr/>
            <p:nvPr/>
          </p:nvSpPr>
          <p:spPr>
            <a:xfrm>
              <a:off x="-654799" y="-864825"/>
              <a:ext cx="1493084" cy="1493084"/>
            </a:xfrm>
            <a:custGeom>
              <a:avLst/>
              <a:gdLst/>
              <a:ahLst/>
              <a:cxnLst/>
              <a:rect l="l" t="t" r="r" b="b"/>
              <a:pathLst>
                <a:path w="350901" h="350901" extrusionOk="0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4803026" y="4746626"/>
              <a:ext cx="5730213" cy="5730213"/>
            </a:xfrm>
            <a:custGeom>
              <a:avLst/>
              <a:gdLst/>
              <a:ahLst/>
              <a:cxnLst/>
              <a:rect l="l" t="t" r="r" b="b"/>
              <a:pathLst>
                <a:path w="350901" h="350901" extrusionOk="0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6"/>
          <p:cNvGrpSpPr/>
          <p:nvPr/>
        </p:nvGrpSpPr>
        <p:grpSpPr>
          <a:xfrm rot="5400000">
            <a:off x="488933" y="4471054"/>
            <a:ext cx="249523" cy="820121"/>
            <a:chOff x="72832" y="1247500"/>
            <a:chExt cx="347865" cy="1143344"/>
          </a:xfrm>
        </p:grpSpPr>
        <p:sp>
          <p:nvSpPr>
            <p:cNvPr id="79" name="Google Shape;79;p6"/>
            <p:cNvSpPr/>
            <p:nvPr/>
          </p:nvSpPr>
          <p:spPr>
            <a:xfrm>
              <a:off x="72832" y="1247500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72832" y="1512641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321384" y="1512650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321384" y="1777791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72832" y="1761206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72832" y="2026347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321384" y="2026356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321384" y="2291497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6"/>
          <p:cNvGrpSpPr/>
          <p:nvPr/>
        </p:nvGrpSpPr>
        <p:grpSpPr>
          <a:xfrm>
            <a:off x="7853024" y="50098"/>
            <a:ext cx="1169941" cy="1332046"/>
            <a:chOff x="7853024" y="50098"/>
            <a:chExt cx="1169941" cy="1332046"/>
          </a:xfrm>
        </p:grpSpPr>
        <p:sp>
          <p:nvSpPr>
            <p:cNvPr id="88" name="Google Shape;88;p6"/>
            <p:cNvSpPr/>
            <p:nvPr/>
          </p:nvSpPr>
          <p:spPr>
            <a:xfrm>
              <a:off x="8845882" y="80603"/>
              <a:ext cx="177082" cy="177082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8272916" y="1062358"/>
              <a:ext cx="319786" cy="31978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7853024" y="50098"/>
              <a:ext cx="139460" cy="13946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8430777" y="480475"/>
              <a:ext cx="234164" cy="23416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8864699" y="992423"/>
              <a:ext cx="139460" cy="13946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>
            <a:spLocks noGrp="1"/>
          </p:cNvSpPr>
          <p:nvPr>
            <p:ph type="title"/>
          </p:nvPr>
        </p:nvSpPr>
        <p:spPr>
          <a:xfrm>
            <a:off x="2158063" y="1646175"/>
            <a:ext cx="4827900" cy="185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1829650" y="2360850"/>
            <a:ext cx="5484900" cy="10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8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9"/>
          <p:cNvSpPr txBox="1">
            <a:spLocks noGrp="1"/>
          </p:cNvSpPr>
          <p:nvPr>
            <p:ph type="subTitle" idx="1"/>
          </p:nvPr>
        </p:nvSpPr>
        <p:spPr>
          <a:xfrm>
            <a:off x="1829736" y="3478775"/>
            <a:ext cx="54849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22" name="Google Shape;122;p9"/>
          <p:cNvGrpSpPr/>
          <p:nvPr/>
        </p:nvGrpSpPr>
        <p:grpSpPr>
          <a:xfrm>
            <a:off x="219773" y="155417"/>
            <a:ext cx="8704036" cy="4882799"/>
            <a:chOff x="219773" y="155417"/>
            <a:chExt cx="8704036" cy="4882799"/>
          </a:xfrm>
        </p:grpSpPr>
        <p:sp>
          <p:nvSpPr>
            <p:cNvPr id="123" name="Google Shape;123;p9"/>
            <p:cNvSpPr/>
            <p:nvPr/>
          </p:nvSpPr>
          <p:spPr>
            <a:xfrm>
              <a:off x="219773" y="4105750"/>
              <a:ext cx="322380" cy="32238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860452" y="4390212"/>
              <a:ext cx="648004" cy="64800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5" name="Google Shape;125;p9"/>
            <p:cNvGrpSpPr/>
            <p:nvPr/>
          </p:nvGrpSpPr>
          <p:grpSpPr>
            <a:xfrm>
              <a:off x="7675170" y="155417"/>
              <a:ext cx="1248639" cy="1070179"/>
              <a:chOff x="7822623" y="155427"/>
              <a:chExt cx="1101481" cy="944053"/>
            </a:xfrm>
          </p:grpSpPr>
          <p:sp>
            <p:nvSpPr>
              <p:cNvPr id="126" name="Google Shape;126;p9"/>
              <p:cNvSpPr/>
              <p:nvPr/>
            </p:nvSpPr>
            <p:spPr>
              <a:xfrm>
                <a:off x="7822623" y="224901"/>
                <a:ext cx="158271" cy="158271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7" name="Google Shape;127;p9"/>
              <p:cNvGrpSpPr/>
              <p:nvPr/>
            </p:nvGrpSpPr>
            <p:grpSpPr>
              <a:xfrm>
                <a:off x="8290363" y="155427"/>
                <a:ext cx="633741" cy="944053"/>
                <a:chOff x="3824813" y="593365"/>
                <a:chExt cx="633741" cy="944053"/>
              </a:xfrm>
            </p:grpSpPr>
            <p:sp>
              <p:nvSpPr>
                <p:cNvPr id="128" name="Google Shape;128;p9"/>
                <p:cNvSpPr/>
                <p:nvPr/>
              </p:nvSpPr>
              <p:spPr>
                <a:xfrm>
                  <a:off x="4230877" y="593365"/>
                  <a:ext cx="227677" cy="22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461" h="259461" extrusionOk="0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" name="Google Shape;129;p9"/>
                <p:cNvSpPr/>
                <p:nvPr/>
              </p:nvSpPr>
              <p:spPr>
                <a:xfrm>
                  <a:off x="3824813" y="1131361"/>
                  <a:ext cx="406056" cy="406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461" h="259461" extrusionOk="0">
                      <a:moveTo>
                        <a:pt x="259461" y="87687"/>
                      </a:moveTo>
                      <a:lnTo>
                        <a:pt x="171774" y="87687"/>
                      </a:lnTo>
                      <a:lnTo>
                        <a:pt x="171774" y="0"/>
                      </a:lnTo>
                      <a:lnTo>
                        <a:pt x="87687" y="0"/>
                      </a:lnTo>
                      <a:lnTo>
                        <a:pt x="87687" y="87687"/>
                      </a:lnTo>
                      <a:lnTo>
                        <a:pt x="0" y="87687"/>
                      </a:lnTo>
                      <a:lnTo>
                        <a:pt x="0" y="171774"/>
                      </a:lnTo>
                      <a:lnTo>
                        <a:pt x="87687" y="171774"/>
                      </a:lnTo>
                      <a:lnTo>
                        <a:pt x="87687" y="259461"/>
                      </a:lnTo>
                      <a:lnTo>
                        <a:pt x="171774" y="259461"/>
                      </a:lnTo>
                      <a:lnTo>
                        <a:pt x="171774" y="171774"/>
                      </a:lnTo>
                      <a:lnTo>
                        <a:pt x="259461" y="17177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30" name="Google Shape;130;p9"/>
          <p:cNvGrpSpPr/>
          <p:nvPr/>
        </p:nvGrpSpPr>
        <p:grpSpPr>
          <a:xfrm>
            <a:off x="-1152398" y="-476038"/>
            <a:ext cx="12770497" cy="8499962"/>
            <a:chOff x="-1152398" y="-476038"/>
            <a:chExt cx="12770497" cy="8499962"/>
          </a:xfrm>
        </p:grpSpPr>
        <p:grpSp>
          <p:nvGrpSpPr>
            <p:cNvPr id="131" name="Google Shape;131;p9"/>
            <p:cNvGrpSpPr/>
            <p:nvPr/>
          </p:nvGrpSpPr>
          <p:grpSpPr>
            <a:xfrm>
              <a:off x="6956945" y="3616608"/>
              <a:ext cx="4661154" cy="4407317"/>
              <a:chOff x="6993020" y="3470033"/>
              <a:chExt cx="4661154" cy="4407317"/>
            </a:xfrm>
          </p:grpSpPr>
          <p:sp>
            <p:nvSpPr>
              <p:cNvPr id="132" name="Google Shape;132;p9"/>
              <p:cNvSpPr/>
              <p:nvPr/>
            </p:nvSpPr>
            <p:spPr>
              <a:xfrm>
                <a:off x="7246857" y="3470033"/>
                <a:ext cx="4407317" cy="4407317"/>
              </a:xfrm>
              <a:custGeom>
                <a:avLst/>
                <a:gdLst/>
                <a:ahLst/>
                <a:cxnLst/>
                <a:rect l="l" t="t" r="r" b="b"/>
                <a:pathLst>
                  <a:path w="350901" h="350901" extrusionOk="0">
                    <a:moveTo>
                      <a:pt x="350901" y="175451"/>
                    </a:moveTo>
                    <a:cubicBezTo>
                      <a:pt x="350901" y="272349"/>
                      <a:pt x="272349" y="350901"/>
                      <a:pt x="175450" y="350901"/>
                    </a:cubicBezTo>
                    <a:cubicBezTo>
                      <a:pt x="78552" y="350901"/>
                      <a:pt x="0" y="272349"/>
                      <a:pt x="0" y="175451"/>
                    </a:cubicBezTo>
                    <a:cubicBezTo>
                      <a:pt x="0" y="78552"/>
                      <a:pt x="78552" y="0"/>
                      <a:pt x="175450" y="0"/>
                    </a:cubicBezTo>
                    <a:cubicBezTo>
                      <a:pt x="272349" y="0"/>
                      <a:pt x="350901" y="78552"/>
                      <a:pt x="350901" y="17545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3" name="Google Shape;133;p9"/>
              <p:cNvGrpSpPr/>
              <p:nvPr/>
            </p:nvGrpSpPr>
            <p:grpSpPr>
              <a:xfrm rot="5400000">
                <a:off x="7438330" y="3943139"/>
                <a:ext cx="389469" cy="1280088"/>
                <a:chOff x="72832" y="1247500"/>
                <a:chExt cx="347865" cy="1143344"/>
              </a:xfrm>
            </p:grpSpPr>
            <p:sp>
              <p:nvSpPr>
                <p:cNvPr id="134" name="Google Shape;134;p9"/>
                <p:cNvSpPr/>
                <p:nvPr/>
              </p:nvSpPr>
              <p:spPr>
                <a:xfrm>
                  <a:off x="72832" y="1247500"/>
                  <a:ext cx="99314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7811"/>
                      </a:moveTo>
                      <a:cubicBezTo>
                        <a:pt x="97137" y="73631"/>
                        <a:pt x="76182" y="94567"/>
                        <a:pt x="50400" y="94567"/>
                      </a:cubicBezTo>
                      <a:cubicBezTo>
                        <a:pt x="24556" y="94567"/>
                        <a:pt x="3664" y="73631"/>
                        <a:pt x="3664" y="47811"/>
                      </a:cubicBezTo>
                      <a:cubicBezTo>
                        <a:pt x="3664" y="21992"/>
                        <a:pt x="24556" y="1063"/>
                        <a:pt x="50400" y="1063"/>
                      </a:cubicBezTo>
                      <a:cubicBezTo>
                        <a:pt x="76182" y="1063"/>
                        <a:pt x="97137" y="21992"/>
                        <a:pt x="97137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" name="Google Shape;135;p9"/>
                <p:cNvSpPr/>
                <p:nvPr/>
              </p:nvSpPr>
              <p:spPr>
                <a:xfrm>
                  <a:off x="72832" y="1512641"/>
                  <a:ext cx="99314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7936"/>
                      </a:moveTo>
                      <a:cubicBezTo>
                        <a:pt x="97137" y="73755"/>
                        <a:pt x="76182" y="94691"/>
                        <a:pt x="50400" y="94691"/>
                      </a:cubicBezTo>
                      <a:cubicBezTo>
                        <a:pt x="24556" y="94691"/>
                        <a:pt x="3664" y="73755"/>
                        <a:pt x="3664" y="47936"/>
                      </a:cubicBezTo>
                      <a:cubicBezTo>
                        <a:pt x="3664" y="22117"/>
                        <a:pt x="24556" y="1187"/>
                        <a:pt x="50400" y="1187"/>
                      </a:cubicBezTo>
                      <a:cubicBezTo>
                        <a:pt x="76182" y="1187"/>
                        <a:pt x="97137" y="22117"/>
                        <a:pt x="97137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" name="Google Shape;136;p9"/>
                <p:cNvSpPr/>
                <p:nvPr/>
              </p:nvSpPr>
              <p:spPr>
                <a:xfrm>
                  <a:off x="321384" y="1512650"/>
                  <a:ext cx="99313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7811"/>
                      </a:moveTo>
                      <a:cubicBezTo>
                        <a:pt x="97253" y="73631"/>
                        <a:pt x="76361" y="94567"/>
                        <a:pt x="50517" y="94567"/>
                      </a:cubicBezTo>
                      <a:cubicBezTo>
                        <a:pt x="24736" y="94567"/>
                        <a:pt x="3781" y="73631"/>
                        <a:pt x="3781" y="47811"/>
                      </a:cubicBezTo>
                      <a:cubicBezTo>
                        <a:pt x="3781" y="21992"/>
                        <a:pt x="24736" y="1063"/>
                        <a:pt x="50517" y="1063"/>
                      </a:cubicBezTo>
                      <a:cubicBezTo>
                        <a:pt x="76361" y="1063"/>
                        <a:pt x="97253" y="21992"/>
                        <a:pt x="97253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9"/>
                <p:cNvSpPr/>
                <p:nvPr/>
              </p:nvSpPr>
              <p:spPr>
                <a:xfrm>
                  <a:off x="321384" y="1777791"/>
                  <a:ext cx="99313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7936"/>
                      </a:moveTo>
                      <a:cubicBezTo>
                        <a:pt x="97253" y="73755"/>
                        <a:pt x="76361" y="94691"/>
                        <a:pt x="50517" y="94691"/>
                      </a:cubicBezTo>
                      <a:cubicBezTo>
                        <a:pt x="24736" y="94691"/>
                        <a:pt x="3781" y="73755"/>
                        <a:pt x="3781" y="47936"/>
                      </a:cubicBezTo>
                      <a:cubicBezTo>
                        <a:pt x="3781" y="22117"/>
                        <a:pt x="24736" y="1187"/>
                        <a:pt x="50517" y="1187"/>
                      </a:cubicBezTo>
                      <a:cubicBezTo>
                        <a:pt x="76361" y="1187"/>
                        <a:pt x="97253" y="22117"/>
                        <a:pt x="97253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" name="Google Shape;138;p9"/>
                <p:cNvSpPr/>
                <p:nvPr/>
              </p:nvSpPr>
              <p:spPr>
                <a:xfrm>
                  <a:off x="72832" y="1761206"/>
                  <a:ext cx="99314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059"/>
                      </a:moveTo>
                      <a:cubicBezTo>
                        <a:pt x="97137" y="73878"/>
                        <a:pt x="76182" y="94807"/>
                        <a:pt x="50400" y="94807"/>
                      </a:cubicBezTo>
                      <a:cubicBezTo>
                        <a:pt x="24556" y="94807"/>
                        <a:pt x="3664" y="73878"/>
                        <a:pt x="3664" y="48059"/>
                      </a:cubicBezTo>
                      <a:cubicBezTo>
                        <a:pt x="3664" y="22240"/>
                        <a:pt x="24556" y="1304"/>
                        <a:pt x="50400" y="1304"/>
                      </a:cubicBezTo>
                      <a:cubicBezTo>
                        <a:pt x="76182" y="1304"/>
                        <a:pt x="97137" y="22240"/>
                        <a:pt x="97137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9" name="Google Shape;139;p9"/>
                <p:cNvSpPr/>
                <p:nvPr/>
              </p:nvSpPr>
              <p:spPr>
                <a:xfrm>
                  <a:off x="72832" y="2026347"/>
                  <a:ext cx="99314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183"/>
                      </a:moveTo>
                      <a:cubicBezTo>
                        <a:pt x="97137" y="74002"/>
                        <a:pt x="76182" y="94932"/>
                        <a:pt x="50400" y="94932"/>
                      </a:cubicBezTo>
                      <a:cubicBezTo>
                        <a:pt x="24556" y="94932"/>
                        <a:pt x="3664" y="74002"/>
                        <a:pt x="3664" y="48183"/>
                      </a:cubicBezTo>
                      <a:cubicBezTo>
                        <a:pt x="3664" y="22364"/>
                        <a:pt x="24556" y="1428"/>
                        <a:pt x="50400" y="1428"/>
                      </a:cubicBezTo>
                      <a:cubicBezTo>
                        <a:pt x="76182" y="1428"/>
                        <a:pt x="97137" y="22364"/>
                        <a:pt x="97137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" name="Google Shape;140;p9"/>
                <p:cNvSpPr/>
                <p:nvPr/>
              </p:nvSpPr>
              <p:spPr>
                <a:xfrm>
                  <a:off x="321384" y="2026356"/>
                  <a:ext cx="99313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8059"/>
                      </a:moveTo>
                      <a:cubicBezTo>
                        <a:pt x="97253" y="73878"/>
                        <a:pt x="76361" y="94807"/>
                        <a:pt x="50517" y="94807"/>
                      </a:cubicBezTo>
                      <a:cubicBezTo>
                        <a:pt x="24736" y="94807"/>
                        <a:pt x="3781" y="73878"/>
                        <a:pt x="3781" y="48059"/>
                      </a:cubicBezTo>
                      <a:cubicBezTo>
                        <a:pt x="3781" y="22240"/>
                        <a:pt x="24736" y="1304"/>
                        <a:pt x="50517" y="1304"/>
                      </a:cubicBezTo>
                      <a:cubicBezTo>
                        <a:pt x="76361" y="1304"/>
                        <a:pt x="97253" y="22240"/>
                        <a:pt x="97253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p9"/>
                <p:cNvSpPr/>
                <p:nvPr/>
              </p:nvSpPr>
              <p:spPr>
                <a:xfrm>
                  <a:off x="321384" y="2291497"/>
                  <a:ext cx="99313" cy="99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8183"/>
                      </a:moveTo>
                      <a:cubicBezTo>
                        <a:pt x="97253" y="74002"/>
                        <a:pt x="76361" y="94932"/>
                        <a:pt x="50517" y="94932"/>
                      </a:cubicBezTo>
                      <a:cubicBezTo>
                        <a:pt x="24736" y="94932"/>
                        <a:pt x="3781" y="74002"/>
                        <a:pt x="3781" y="48183"/>
                      </a:cubicBezTo>
                      <a:cubicBezTo>
                        <a:pt x="3781" y="22364"/>
                        <a:pt x="24736" y="1428"/>
                        <a:pt x="50517" y="1428"/>
                      </a:cubicBezTo>
                      <a:cubicBezTo>
                        <a:pt x="76361" y="1428"/>
                        <a:pt x="97253" y="22364"/>
                        <a:pt x="97253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42" name="Google Shape;142;p9"/>
            <p:cNvSpPr/>
            <p:nvPr/>
          </p:nvSpPr>
          <p:spPr>
            <a:xfrm>
              <a:off x="-1152398" y="-476038"/>
              <a:ext cx="2265943" cy="2265943"/>
            </a:xfrm>
            <a:custGeom>
              <a:avLst/>
              <a:gdLst/>
              <a:ahLst/>
              <a:cxnLst/>
              <a:rect l="l" t="t" r="r" b="b"/>
              <a:pathLst>
                <a:path w="350901" h="350901" extrusionOk="0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3"/>
          <p:cNvGrpSpPr/>
          <p:nvPr/>
        </p:nvGrpSpPr>
        <p:grpSpPr>
          <a:xfrm>
            <a:off x="-721111" y="-974986"/>
            <a:ext cx="11721963" cy="7487260"/>
            <a:chOff x="-721111" y="-974986"/>
            <a:chExt cx="11721963" cy="7487260"/>
          </a:xfrm>
        </p:grpSpPr>
        <p:sp>
          <p:nvSpPr>
            <p:cNvPr id="155" name="Google Shape;155;p13"/>
            <p:cNvSpPr/>
            <p:nvPr/>
          </p:nvSpPr>
          <p:spPr>
            <a:xfrm rot="10800000">
              <a:off x="8347485" y="-974986"/>
              <a:ext cx="2653366" cy="264985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6" name="Google Shape;156;p13"/>
            <p:cNvGrpSpPr/>
            <p:nvPr/>
          </p:nvGrpSpPr>
          <p:grpSpPr>
            <a:xfrm>
              <a:off x="-721111" y="3588349"/>
              <a:ext cx="2259549" cy="2923926"/>
              <a:chOff x="-721111" y="3588349"/>
              <a:chExt cx="2259549" cy="2923926"/>
            </a:xfrm>
          </p:grpSpPr>
          <p:sp>
            <p:nvSpPr>
              <p:cNvPr id="157" name="Google Shape;157;p13"/>
              <p:cNvSpPr/>
              <p:nvPr/>
            </p:nvSpPr>
            <p:spPr>
              <a:xfrm flipH="1">
                <a:off x="-721111" y="4256026"/>
                <a:ext cx="2259549" cy="2256248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8" name="Google Shape;158;p13"/>
              <p:cNvGrpSpPr/>
              <p:nvPr/>
            </p:nvGrpSpPr>
            <p:grpSpPr>
              <a:xfrm rot="-5400000">
                <a:off x="-77895" y="3901001"/>
                <a:ext cx="945222" cy="319917"/>
                <a:chOff x="1608712" y="575096"/>
                <a:chExt cx="670466" cy="226924"/>
              </a:xfrm>
            </p:grpSpPr>
            <p:sp>
              <p:nvSpPr>
                <p:cNvPr id="159" name="Google Shape;159;p13"/>
                <p:cNvSpPr/>
                <p:nvPr/>
              </p:nvSpPr>
              <p:spPr>
                <a:xfrm>
                  <a:off x="1763432" y="575096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609" y="41608"/>
                      </a:moveTo>
                      <a:cubicBezTo>
                        <a:pt x="83609" y="64398"/>
                        <a:pt x="65136" y="82871"/>
                        <a:pt x="42353" y="82871"/>
                      </a:cubicBezTo>
                      <a:cubicBezTo>
                        <a:pt x="19556" y="82871"/>
                        <a:pt x="1090" y="64398"/>
                        <a:pt x="1090" y="41608"/>
                      </a:cubicBezTo>
                      <a:cubicBezTo>
                        <a:pt x="1090" y="18824"/>
                        <a:pt x="19556" y="352"/>
                        <a:pt x="42353" y="352"/>
                      </a:cubicBezTo>
                      <a:cubicBezTo>
                        <a:pt x="65136" y="352"/>
                        <a:pt x="83609" y="18824"/>
                        <a:pt x="83609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" name="Google Shape;160;p13"/>
                <p:cNvSpPr/>
                <p:nvPr/>
              </p:nvSpPr>
              <p:spPr>
                <a:xfrm>
                  <a:off x="1608712" y="740131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609" y="41724"/>
                      </a:moveTo>
                      <a:cubicBezTo>
                        <a:pt x="83609" y="64514"/>
                        <a:pt x="65136" y="82980"/>
                        <a:pt x="42353" y="82980"/>
                      </a:cubicBezTo>
                      <a:cubicBezTo>
                        <a:pt x="19556" y="82980"/>
                        <a:pt x="1090" y="64514"/>
                        <a:pt x="1090" y="41724"/>
                      </a:cubicBezTo>
                      <a:cubicBezTo>
                        <a:pt x="1090" y="18934"/>
                        <a:pt x="19556" y="462"/>
                        <a:pt x="42353" y="462"/>
                      </a:cubicBezTo>
                      <a:cubicBezTo>
                        <a:pt x="65136" y="462"/>
                        <a:pt x="83609" y="18934"/>
                        <a:pt x="83609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13"/>
                <p:cNvSpPr/>
                <p:nvPr/>
              </p:nvSpPr>
              <p:spPr>
                <a:xfrm>
                  <a:off x="1918157" y="575096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711" y="41608"/>
                      </a:moveTo>
                      <a:cubicBezTo>
                        <a:pt x="83711" y="64398"/>
                        <a:pt x="65233" y="82871"/>
                        <a:pt x="42449" y="82871"/>
                      </a:cubicBezTo>
                      <a:cubicBezTo>
                        <a:pt x="19665" y="82871"/>
                        <a:pt x="1193" y="64398"/>
                        <a:pt x="1193" y="41608"/>
                      </a:cubicBezTo>
                      <a:cubicBezTo>
                        <a:pt x="1193" y="18824"/>
                        <a:pt x="19665" y="352"/>
                        <a:pt x="42449" y="352"/>
                      </a:cubicBezTo>
                      <a:cubicBezTo>
                        <a:pt x="65233" y="352"/>
                        <a:pt x="83711" y="18824"/>
                        <a:pt x="83711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13"/>
                <p:cNvSpPr/>
                <p:nvPr/>
              </p:nvSpPr>
              <p:spPr>
                <a:xfrm>
                  <a:off x="1763436" y="740131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711" y="41724"/>
                      </a:moveTo>
                      <a:cubicBezTo>
                        <a:pt x="83711" y="64514"/>
                        <a:pt x="65233" y="82980"/>
                        <a:pt x="42449" y="82980"/>
                      </a:cubicBezTo>
                      <a:cubicBezTo>
                        <a:pt x="19665" y="82980"/>
                        <a:pt x="1193" y="64514"/>
                        <a:pt x="1193" y="41724"/>
                      </a:cubicBezTo>
                      <a:cubicBezTo>
                        <a:pt x="1193" y="18934"/>
                        <a:pt x="19665" y="462"/>
                        <a:pt x="42449" y="462"/>
                      </a:cubicBezTo>
                      <a:cubicBezTo>
                        <a:pt x="65233" y="462"/>
                        <a:pt x="83711" y="18934"/>
                        <a:pt x="83711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p13"/>
                <p:cNvSpPr/>
                <p:nvPr/>
              </p:nvSpPr>
              <p:spPr>
                <a:xfrm>
                  <a:off x="2062560" y="575096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807" y="41608"/>
                      </a:moveTo>
                      <a:cubicBezTo>
                        <a:pt x="83807" y="64398"/>
                        <a:pt x="65342" y="82871"/>
                        <a:pt x="42551" y="82871"/>
                      </a:cubicBezTo>
                      <a:cubicBezTo>
                        <a:pt x="19761" y="82871"/>
                        <a:pt x="1289" y="64398"/>
                        <a:pt x="1289" y="41608"/>
                      </a:cubicBezTo>
                      <a:cubicBezTo>
                        <a:pt x="1289" y="18824"/>
                        <a:pt x="19761" y="352"/>
                        <a:pt x="42551" y="352"/>
                      </a:cubicBezTo>
                      <a:cubicBezTo>
                        <a:pt x="65342" y="352"/>
                        <a:pt x="83807" y="18824"/>
                        <a:pt x="83807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13"/>
                <p:cNvSpPr/>
                <p:nvPr/>
              </p:nvSpPr>
              <p:spPr>
                <a:xfrm>
                  <a:off x="1907840" y="740131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807" y="41724"/>
                      </a:moveTo>
                      <a:cubicBezTo>
                        <a:pt x="83807" y="64514"/>
                        <a:pt x="65342" y="82980"/>
                        <a:pt x="42551" y="82980"/>
                      </a:cubicBezTo>
                      <a:cubicBezTo>
                        <a:pt x="19761" y="82980"/>
                        <a:pt x="1289" y="64514"/>
                        <a:pt x="1289" y="41724"/>
                      </a:cubicBezTo>
                      <a:cubicBezTo>
                        <a:pt x="1289" y="18934"/>
                        <a:pt x="19761" y="462"/>
                        <a:pt x="42551" y="462"/>
                      </a:cubicBezTo>
                      <a:cubicBezTo>
                        <a:pt x="65342" y="462"/>
                        <a:pt x="83807" y="18934"/>
                        <a:pt x="83807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13"/>
                <p:cNvSpPr/>
                <p:nvPr/>
              </p:nvSpPr>
              <p:spPr>
                <a:xfrm>
                  <a:off x="2217284" y="575096"/>
                  <a:ext cx="61893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24" h="82518" extrusionOk="0">
                      <a:moveTo>
                        <a:pt x="83917" y="41608"/>
                      </a:moveTo>
                      <a:cubicBezTo>
                        <a:pt x="83917" y="64398"/>
                        <a:pt x="65438" y="82871"/>
                        <a:pt x="42654" y="82871"/>
                      </a:cubicBezTo>
                      <a:cubicBezTo>
                        <a:pt x="19870" y="82871"/>
                        <a:pt x="1392" y="64398"/>
                        <a:pt x="1392" y="41608"/>
                      </a:cubicBezTo>
                      <a:cubicBezTo>
                        <a:pt x="1392" y="18824"/>
                        <a:pt x="19870" y="352"/>
                        <a:pt x="42654" y="352"/>
                      </a:cubicBezTo>
                      <a:cubicBezTo>
                        <a:pt x="65438" y="352"/>
                        <a:pt x="83917" y="18824"/>
                        <a:pt x="83917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" name="Google Shape;166;p13"/>
                <p:cNvSpPr/>
                <p:nvPr/>
              </p:nvSpPr>
              <p:spPr>
                <a:xfrm>
                  <a:off x="2062564" y="740131"/>
                  <a:ext cx="61893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24" h="82518" extrusionOk="0">
                      <a:moveTo>
                        <a:pt x="83917" y="41724"/>
                      </a:moveTo>
                      <a:cubicBezTo>
                        <a:pt x="83917" y="64514"/>
                        <a:pt x="65438" y="82980"/>
                        <a:pt x="42654" y="82980"/>
                      </a:cubicBezTo>
                      <a:cubicBezTo>
                        <a:pt x="19870" y="82980"/>
                        <a:pt x="1392" y="64514"/>
                        <a:pt x="1392" y="41724"/>
                      </a:cubicBezTo>
                      <a:cubicBezTo>
                        <a:pt x="1392" y="18934"/>
                        <a:pt x="19870" y="462"/>
                        <a:pt x="42654" y="462"/>
                      </a:cubicBezTo>
                      <a:cubicBezTo>
                        <a:pt x="65438" y="462"/>
                        <a:pt x="83917" y="18934"/>
                        <a:pt x="83917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790975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3" hasCustomPrompt="1"/>
          </p:nvPr>
        </p:nvSpPr>
        <p:spPr>
          <a:xfrm>
            <a:off x="4578775" y="1790975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618423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5" hasCustomPrompt="1"/>
          </p:nvPr>
        </p:nvSpPr>
        <p:spPr>
          <a:xfrm>
            <a:off x="4578775" y="2618423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445950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7" hasCustomPrompt="1"/>
          </p:nvPr>
        </p:nvSpPr>
        <p:spPr>
          <a:xfrm>
            <a:off x="4578775" y="3445950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"/>
          </p:nvPr>
        </p:nvSpPr>
        <p:spPr>
          <a:xfrm>
            <a:off x="1454705" y="17909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8"/>
          </p:nvPr>
        </p:nvSpPr>
        <p:spPr>
          <a:xfrm>
            <a:off x="1454700" y="2618423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9"/>
          </p:nvPr>
        </p:nvSpPr>
        <p:spPr>
          <a:xfrm>
            <a:off x="1454704" y="3445950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13"/>
          </p:nvPr>
        </p:nvSpPr>
        <p:spPr>
          <a:xfrm>
            <a:off x="5313475" y="17909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14"/>
          </p:nvPr>
        </p:nvSpPr>
        <p:spPr>
          <a:xfrm>
            <a:off x="5313475" y="2618423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15"/>
          </p:nvPr>
        </p:nvSpPr>
        <p:spPr>
          <a:xfrm>
            <a:off x="5313475" y="3445950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80" name="Google Shape;180;p13"/>
          <p:cNvGrpSpPr/>
          <p:nvPr/>
        </p:nvGrpSpPr>
        <p:grpSpPr>
          <a:xfrm rot="-5400000">
            <a:off x="-77895" y="3901001"/>
            <a:ext cx="945222" cy="319917"/>
            <a:chOff x="1608712" y="575096"/>
            <a:chExt cx="670466" cy="226924"/>
          </a:xfrm>
        </p:grpSpPr>
        <p:sp>
          <p:nvSpPr>
            <p:cNvPr id="181" name="Google Shape;181;p13"/>
            <p:cNvSpPr/>
            <p:nvPr/>
          </p:nvSpPr>
          <p:spPr>
            <a:xfrm>
              <a:off x="176343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160871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1918157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1763436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206256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1907840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221728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2062564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13"/>
          <p:cNvGrpSpPr/>
          <p:nvPr/>
        </p:nvGrpSpPr>
        <p:grpSpPr>
          <a:xfrm>
            <a:off x="7575228" y="179552"/>
            <a:ext cx="1140297" cy="999196"/>
            <a:chOff x="7575228" y="179552"/>
            <a:chExt cx="1140297" cy="999196"/>
          </a:xfrm>
        </p:grpSpPr>
        <p:grpSp>
          <p:nvGrpSpPr>
            <p:cNvPr id="190" name="Google Shape;190;p13"/>
            <p:cNvGrpSpPr/>
            <p:nvPr/>
          </p:nvGrpSpPr>
          <p:grpSpPr>
            <a:xfrm>
              <a:off x="8116148" y="275809"/>
              <a:ext cx="599377" cy="902940"/>
              <a:chOff x="7959998" y="275809"/>
              <a:chExt cx="599377" cy="902940"/>
            </a:xfrm>
          </p:grpSpPr>
          <p:sp>
            <p:nvSpPr>
              <p:cNvPr id="191" name="Google Shape;191;p13"/>
              <p:cNvSpPr/>
              <p:nvPr/>
            </p:nvSpPr>
            <p:spPr>
              <a:xfrm rot="10800000">
                <a:off x="8325211" y="944585"/>
                <a:ext cx="234164" cy="234164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 rot="10800000">
                <a:off x="7959998" y="275809"/>
                <a:ext cx="365191" cy="365191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" name="Google Shape;193;p13"/>
            <p:cNvSpPr/>
            <p:nvPr/>
          </p:nvSpPr>
          <p:spPr>
            <a:xfrm rot="10800000">
              <a:off x="7575228" y="179552"/>
              <a:ext cx="156974" cy="15697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19"/>
          <p:cNvSpPr txBox="1">
            <a:spLocks noGrp="1"/>
          </p:cNvSpPr>
          <p:nvPr>
            <p:ph type="subTitle" idx="1"/>
          </p:nvPr>
        </p:nvSpPr>
        <p:spPr>
          <a:xfrm>
            <a:off x="4868130" y="1776100"/>
            <a:ext cx="35559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solidFill>
                  <a:srgbClr val="16130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19"/>
          <p:cNvSpPr txBox="1">
            <a:spLocks noGrp="1"/>
          </p:cNvSpPr>
          <p:nvPr>
            <p:ph type="subTitle" idx="2"/>
          </p:nvPr>
        </p:nvSpPr>
        <p:spPr>
          <a:xfrm>
            <a:off x="720000" y="1776100"/>
            <a:ext cx="35559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solidFill>
                  <a:srgbClr val="16130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79" name="Google Shape;279;p19"/>
          <p:cNvGrpSpPr/>
          <p:nvPr/>
        </p:nvGrpSpPr>
        <p:grpSpPr>
          <a:xfrm>
            <a:off x="7712724" y="3789478"/>
            <a:ext cx="1310241" cy="1301541"/>
            <a:chOff x="7712724" y="3789478"/>
            <a:chExt cx="1310241" cy="1301541"/>
          </a:xfrm>
        </p:grpSpPr>
        <p:sp>
          <p:nvSpPr>
            <p:cNvPr id="280" name="Google Shape;280;p19"/>
            <p:cNvSpPr/>
            <p:nvPr/>
          </p:nvSpPr>
          <p:spPr>
            <a:xfrm>
              <a:off x="8845882" y="3789478"/>
              <a:ext cx="177082" cy="177082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8272916" y="4771233"/>
              <a:ext cx="319786" cy="31978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7712724" y="4534273"/>
              <a:ext cx="139460" cy="13946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8457627" y="4300100"/>
              <a:ext cx="234164" cy="23416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8864699" y="4701298"/>
              <a:ext cx="139460" cy="13946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25"/>
          <p:cNvGrpSpPr/>
          <p:nvPr/>
        </p:nvGrpSpPr>
        <p:grpSpPr>
          <a:xfrm>
            <a:off x="-851750" y="-2017850"/>
            <a:ext cx="10709381" cy="10265848"/>
            <a:chOff x="-851750" y="-2017850"/>
            <a:chExt cx="10709381" cy="10265848"/>
          </a:xfrm>
        </p:grpSpPr>
        <p:sp>
          <p:nvSpPr>
            <p:cNvPr id="437" name="Google Shape;437;p25"/>
            <p:cNvSpPr/>
            <p:nvPr/>
          </p:nvSpPr>
          <p:spPr>
            <a:xfrm>
              <a:off x="-851750" y="4698074"/>
              <a:ext cx="3555082" cy="3549924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5"/>
            <p:cNvSpPr/>
            <p:nvPr/>
          </p:nvSpPr>
          <p:spPr>
            <a:xfrm>
              <a:off x="7311950" y="-2017850"/>
              <a:ext cx="2545680" cy="254196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9" name="Google Shape;439;p25"/>
          <p:cNvGrpSpPr/>
          <p:nvPr/>
        </p:nvGrpSpPr>
        <p:grpSpPr>
          <a:xfrm>
            <a:off x="75773" y="802442"/>
            <a:ext cx="8970587" cy="4295008"/>
            <a:chOff x="75773" y="802442"/>
            <a:chExt cx="8970587" cy="4295008"/>
          </a:xfrm>
        </p:grpSpPr>
        <p:sp>
          <p:nvSpPr>
            <p:cNvPr id="440" name="Google Shape;440;p25"/>
            <p:cNvSpPr/>
            <p:nvPr/>
          </p:nvSpPr>
          <p:spPr>
            <a:xfrm rot="10800000" flipH="1">
              <a:off x="398275" y="4717340"/>
              <a:ext cx="380110" cy="38011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5"/>
            <p:cNvSpPr/>
            <p:nvPr/>
          </p:nvSpPr>
          <p:spPr>
            <a:xfrm rot="10800000" flipH="1">
              <a:off x="1007975" y="4570623"/>
              <a:ext cx="229623" cy="229623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5"/>
            <p:cNvSpPr/>
            <p:nvPr/>
          </p:nvSpPr>
          <p:spPr>
            <a:xfrm rot="10800000" flipH="1">
              <a:off x="75773" y="4611605"/>
              <a:ext cx="147893" cy="147893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5"/>
            <p:cNvSpPr/>
            <p:nvPr/>
          </p:nvSpPr>
          <p:spPr>
            <a:xfrm rot="10800000" flipH="1">
              <a:off x="8666250" y="2548865"/>
              <a:ext cx="380110" cy="38011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5"/>
            <p:cNvSpPr/>
            <p:nvPr/>
          </p:nvSpPr>
          <p:spPr>
            <a:xfrm rot="10800000" flipH="1">
              <a:off x="8570775" y="802442"/>
              <a:ext cx="201082" cy="201082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26"/>
          <p:cNvGrpSpPr/>
          <p:nvPr/>
        </p:nvGrpSpPr>
        <p:grpSpPr>
          <a:xfrm>
            <a:off x="-2524002" y="-4596756"/>
            <a:ext cx="13611540" cy="14506657"/>
            <a:chOff x="-2524002" y="-4596756"/>
            <a:chExt cx="13611540" cy="14506657"/>
          </a:xfrm>
        </p:grpSpPr>
        <p:sp>
          <p:nvSpPr>
            <p:cNvPr id="447" name="Google Shape;447;p26"/>
            <p:cNvSpPr/>
            <p:nvPr/>
          </p:nvSpPr>
          <p:spPr>
            <a:xfrm rot="10800000">
              <a:off x="5773998" y="-4596756"/>
              <a:ext cx="5313540" cy="530590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 rot="10800000">
              <a:off x="-2524002" y="4603994"/>
              <a:ext cx="5313540" cy="530590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26"/>
          <p:cNvGrpSpPr/>
          <p:nvPr/>
        </p:nvGrpSpPr>
        <p:grpSpPr>
          <a:xfrm>
            <a:off x="237106" y="4676144"/>
            <a:ext cx="952222" cy="319917"/>
            <a:chOff x="1608712" y="575096"/>
            <a:chExt cx="675431" cy="226924"/>
          </a:xfrm>
        </p:grpSpPr>
        <p:sp>
          <p:nvSpPr>
            <p:cNvPr id="450" name="Google Shape;450;p26"/>
            <p:cNvSpPr/>
            <p:nvPr/>
          </p:nvSpPr>
          <p:spPr>
            <a:xfrm>
              <a:off x="160871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1768398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1763436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192312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190784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2067525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206256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2222250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8" name="Google Shape;458;p26"/>
          <p:cNvGrpSpPr/>
          <p:nvPr/>
        </p:nvGrpSpPr>
        <p:grpSpPr>
          <a:xfrm rot="10800000">
            <a:off x="7751381" y="-395531"/>
            <a:ext cx="1334718" cy="1598162"/>
            <a:chOff x="6666988" y="1882059"/>
            <a:chExt cx="1334718" cy="1598162"/>
          </a:xfrm>
        </p:grpSpPr>
        <p:sp>
          <p:nvSpPr>
            <p:cNvPr id="459" name="Google Shape;459;p26"/>
            <p:cNvSpPr/>
            <p:nvPr/>
          </p:nvSpPr>
          <p:spPr>
            <a:xfrm flipH="1">
              <a:off x="6666988" y="2402621"/>
              <a:ext cx="969600" cy="10776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6"/>
            <p:cNvSpPr/>
            <p:nvPr/>
          </p:nvSpPr>
          <p:spPr>
            <a:xfrm flipH="1">
              <a:off x="7598506" y="2123553"/>
              <a:ext cx="403200" cy="4482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 flipH="1">
              <a:off x="6942750" y="1882059"/>
              <a:ext cx="217500" cy="2415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8" r:id="rId5"/>
    <p:sldLayoutId id="2147483659" r:id="rId6"/>
    <p:sldLayoutId id="2147483665" r:id="rId7"/>
    <p:sldLayoutId id="2147483671" r:id="rId8"/>
    <p:sldLayoutId id="2147483672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>
            <a:spLocks noGrp="1"/>
          </p:cNvSpPr>
          <p:nvPr>
            <p:ph type="subTitle" idx="1"/>
          </p:nvPr>
        </p:nvSpPr>
        <p:spPr>
          <a:xfrm>
            <a:off x="714688" y="3371350"/>
            <a:ext cx="43938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Boar Victor</a:t>
            </a:r>
          </a:p>
        </p:txBody>
      </p:sp>
      <p:sp>
        <p:nvSpPr>
          <p:cNvPr id="473" name="Google Shape;473;p30"/>
          <p:cNvSpPr txBox="1">
            <a:spLocks noGrp="1"/>
          </p:cNvSpPr>
          <p:nvPr>
            <p:ph type="ctrTitle"/>
          </p:nvPr>
        </p:nvSpPr>
        <p:spPr>
          <a:xfrm>
            <a:off x="714688" y="1218425"/>
            <a:ext cx="4393800" cy="20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Digital Tirage App</a:t>
            </a:r>
            <a:endParaRPr dirty="0"/>
          </a:p>
        </p:txBody>
      </p:sp>
      <p:sp>
        <p:nvSpPr>
          <p:cNvPr id="474" name="Google Shape;474;p30"/>
          <p:cNvSpPr/>
          <p:nvPr/>
        </p:nvSpPr>
        <p:spPr>
          <a:xfrm rot="-2700000">
            <a:off x="4988208" y="-3126068"/>
            <a:ext cx="6691636" cy="6691636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5" name="Google Shape;475;p30"/>
          <p:cNvGrpSpPr/>
          <p:nvPr/>
        </p:nvGrpSpPr>
        <p:grpSpPr>
          <a:xfrm>
            <a:off x="5413553" y="558710"/>
            <a:ext cx="3727829" cy="4584794"/>
            <a:chOff x="5413553" y="558710"/>
            <a:chExt cx="3727829" cy="4584794"/>
          </a:xfrm>
        </p:grpSpPr>
        <p:grpSp>
          <p:nvGrpSpPr>
            <p:cNvPr id="476" name="Google Shape;476;p30"/>
            <p:cNvGrpSpPr/>
            <p:nvPr/>
          </p:nvGrpSpPr>
          <p:grpSpPr>
            <a:xfrm>
              <a:off x="5413553" y="558710"/>
              <a:ext cx="3727829" cy="4584794"/>
              <a:chOff x="4957528" y="558710"/>
              <a:chExt cx="3727829" cy="4584794"/>
            </a:xfrm>
          </p:grpSpPr>
          <p:sp>
            <p:nvSpPr>
              <p:cNvPr id="477" name="Google Shape;477;p30"/>
              <p:cNvSpPr/>
              <p:nvPr/>
            </p:nvSpPr>
            <p:spPr>
              <a:xfrm>
                <a:off x="6273455" y="4424009"/>
                <a:ext cx="366236" cy="719495"/>
              </a:xfrm>
              <a:custGeom>
                <a:avLst/>
                <a:gdLst/>
                <a:ahLst/>
                <a:cxnLst/>
                <a:rect l="l" t="t" r="r" b="b"/>
                <a:pathLst>
                  <a:path w="488315" h="959327" extrusionOk="0">
                    <a:moveTo>
                      <a:pt x="480353" y="962508"/>
                    </a:moveTo>
                    <a:lnTo>
                      <a:pt x="492609" y="62992"/>
                    </a:lnTo>
                    <a:lnTo>
                      <a:pt x="20105" y="3181"/>
                    </a:lnTo>
                    <a:lnTo>
                      <a:pt x="4293" y="962508"/>
                    </a:lnTo>
                    <a:lnTo>
                      <a:pt x="480353" y="9625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30"/>
              <p:cNvSpPr/>
              <p:nvPr/>
            </p:nvSpPr>
            <p:spPr>
              <a:xfrm>
                <a:off x="6222497" y="2375508"/>
                <a:ext cx="903160" cy="2132234"/>
              </a:xfrm>
              <a:custGeom>
                <a:avLst/>
                <a:gdLst/>
                <a:ahLst/>
                <a:cxnLst/>
                <a:rect l="l" t="t" r="r" b="b"/>
                <a:pathLst>
                  <a:path w="1204214" h="2842979" extrusionOk="0">
                    <a:moveTo>
                      <a:pt x="4438" y="2801409"/>
                    </a:moveTo>
                    <a:lnTo>
                      <a:pt x="762056" y="2845268"/>
                    </a:lnTo>
                    <a:lnTo>
                      <a:pt x="1208652" y="66087"/>
                    </a:lnTo>
                    <a:lnTo>
                      <a:pt x="522788" y="2288"/>
                    </a:lnTo>
                    <a:lnTo>
                      <a:pt x="4438" y="280140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30"/>
              <p:cNvSpPr/>
              <p:nvPr/>
            </p:nvSpPr>
            <p:spPr>
              <a:xfrm>
                <a:off x="6422000" y="558710"/>
                <a:ext cx="1501919" cy="1881035"/>
              </a:xfrm>
              <a:custGeom>
                <a:avLst/>
                <a:gdLst/>
                <a:ahLst/>
                <a:cxnLst/>
                <a:rect l="l" t="t" r="r" b="b"/>
                <a:pathLst>
                  <a:path w="2002558" h="2508047" extrusionOk="0">
                    <a:moveTo>
                      <a:pt x="522293" y="70863"/>
                    </a:moveTo>
                    <a:cubicBezTo>
                      <a:pt x="522293" y="70863"/>
                      <a:pt x="821315" y="-114544"/>
                      <a:pt x="1138307" y="118710"/>
                    </a:cubicBezTo>
                    <a:cubicBezTo>
                      <a:pt x="1455299" y="351971"/>
                      <a:pt x="1473269" y="956054"/>
                      <a:pt x="1407483" y="1069694"/>
                    </a:cubicBezTo>
                    <a:cubicBezTo>
                      <a:pt x="1341698" y="1183333"/>
                      <a:pt x="1222064" y="1296973"/>
                      <a:pt x="1222064" y="1296973"/>
                    </a:cubicBezTo>
                    <a:cubicBezTo>
                      <a:pt x="1222064" y="1296973"/>
                      <a:pt x="1413453" y="1326875"/>
                      <a:pt x="1455299" y="1512289"/>
                    </a:cubicBezTo>
                    <a:cubicBezTo>
                      <a:pt x="1497209" y="1697703"/>
                      <a:pt x="1425391" y="1667794"/>
                      <a:pt x="1527117" y="1751532"/>
                    </a:cubicBezTo>
                    <a:cubicBezTo>
                      <a:pt x="1628781" y="1835263"/>
                      <a:pt x="1856048" y="1805354"/>
                      <a:pt x="1963744" y="2008713"/>
                    </a:cubicBezTo>
                    <a:cubicBezTo>
                      <a:pt x="2071377" y="2212066"/>
                      <a:pt x="1945774" y="2505138"/>
                      <a:pt x="1945774" y="2505138"/>
                    </a:cubicBezTo>
                    <a:cubicBezTo>
                      <a:pt x="1945774" y="2505138"/>
                      <a:pt x="683774" y="2517101"/>
                      <a:pt x="677804" y="2499156"/>
                    </a:cubicBezTo>
                    <a:cubicBezTo>
                      <a:pt x="671836" y="2481211"/>
                      <a:pt x="546232" y="1596026"/>
                      <a:pt x="546232" y="1596026"/>
                    </a:cubicBezTo>
                    <a:lnTo>
                      <a:pt x="169423" y="1392668"/>
                    </a:lnTo>
                    <a:cubicBezTo>
                      <a:pt x="169423" y="1392668"/>
                      <a:pt x="-21966" y="1189315"/>
                      <a:pt x="7942" y="716817"/>
                    </a:cubicBezTo>
                    <a:cubicBezTo>
                      <a:pt x="37851" y="244314"/>
                      <a:pt x="462476" y="23016"/>
                      <a:pt x="522293" y="70863"/>
                    </a:cubicBezTo>
                    <a:close/>
                  </a:path>
                </a:pathLst>
              </a:custGeom>
              <a:solidFill>
                <a:srgbClr val="60304A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30"/>
              <p:cNvSpPr/>
              <p:nvPr/>
            </p:nvSpPr>
            <p:spPr>
              <a:xfrm>
                <a:off x="6694511" y="613885"/>
                <a:ext cx="696494" cy="597504"/>
              </a:xfrm>
              <a:custGeom>
                <a:avLst/>
                <a:gdLst/>
                <a:ahLst/>
                <a:cxnLst/>
                <a:rect l="l" t="t" r="r" b="b"/>
                <a:pathLst>
                  <a:path w="928659" h="796672" extrusionOk="0">
                    <a:moveTo>
                      <a:pt x="926827" y="784790"/>
                    </a:moveTo>
                    <a:cubicBezTo>
                      <a:pt x="847960" y="785736"/>
                      <a:pt x="793732" y="715816"/>
                      <a:pt x="764013" y="650856"/>
                    </a:cubicBezTo>
                    <a:cubicBezTo>
                      <a:pt x="732581" y="582009"/>
                      <a:pt x="713784" y="504812"/>
                      <a:pt x="662921" y="446538"/>
                    </a:cubicBezTo>
                    <a:cubicBezTo>
                      <a:pt x="551669" y="318992"/>
                      <a:pt x="363392" y="382670"/>
                      <a:pt x="225215" y="314166"/>
                    </a:cubicBezTo>
                    <a:cubicBezTo>
                      <a:pt x="156635" y="280168"/>
                      <a:pt x="107042" y="223882"/>
                      <a:pt x="71228" y="157632"/>
                    </a:cubicBezTo>
                    <a:cubicBezTo>
                      <a:pt x="82784" y="131972"/>
                      <a:pt x="95993" y="107022"/>
                      <a:pt x="111106" y="83299"/>
                    </a:cubicBezTo>
                    <a:cubicBezTo>
                      <a:pt x="112883" y="80517"/>
                      <a:pt x="114789" y="77793"/>
                      <a:pt x="116630" y="75037"/>
                    </a:cubicBezTo>
                    <a:cubicBezTo>
                      <a:pt x="195878" y="68325"/>
                      <a:pt x="275507" y="70719"/>
                      <a:pt x="353041" y="90017"/>
                    </a:cubicBezTo>
                    <a:cubicBezTo>
                      <a:pt x="431654" y="109607"/>
                      <a:pt x="506711" y="144703"/>
                      <a:pt x="571798" y="193021"/>
                    </a:cubicBezTo>
                    <a:cubicBezTo>
                      <a:pt x="608247" y="220033"/>
                      <a:pt x="639553" y="252076"/>
                      <a:pt x="672129" y="283330"/>
                    </a:cubicBezTo>
                    <a:cubicBezTo>
                      <a:pt x="678415" y="289369"/>
                      <a:pt x="687432" y="279806"/>
                      <a:pt x="682796" y="273075"/>
                    </a:cubicBezTo>
                    <a:cubicBezTo>
                      <a:pt x="659175" y="238633"/>
                      <a:pt x="626980" y="209950"/>
                      <a:pt x="594023" y="184505"/>
                    </a:cubicBezTo>
                    <a:cubicBezTo>
                      <a:pt x="560813" y="158832"/>
                      <a:pt x="524935" y="136537"/>
                      <a:pt x="487280" y="117938"/>
                    </a:cubicBezTo>
                    <a:cubicBezTo>
                      <a:pt x="412921" y="81210"/>
                      <a:pt x="330625" y="58419"/>
                      <a:pt x="247757" y="53466"/>
                    </a:cubicBezTo>
                    <a:cubicBezTo>
                      <a:pt x="224898" y="52095"/>
                      <a:pt x="201974" y="51911"/>
                      <a:pt x="179114" y="53231"/>
                    </a:cubicBezTo>
                    <a:cubicBezTo>
                      <a:pt x="161081" y="54267"/>
                      <a:pt x="143808" y="56857"/>
                      <a:pt x="126409" y="60451"/>
                    </a:cubicBezTo>
                    <a:cubicBezTo>
                      <a:pt x="129902" y="55422"/>
                      <a:pt x="133457" y="50399"/>
                      <a:pt x="137077" y="45459"/>
                    </a:cubicBezTo>
                    <a:cubicBezTo>
                      <a:pt x="145713" y="33680"/>
                      <a:pt x="155746" y="22288"/>
                      <a:pt x="162794" y="9467"/>
                    </a:cubicBezTo>
                    <a:cubicBezTo>
                      <a:pt x="165969" y="3689"/>
                      <a:pt x="158095" y="-1836"/>
                      <a:pt x="153207" y="1739"/>
                    </a:cubicBezTo>
                    <a:cubicBezTo>
                      <a:pt x="140633" y="10966"/>
                      <a:pt x="130473" y="24491"/>
                      <a:pt x="120948" y="36747"/>
                    </a:cubicBezTo>
                    <a:cubicBezTo>
                      <a:pt x="111550" y="48818"/>
                      <a:pt x="102787" y="61321"/>
                      <a:pt x="94532" y="74187"/>
                    </a:cubicBezTo>
                    <a:cubicBezTo>
                      <a:pt x="77260" y="101060"/>
                      <a:pt x="61956" y="129197"/>
                      <a:pt x="49066" y="158426"/>
                    </a:cubicBezTo>
                    <a:cubicBezTo>
                      <a:pt x="24301" y="214592"/>
                      <a:pt x="3409" y="279342"/>
                      <a:pt x="4743" y="341325"/>
                    </a:cubicBezTo>
                    <a:cubicBezTo>
                      <a:pt x="4870" y="348996"/>
                      <a:pt x="15919" y="348475"/>
                      <a:pt x="17506" y="341738"/>
                    </a:cubicBezTo>
                    <a:cubicBezTo>
                      <a:pt x="24428" y="311943"/>
                      <a:pt x="29508" y="281781"/>
                      <a:pt x="37255" y="252152"/>
                    </a:cubicBezTo>
                    <a:cubicBezTo>
                      <a:pt x="44113" y="226250"/>
                      <a:pt x="52940" y="200971"/>
                      <a:pt x="63163" y="176244"/>
                    </a:cubicBezTo>
                    <a:cubicBezTo>
                      <a:pt x="87166" y="233368"/>
                      <a:pt x="133521" y="282359"/>
                      <a:pt x="184893" y="315099"/>
                    </a:cubicBezTo>
                    <a:cubicBezTo>
                      <a:pt x="215182" y="334391"/>
                      <a:pt x="248139" y="348558"/>
                      <a:pt x="282873" y="357460"/>
                    </a:cubicBezTo>
                    <a:cubicBezTo>
                      <a:pt x="325926" y="368484"/>
                      <a:pt x="370440" y="371538"/>
                      <a:pt x="414509" y="375164"/>
                    </a:cubicBezTo>
                    <a:cubicBezTo>
                      <a:pt x="491598" y="381489"/>
                      <a:pt x="576370" y="390690"/>
                      <a:pt x="634918" y="446932"/>
                    </a:cubicBezTo>
                    <a:cubicBezTo>
                      <a:pt x="692639" y="502342"/>
                      <a:pt x="710991" y="584829"/>
                      <a:pt x="744011" y="654901"/>
                    </a:cubicBezTo>
                    <a:cubicBezTo>
                      <a:pt x="762235" y="693668"/>
                      <a:pt x="785095" y="731114"/>
                      <a:pt x="818687" y="758501"/>
                    </a:cubicBezTo>
                    <a:cubicBezTo>
                      <a:pt x="849611" y="783749"/>
                      <a:pt x="887584" y="799630"/>
                      <a:pt x="927970" y="796995"/>
                    </a:cubicBezTo>
                    <a:cubicBezTo>
                      <a:pt x="935971" y="796481"/>
                      <a:pt x="934574" y="784695"/>
                      <a:pt x="926827" y="78479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30"/>
              <p:cNvSpPr/>
              <p:nvPr/>
            </p:nvSpPr>
            <p:spPr>
              <a:xfrm>
                <a:off x="7198249" y="743371"/>
                <a:ext cx="128740" cy="177619"/>
              </a:xfrm>
              <a:custGeom>
                <a:avLst/>
                <a:gdLst/>
                <a:ahLst/>
                <a:cxnLst/>
                <a:rect l="l" t="t" r="r" b="b"/>
                <a:pathLst>
                  <a:path w="171654" h="236825" extrusionOk="0">
                    <a:moveTo>
                      <a:pt x="113463" y="101923"/>
                    </a:moveTo>
                    <a:cubicBezTo>
                      <a:pt x="86285" y="63830"/>
                      <a:pt x="53392" y="25774"/>
                      <a:pt x="13070" y="1250"/>
                    </a:cubicBezTo>
                    <a:cubicBezTo>
                      <a:pt x="8116" y="-1785"/>
                      <a:pt x="2275" y="5822"/>
                      <a:pt x="6021" y="10083"/>
                    </a:cubicBezTo>
                    <a:cubicBezTo>
                      <a:pt x="36247" y="44995"/>
                      <a:pt x="68823" y="77139"/>
                      <a:pt x="95620" y="115055"/>
                    </a:cubicBezTo>
                    <a:cubicBezTo>
                      <a:pt x="122416" y="152952"/>
                      <a:pt x="140451" y="195167"/>
                      <a:pt x="164327" y="234689"/>
                    </a:cubicBezTo>
                    <a:cubicBezTo>
                      <a:pt x="167692" y="240252"/>
                      <a:pt x="177535" y="236435"/>
                      <a:pt x="176391" y="230066"/>
                    </a:cubicBezTo>
                    <a:cubicBezTo>
                      <a:pt x="167628" y="183565"/>
                      <a:pt x="140515" y="139928"/>
                      <a:pt x="113463" y="101923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30"/>
              <p:cNvSpPr/>
              <p:nvPr/>
            </p:nvSpPr>
            <p:spPr>
              <a:xfrm>
                <a:off x="6514483" y="718499"/>
                <a:ext cx="221002" cy="155839"/>
              </a:xfrm>
              <a:custGeom>
                <a:avLst/>
                <a:gdLst/>
                <a:ahLst/>
                <a:cxnLst/>
                <a:rect l="l" t="t" r="r" b="b"/>
                <a:pathLst>
                  <a:path w="294669" h="207785" extrusionOk="0">
                    <a:moveTo>
                      <a:pt x="294414" y="874"/>
                    </a:moveTo>
                    <a:cubicBezTo>
                      <a:pt x="265521" y="-1520"/>
                      <a:pt x="233580" y="8996"/>
                      <a:pt x="206910" y="19003"/>
                    </a:cubicBezTo>
                    <a:cubicBezTo>
                      <a:pt x="177954" y="29875"/>
                      <a:pt x="150204" y="44854"/>
                      <a:pt x="124614" y="62298"/>
                    </a:cubicBezTo>
                    <a:cubicBezTo>
                      <a:pt x="99468" y="79506"/>
                      <a:pt x="76290" y="99769"/>
                      <a:pt x="55843" y="122426"/>
                    </a:cubicBezTo>
                    <a:cubicBezTo>
                      <a:pt x="35714" y="144714"/>
                      <a:pt x="15712" y="170864"/>
                      <a:pt x="4853" y="199121"/>
                    </a:cubicBezTo>
                    <a:cubicBezTo>
                      <a:pt x="2313" y="205725"/>
                      <a:pt x="11203" y="211936"/>
                      <a:pt x="15839" y="205801"/>
                    </a:cubicBezTo>
                    <a:cubicBezTo>
                      <a:pt x="33682" y="182040"/>
                      <a:pt x="49748" y="157637"/>
                      <a:pt x="70131" y="135786"/>
                    </a:cubicBezTo>
                    <a:cubicBezTo>
                      <a:pt x="89816" y="114711"/>
                      <a:pt x="111787" y="95876"/>
                      <a:pt x="135473" y="79468"/>
                    </a:cubicBezTo>
                    <a:cubicBezTo>
                      <a:pt x="159222" y="63028"/>
                      <a:pt x="184622" y="49585"/>
                      <a:pt x="211291" y="38682"/>
                    </a:cubicBezTo>
                    <a:cubicBezTo>
                      <a:pt x="225008" y="33094"/>
                      <a:pt x="239041" y="28198"/>
                      <a:pt x="253202" y="23937"/>
                    </a:cubicBezTo>
                    <a:cubicBezTo>
                      <a:pt x="267172" y="19734"/>
                      <a:pt x="281967" y="17168"/>
                      <a:pt x="295556" y="11885"/>
                    </a:cubicBezTo>
                    <a:cubicBezTo>
                      <a:pt x="300573" y="9929"/>
                      <a:pt x="300255" y="1363"/>
                      <a:pt x="294414" y="874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30"/>
              <p:cNvSpPr/>
              <p:nvPr/>
            </p:nvSpPr>
            <p:spPr>
              <a:xfrm>
                <a:off x="7260980" y="1583137"/>
                <a:ext cx="613157" cy="594622"/>
              </a:xfrm>
              <a:custGeom>
                <a:avLst/>
                <a:gdLst/>
                <a:ahLst/>
                <a:cxnLst/>
                <a:rect l="l" t="t" r="r" b="b"/>
                <a:pathLst>
                  <a:path w="817543" h="792829" extrusionOk="0">
                    <a:moveTo>
                      <a:pt x="822061" y="783615"/>
                    </a:moveTo>
                    <a:cubicBezTo>
                      <a:pt x="796788" y="711333"/>
                      <a:pt x="736653" y="660990"/>
                      <a:pt x="670169" y="626853"/>
                    </a:cubicBezTo>
                    <a:cubicBezTo>
                      <a:pt x="590477" y="585921"/>
                      <a:pt x="501513" y="568884"/>
                      <a:pt x="418137" y="537578"/>
                    </a:cubicBezTo>
                    <a:cubicBezTo>
                      <a:pt x="344858" y="510083"/>
                      <a:pt x="271897" y="469176"/>
                      <a:pt x="230240" y="400463"/>
                    </a:cubicBezTo>
                    <a:cubicBezTo>
                      <a:pt x="186870" y="328949"/>
                      <a:pt x="184711" y="242455"/>
                      <a:pt x="160073" y="164376"/>
                    </a:cubicBezTo>
                    <a:cubicBezTo>
                      <a:pt x="137150" y="91795"/>
                      <a:pt x="91238" y="17894"/>
                      <a:pt x="11673" y="1396"/>
                    </a:cubicBezTo>
                    <a:cubicBezTo>
                      <a:pt x="4117" y="-166"/>
                      <a:pt x="2402" y="11271"/>
                      <a:pt x="9705" y="13080"/>
                    </a:cubicBezTo>
                    <a:cubicBezTo>
                      <a:pt x="79047" y="30245"/>
                      <a:pt x="119813" y="101161"/>
                      <a:pt x="140134" y="164446"/>
                    </a:cubicBezTo>
                    <a:cubicBezTo>
                      <a:pt x="164454" y="240106"/>
                      <a:pt x="167502" y="322332"/>
                      <a:pt x="204269" y="393966"/>
                    </a:cubicBezTo>
                    <a:cubicBezTo>
                      <a:pt x="284152" y="549751"/>
                      <a:pt x="474652" y="567309"/>
                      <a:pt x="619940" y="626726"/>
                    </a:cubicBezTo>
                    <a:cubicBezTo>
                      <a:pt x="697093" y="658279"/>
                      <a:pt x="773547" y="709975"/>
                      <a:pt x="807392" y="789248"/>
                    </a:cubicBezTo>
                    <a:cubicBezTo>
                      <a:pt x="811329" y="798544"/>
                      <a:pt x="825427" y="793191"/>
                      <a:pt x="822061" y="783615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30"/>
              <p:cNvSpPr/>
              <p:nvPr/>
            </p:nvSpPr>
            <p:spPr>
              <a:xfrm>
                <a:off x="7456383" y="1741894"/>
                <a:ext cx="61646" cy="145450"/>
              </a:xfrm>
              <a:custGeom>
                <a:avLst/>
                <a:gdLst/>
                <a:ahLst/>
                <a:cxnLst/>
                <a:rect l="l" t="t" r="r" b="b"/>
                <a:pathLst>
                  <a:path w="82194" h="193933" extrusionOk="0">
                    <a:moveTo>
                      <a:pt x="86427" y="186095"/>
                    </a:moveTo>
                    <a:cubicBezTo>
                      <a:pt x="79315" y="172309"/>
                      <a:pt x="69028" y="159914"/>
                      <a:pt x="60899" y="146624"/>
                    </a:cubicBezTo>
                    <a:cubicBezTo>
                      <a:pt x="52263" y="132400"/>
                      <a:pt x="44898" y="117401"/>
                      <a:pt x="38992" y="101818"/>
                    </a:cubicBezTo>
                    <a:cubicBezTo>
                      <a:pt x="27245" y="70652"/>
                      <a:pt x="23054" y="38890"/>
                      <a:pt x="18418" y="6124"/>
                    </a:cubicBezTo>
                    <a:cubicBezTo>
                      <a:pt x="17593" y="-125"/>
                      <a:pt x="8512" y="-607"/>
                      <a:pt x="7306" y="5768"/>
                    </a:cubicBezTo>
                    <a:cubicBezTo>
                      <a:pt x="1083" y="39391"/>
                      <a:pt x="8068" y="75866"/>
                      <a:pt x="19624" y="107641"/>
                    </a:cubicBezTo>
                    <a:cubicBezTo>
                      <a:pt x="25467" y="123541"/>
                      <a:pt x="32769" y="138966"/>
                      <a:pt x="41532" y="153450"/>
                    </a:cubicBezTo>
                    <a:cubicBezTo>
                      <a:pt x="50232" y="167788"/>
                      <a:pt x="61471" y="184565"/>
                      <a:pt x="75568" y="193995"/>
                    </a:cubicBezTo>
                    <a:cubicBezTo>
                      <a:pt x="80649" y="197373"/>
                      <a:pt x="89856" y="192845"/>
                      <a:pt x="86427" y="186095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30"/>
              <p:cNvSpPr/>
              <p:nvPr/>
            </p:nvSpPr>
            <p:spPr>
              <a:xfrm>
                <a:off x="6621737" y="1620403"/>
                <a:ext cx="668417" cy="952810"/>
              </a:xfrm>
              <a:custGeom>
                <a:avLst/>
                <a:gdLst/>
                <a:ahLst/>
                <a:cxnLst/>
                <a:rect l="l" t="t" r="r" b="b"/>
                <a:pathLst>
                  <a:path w="891223" h="1270413" extrusionOk="0">
                    <a:moveTo>
                      <a:pt x="895848" y="1394"/>
                    </a:moveTo>
                    <a:lnTo>
                      <a:pt x="891657" y="445221"/>
                    </a:lnTo>
                    <a:lnTo>
                      <a:pt x="889816" y="635404"/>
                    </a:lnTo>
                    <a:lnTo>
                      <a:pt x="662549" y="1107876"/>
                    </a:lnTo>
                    <a:cubicBezTo>
                      <a:pt x="213985" y="1496617"/>
                      <a:pt x="4625" y="1071967"/>
                      <a:pt x="4625" y="1071967"/>
                    </a:cubicBezTo>
                    <a:lnTo>
                      <a:pt x="112257" y="790871"/>
                    </a:lnTo>
                    <a:lnTo>
                      <a:pt x="123370" y="649844"/>
                    </a:lnTo>
                    <a:lnTo>
                      <a:pt x="166105" y="109033"/>
                    </a:lnTo>
                    <a:lnTo>
                      <a:pt x="895848" y="1394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30"/>
              <p:cNvSpPr/>
              <p:nvPr/>
            </p:nvSpPr>
            <p:spPr>
              <a:xfrm>
                <a:off x="6710796" y="1620404"/>
                <a:ext cx="579359" cy="565481"/>
              </a:xfrm>
              <a:custGeom>
                <a:avLst/>
                <a:gdLst/>
                <a:ahLst/>
                <a:cxnLst/>
                <a:rect l="l" t="t" r="r" b="b"/>
                <a:pathLst>
                  <a:path w="772478" h="753975" extrusionOk="0">
                    <a:moveTo>
                      <a:pt x="777133" y="1265"/>
                    </a:moveTo>
                    <a:lnTo>
                      <a:pt x="772942" y="445093"/>
                    </a:lnTo>
                    <a:cubicBezTo>
                      <a:pt x="639719" y="571197"/>
                      <a:pt x="422231" y="747258"/>
                      <a:pt x="238843" y="754916"/>
                    </a:cubicBezTo>
                    <a:cubicBezTo>
                      <a:pt x="123464" y="759729"/>
                      <a:pt x="50629" y="710402"/>
                      <a:pt x="4655" y="649715"/>
                    </a:cubicBezTo>
                    <a:lnTo>
                      <a:pt x="47390" y="108904"/>
                    </a:lnTo>
                    <a:lnTo>
                      <a:pt x="777133" y="1265"/>
                    </a:ln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30"/>
              <p:cNvSpPr/>
              <p:nvPr/>
            </p:nvSpPr>
            <p:spPr>
              <a:xfrm>
                <a:off x="6482937" y="871285"/>
                <a:ext cx="1008476" cy="1162205"/>
              </a:xfrm>
              <a:custGeom>
                <a:avLst/>
                <a:gdLst/>
                <a:ahLst/>
                <a:cxnLst/>
                <a:rect l="l" t="t" r="r" b="b"/>
                <a:pathLst>
                  <a:path w="1344635" h="1549606" extrusionOk="0">
                    <a:moveTo>
                      <a:pt x="297345" y="966"/>
                    </a:moveTo>
                    <a:cubicBezTo>
                      <a:pt x="297345" y="966"/>
                      <a:pt x="387071" y="183382"/>
                      <a:pt x="509690" y="222257"/>
                    </a:cubicBezTo>
                    <a:cubicBezTo>
                      <a:pt x="632308" y="261138"/>
                      <a:pt x="769850" y="198337"/>
                      <a:pt x="832651" y="225254"/>
                    </a:cubicBezTo>
                    <a:cubicBezTo>
                      <a:pt x="895453" y="252166"/>
                      <a:pt x="919393" y="440570"/>
                      <a:pt x="994131" y="515335"/>
                    </a:cubicBezTo>
                    <a:cubicBezTo>
                      <a:pt x="1068935" y="590094"/>
                      <a:pt x="1116750" y="631959"/>
                      <a:pt x="1116750" y="631959"/>
                    </a:cubicBezTo>
                    <a:cubicBezTo>
                      <a:pt x="1116750" y="631959"/>
                      <a:pt x="1203492" y="497390"/>
                      <a:pt x="1314172" y="587103"/>
                    </a:cubicBezTo>
                    <a:cubicBezTo>
                      <a:pt x="1424789" y="676816"/>
                      <a:pt x="1251370" y="942970"/>
                      <a:pt x="1107797" y="925031"/>
                    </a:cubicBezTo>
                    <a:cubicBezTo>
                      <a:pt x="1107797" y="925031"/>
                      <a:pt x="1068935" y="1218103"/>
                      <a:pt x="988163" y="1292868"/>
                    </a:cubicBezTo>
                    <a:cubicBezTo>
                      <a:pt x="907454" y="1367627"/>
                      <a:pt x="608369" y="1562013"/>
                      <a:pt x="482766" y="1550043"/>
                    </a:cubicBezTo>
                    <a:cubicBezTo>
                      <a:pt x="357163" y="1538086"/>
                      <a:pt x="176378" y="1341268"/>
                      <a:pt x="150851" y="1274923"/>
                    </a:cubicBezTo>
                    <a:cubicBezTo>
                      <a:pt x="46140" y="1002781"/>
                      <a:pt x="25248" y="772517"/>
                      <a:pt x="7278" y="566173"/>
                    </a:cubicBezTo>
                    <a:cubicBezTo>
                      <a:pt x="-10630" y="359824"/>
                      <a:pt x="67094" y="195346"/>
                      <a:pt x="111989" y="135535"/>
                    </a:cubicBezTo>
                    <a:cubicBezTo>
                      <a:pt x="156820" y="75724"/>
                      <a:pt x="297345" y="966"/>
                      <a:pt x="297345" y="966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30"/>
              <p:cNvSpPr/>
              <p:nvPr/>
            </p:nvSpPr>
            <p:spPr>
              <a:xfrm>
                <a:off x="6594210" y="1858162"/>
                <a:ext cx="2091147" cy="3285341"/>
              </a:xfrm>
              <a:custGeom>
                <a:avLst/>
                <a:gdLst/>
                <a:ahLst/>
                <a:cxnLst/>
                <a:rect l="l" t="t" r="r" b="b"/>
                <a:pathLst>
                  <a:path w="2788196" h="4380455" extrusionOk="0">
                    <a:moveTo>
                      <a:pt x="1728471" y="2388749"/>
                    </a:moveTo>
                    <a:cubicBezTo>
                      <a:pt x="1728471" y="2388749"/>
                      <a:pt x="1955738" y="2729661"/>
                      <a:pt x="1961643" y="2789485"/>
                    </a:cubicBezTo>
                    <a:cubicBezTo>
                      <a:pt x="1967676" y="2849302"/>
                      <a:pt x="1644714" y="3076581"/>
                      <a:pt x="1644714" y="3076581"/>
                    </a:cubicBezTo>
                    <a:cubicBezTo>
                      <a:pt x="1632714" y="2921038"/>
                      <a:pt x="1728471" y="2388749"/>
                      <a:pt x="1728471" y="2388749"/>
                    </a:cubicBezTo>
                    <a:close/>
                    <a:moveTo>
                      <a:pt x="1866393" y="4382784"/>
                    </a:moveTo>
                    <a:cubicBezTo>
                      <a:pt x="1807974" y="4154691"/>
                      <a:pt x="1758380" y="3973716"/>
                      <a:pt x="1758380" y="3973716"/>
                    </a:cubicBezTo>
                    <a:cubicBezTo>
                      <a:pt x="1758380" y="3973716"/>
                      <a:pt x="2781112" y="3238043"/>
                      <a:pt x="2793050" y="3016764"/>
                    </a:cubicBezTo>
                    <a:cubicBezTo>
                      <a:pt x="2805052" y="2795479"/>
                      <a:pt x="2338453" y="1467636"/>
                      <a:pt x="2003553" y="893519"/>
                    </a:cubicBezTo>
                    <a:cubicBezTo>
                      <a:pt x="1744092" y="448669"/>
                      <a:pt x="1348170" y="308989"/>
                      <a:pt x="1183006" y="268583"/>
                    </a:cubicBezTo>
                    <a:cubicBezTo>
                      <a:pt x="1161035" y="263218"/>
                      <a:pt x="1143191" y="259592"/>
                      <a:pt x="1130238" y="257223"/>
                    </a:cubicBezTo>
                    <a:cubicBezTo>
                      <a:pt x="1124459" y="256195"/>
                      <a:pt x="1119633" y="255407"/>
                      <a:pt x="1115887" y="254855"/>
                    </a:cubicBezTo>
                    <a:lnTo>
                      <a:pt x="1115823" y="254855"/>
                    </a:lnTo>
                    <a:cubicBezTo>
                      <a:pt x="1109664" y="253909"/>
                      <a:pt x="1106425" y="253515"/>
                      <a:pt x="1106425" y="253515"/>
                    </a:cubicBezTo>
                    <a:cubicBezTo>
                      <a:pt x="1105282" y="248384"/>
                      <a:pt x="1103821" y="243336"/>
                      <a:pt x="1102170" y="238205"/>
                    </a:cubicBezTo>
                    <a:cubicBezTo>
                      <a:pt x="1065087" y="117853"/>
                      <a:pt x="933006" y="2328"/>
                      <a:pt x="933006" y="2328"/>
                    </a:cubicBezTo>
                    <a:lnTo>
                      <a:pt x="926974" y="319326"/>
                    </a:lnTo>
                    <a:cubicBezTo>
                      <a:pt x="926974" y="319326"/>
                      <a:pt x="705676" y="582439"/>
                      <a:pt x="574040" y="833702"/>
                    </a:cubicBezTo>
                    <a:cubicBezTo>
                      <a:pt x="474218" y="1024291"/>
                      <a:pt x="233236" y="1727904"/>
                      <a:pt x="109728" y="2419444"/>
                    </a:cubicBezTo>
                    <a:lnTo>
                      <a:pt x="109728" y="2419521"/>
                    </a:lnTo>
                    <a:cubicBezTo>
                      <a:pt x="106616" y="2436177"/>
                      <a:pt x="103823" y="2452827"/>
                      <a:pt x="100965" y="2469476"/>
                    </a:cubicBezTo>
                    <a:cubicBezTo>
                      <a:pt x="66294" y="2672448"/>
                      <a:pt x="42418" y="2873209"/>
                      <a:pt x="35750" y="3058592"/>
                    </a:cubicBezTo>
                    <a:cubicBezTo>
                      <a:pt x="21844" y="3445732"/>
                      <a:pt x="11811" y="3952126"/>
                      <a:pt x="5080" y="4382784"/>
                    </a:cubicBezTo>
                    <a:lnTo>
                      <a:pt x="1866393" y="438278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30"/>
              <p:cNvSpPr/>
              <p:nvPr/>
            </p:nvSpPr>
            <p:spPr>
              <a:xfrm>
                <a:off x="5664512" y="2010681"/>
                <a:ext cx="1046951" cy="3132822"/>
              </a:xfrm>
              <a:custGeom>
                <a:avLst/>
                <a:gdLst/>
                <a:ahLst/>
                <a:cxnLst/>
                <a:rect l="l" t="t" r="r" b="b"/>
                <a:pathLst>
                  <a:path w="1395934" h="4177096" extrusionOk="0">
                    <a:moveTo>
                      <a:pt x="449008" y="3447390"/>
                    </a:moveTo>
                    <a:lnTo>
                      <a:pt x="410337" y="4179475"/>
                    </a:lnTo>
                    <a:lnTo>
                      <a:pt x="826262" y="4179475"/>
                    </a:lnTo>
                    <a:cubicBezTo>
                      <a:pt x="848424" y="3584099"/>
                      <a:pt x="888493" y="2810459"/>
                      <a:pt x="957390" y="2305074"/>
                    </a:cubicBezTo>
                    <a:cubicBezTo>
                      <a:pt x="959930" y="2286526"/>
                      <a:pt x="962533" y="2267991"/>
                      <a:pt x="965200" y="2249284"/>
                    </a:cubicBezTo>
                    <a:cubicBezTo>
                      <a:pt x="969581" y="2218746"/>
                      <a:pt x="974154" y="2188044"/>
                      <a:pt x="978853" y="2157183"/>
                    </a:cubicBezTo>
                    <a:cubicBezTo>
                      <a:pt x="1114553" y="1269700"/>
                      <a:pt x="1388047" y="277486"/>
                      <a:pt x="1388047" y="277486"/>
                    </a:cubicBezTo>
                    <a:lnTo>
                      <a:pt x="1400049" y="2378"/>
                    </a:lnTo>
                    <a:cubicBezTo>
                      <a:pt x="1325309" y="7751"/>
                      <a:pt x="1169607" y="222635"/>
                      <a:pt x="1136968" y="268799"/>
                    </a:cubicBezTo>
                    <a:cubicBezTo>
                      <a:pt x="1132968" y="274406"/>
                      <a:pt x="1130872" y="277486"/>
                      <a:pt x="1130872" y="277486"/>
                    </a:cubicBezTo>
                    <a:cubicBezTo>
                      <a:pt x="1130872" y="277486"/>
                      <a:pt x="1124078" y="279925"/>
                      <a:pt x="1111695" y="284820"/>
                    </a:cubicBezTo>
                    <a:cubicBezTo>
                      <a:pt x="1087374" y="294529"/>
                      <a:pt x="1041782" y="314100"/>
                      <a:pt x="984694" y="344479"/>
                    </a:cubicBezTo>
                    <a:cubicBezTo>
                      <a:pt x="957072" y="359084"/>
                      <a:pt x="926782" y="376286"/>
                      <a:pt x="894843" y="396174"/>
                    </a:cubicBezTo>
                    <a:cubicBezTo>
                      <a:pt x="767398" y="475562"/>
                      <a:pt x="614934" y="597095"/>
                      <a:pt x="508825" y="767948"/>
                    </a:cubicBezTo>
                    <a:cubicBezTo>
                      <a:pt x="293560" y="1114861"/>
                      <a:pt x="-113157" y="2322994"/>
                      <a:pt x="36385" y="2939008"/>
                    </a:cubicBezTo>
                    <a:cubicBezTo>
                      <a:pt x="185928" y="3555111"/>
                      <a:pt x="449008" y="3447390"/>
                      <a:pt x="449008" y="344739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30"/>
              <p:cNvSpPr/>
              <p:nvPr/>
            </p:nvSpPr>
            <p:spPr>
              <a:xfrm>
                <a:off x="7332845" y="1372766"/>
                <a:ext cx="98226" cy="120352"/>
              </a:xfrm>
              <a:custGeom>
                <a:avLst/>
                <a:gdLst/>
                <a:ahLst/>
                <a:cxnLst/>
                <a:rect l="l" t="t" r="r" b="b"/>
                <a:pathLst>
                  <a:path w="130968" h="160470" extrusionOk="0">
                    <a:moveTo>
                      <a:pt x="96452" y="43424"/>
                    </a:moveTo>
                    <a:cubicBezTo>
                      <a:pt x="108517" y="32743"/>
                      <a:pt x="121852" y="23282"/>
                      <a:pt x="133536" y="12233"/>
                    </a:cubicBezTo>
                    <a:cubicBezTo>
                      <a:pt x="138743" y="7324"/>
                      <a:pt x="134616" y="-683"/>
                      <a:pt x="127504" y="1247"/>
                    </a:cubicBezTo>
                    <a:cubicBezTo>
                      <a:pt x="111311" y="5635"/>
                      <a:pt x="95563" y="16195"/>
                      <a:pt x="82736" y="26787"/>
                    </a:cubicBezTo>
                    <a:cubicBezTo>
                      <a:pt x="69655" y="37652"/>
                      <a:pt x="57717" y="50295"/>
                      <a:pt x="47176" y="63662"/>
                    </a:cubicBezTo>
                    <a:cubicBezTo>
                      <a:pt x="36635" y="77066"/>
                      <a:pt x="27491" y="91608"/>
                      <a:pt x="19808" y="106854"/>
                    </a:cubicBezTo>
                    <a:cubicBezTo>
                      <a:pt x="16124" y="114252"/>
                      <a:pt x="12949" y="121910"/>
                      <a:pt x="10283" y="129765"/>
                    </a:cubicBezTo>
                    <a:cubicBezTo>
                      <a:pt x="7743" y="137341"/>
                      <a:pt x="3678" y="147602"/>
                      <a:pt x="5266" y="155641"/>
                    </a:cubicBezTo>
                    <a:cubicBezTo>
                      <a:pt x="6346" y="161458"/>
                      <a:pt x="12822" y="163382"/>
                      <a:pt x="16886" y="159108"/>
                    </a:cubicBezTo>
                    <a:cubicBezTo>
                      <a:pt x="22157" y="153673"/>
                      <a:pt x="24760" y="144396"/>
                      <a:pt x="27872" y="137576"/>
                    </a:cubicBezTo>
                    <a:cubicBezTo>
                      <a:pt x="30984" y="130743"/>
                      <a:pt x="34349" y="124006"/>
                      <a:pt x="37842" y="117351"/>
                    </a:cubicBezTo>
                    <a:cubicBezTo>
                      <a:pt x="39683" y="113858"/>
                      <a:pt x="41588" y="110417"/>
                      <a:pt x="43557" y="107026"/>
                    </a:cubicBezTo>
                    <a:cubicBezTo>
                      <a:pt x="45144" y="106632"/>
                      <a:pt x="46668" y="105921"/>
                      <a:pt x="48446" y="104987"/>
                    </a:cubicBezTo>
                    <a:cubicBezTo>
                      <a:pt x="51748" y="103267"/>
                      <a:pt x="54923" y="101451"/>
                      <a:pt x="58161" y="99723"/>
                    </a:cubicBezTo>
                    <a:cubicBezTo>
                      <a:pt x="65210" y="96008"/>
                      <a:pt x="72259" y="92452"/>
                      <a:pt x="79561" y="89385"/>
                    </a:cubicBezTo>
                    <a:cubicBezTo>
                      <a:pt x="86673" y="86414"/>
                      <a:pt x="93975" y="83874"/>
                      <a:pt x="101278" y="81410"/>
                    </a:cubicBezTo>
                    <a:cubicBezTo>
                      <a:pt x="108644" y="78927"/>
                      <a:pt x="116709" y="77651"/>
                      <a:pt x="123821" y="74552"/>
                    </a:cubicBezTo>
                    <a:cubicBezTo>
                      <a:pt x="129599" y="72031"/>
                      <a:pt x="129218" y="62874"/>
                      <a:pt x="122487" y="61884"/>
                    </a:cubicBezTo>
                    <a:cubicBezTo>
                      <a:pt x="114867" y="60766"/>
                      <a:pt x="106739" y="62328"/>
                      <a:pt x="99246" y="63846"/>
                    </a:cubicBezTo>
                    <a:cubicBezTo>
                      <a:pt x="91372" y="65440"/>
                      <a:pt x="83625" y="67706"/>
                      <a:pt x="76196" y="70761"/>
                    </a:cubicBezTo>
                    <a:cubicBezTo>
                      <a:pt x="72576" y="72259"/>
                      <a:pt x="68957" y="73879"/>
                      <a:pt x="65464" y="75644"/>
                    </a:cubicBezTo>
                    <a:cubicBezTo>
                      <a:pt x="74862" y="64005"/>
                      <a:pt x="85212" y="53330"/>
                      <a:pt x="96452" y="43424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30"/>
              <p:cNvSpPr/>
              <p:nvPr/>
            </p:nvSpPr>
            <p:spPr>
              <a:xfrm>
                <a:off x="6818112" y="4452417"/>
                <a:ext cx="965438" cy="487655"/>
              </a:xfrm>
              <a:custGeom>
                <a:avLst/>
                <a:gdLst/>
                <a:ahLst/>
                <a:cxnLst/>
                <a:rect l="l" t="t" r="r" b="b"/>
                <a:pathLst>
                  <a:path w="1287250" h="650207" extrusionOk="0">
                    <a:moveTo>
                      <a:pt x="889388" y="3123"/>
                    </a:moveTo>
                    <a:cubicBezTo>
                      <a:pt x="889388" y="3123"/>
                      <a:pt x="508578" y="168597"/>
                      <a:pt x="468700" y="202487"/>
                    </a:cubicBezTo>
                    <a:cubicBezTo>
                      <a:pt x="428822" y="236384"/>
                      <a:pt x="28137" y="581290"/>
                      <a:pt x="6165" y="621168"/>
                    </a:cubicBezTo>
                    <a:cubicBezTo>
                      <a:pt x="-15742" y="661047"/>
                      <a:pt x="241433" y="700925"/>
                      <a:pt x="442792" y="495565"/>
                    </a:cubicBezTo>
                    <a:cubicBezTo>
                      <a:pt x="442792" y="495565"/>
                      <a:pt x="987051" y="533412"/>
                      <a:pt x="1292105" y="485596"/>
                    </a:cubicBezTo>
                    <a:lnTo>
                      <a:pt x="889388" y="3123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30"/>
              <p:cNvSpPr/>
              <p:nvPr/>
            </p:nvSpPr>
            <p:spPr>
              <a:xfrm>
                <a:off x="4957528" y="2710445"/>
                <a:ext cx="1538622" cy="1682159"/>
              </a:xfrm>
              <a:custGeom>
                <a:avLst/>
                <a:gdLst/>
                <a:ahLst/>
                <a:cxnLst/>
                <a:rect l="l" t="t" r="r" b="b"/>
                <a:pathLst>
                  <a:path w="2051496" h="2242878" extrusionOk="0">
                    <a:moveTo>
                      <a:pt x="3808" y="2361"/>
                    </a:moveTo>
                    <a:lnTo>
                      <a:pt x="470343" y="211702"/>
                    </a:lnTo>
                    <a:lnTo>
                      <a:pt x="2055305" y="2245240"/>
                    </a:lnTo>
                    <a:lnTo>
                      <a:pt x="1600708" y="2131607"/>
                    </a:lnTo>
                    <a:lnTo>
                      <a:pt x="3808" y="23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30"/>
              <p:cNvSpPr/>
              <p:nvPr/>
            </p:nvSpPr>
            <p:spPr>
              <a:xfrm>
                <a:off x="6017722" y="2748082"/>
                <a:ext cx="142096" cy="1092870"/>
              </a:xfrm>
              <a:custGeom>
                <a:avLst/>
                <a:gdLst/>
                <a:ahLst/>
                <a:cxnLst/>
                <a:rect l="l" t="t" r="r" b="b"/>
                <a:pathLst>
                  <a:path w="189462" h="1457160" extrusionOk="0">
                    <a:moveTo>
                      <a:pt x="183546" y="5317"/>
                    </a:moveTo>
                    <a:cubicBezTo>
                      <a:pt x="108235" y="181574"/>
                      <a:pt x="61499" y="371242"/>
                      <a:pt x="33306" y="560466"/>
                    </a:cubicBezTo>
                    <a:cubicBezTo>
                      <a:pt x="5175" y="749372"/>
                      <a:pt x="-3842" y="941923"/>
                      <a:pt x="11398" y="1132411"/>
                    </a:cubicBezTo>
                    <a:cubicBezTo>
                      <a:pt x="19970" y="1240500"/>
                      <a:pt x="33051" y="1348222"/>
                      <a:pt x="55531" y="1454388"/>
                    </a:cubicBezTo>
                    <a:cubicBezTo>
                      <a:pt x="57055" y="1461570"/>
                      <a:pt x="68357" y="1460757"/>
                      <a:pt x="67151" y="1453251"/>
                    </a:cubicBezTo>
                    <a:cubicBezTo>
                      <a:pt x="51720" y="1359398"/>
                      <a:pt x="39465" y="1265120"/>
                      <a:pt x="32734" y="1170225"/>
                    </a:cubicBezTo>
                    <a:cubicBezTo>
                      <a:pt x="26003" y="1075388"/>
                      <a:pt x="25177" y="979890"/>
                      <a:pt x="27781" y="884875"/>
                    </a:cubicBezTo>
                    <a:cubicBezTo>
                      <a:pt x="32988" y="694438"/>
                      <a:pt x="58959" y="504840"/>
                      <a:pt x="103092" y="319572"/>
                    </a:cubicBezTo>
                    <a:cubicBezTo>
                      <a:pt x="128111" y="214682"/>
                      <a:pt x="159480" y="111965"/>
                      <a:pt x="193198" y="9603"/>
                    </a:cubicBezTo>
                    <a:cubicBezTo>
                      <a:pt x="195294" y="3291"/>
                      <a:pt x="186277" y="-1053"/>
                      <a:pt x="183546" y="53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30"/>
              <p:cNvSpPr/>
              <p:nvPr/>
            </p:nvSpPr>
            <p:spPr>
              <a:xfrm>
                <a:off x="6250684" y="2208078"/>
                <a:ext cx="280891" cy="1487781"/>
              </a:xfrm>
              <a:custGeom>
                <a:avLst/>
                <a:gdLst/>
                <a:ahLst/>
                <a:cxnLst/>
                <a:rect l="l" t="t" r="r" b="b"/>
                <a:pathLst>
                  <a:path w="374521" h="1983708" extrusionOk="0">
                    <a:moveTo>
                      <a:pt x="41533" y="803586"/>
                    </a:moveTo>
                    <a:cubicBezTo>
                      <a:pt x="28325" y="828764"/>
                      <a:pt x="23817" y="855987"/>
                      <a:pt x="26293" y="884238"/>
                    </a:cubicBezTo>
                    <a:cubicBezTo>
                      <a:pt x="28770" y="914146"/>
                      <a:pt x="37406" y="942950"/>
                      <a:pt x="45534" y="971677"/>
                    </a:cubicBezTo>
                    <a:cubicBezTo>
                      <a:pt x="53662" y="1000322"/>
                      <a:pt x="61472" y="1029126"/>
                      <a:pt x="68966" y="1057936"/>
                    </a:cubicBezTo>
                    <a:cubicBezTo>
                      <a:pt x="98874" y="1172909"/>
                      <a:pt x="124020" y="1289076"/>
                      <a:pt x="144086" y="1406113"/>
                    </a:cubicBezTo>
                    <a:cubicBezTo>
                      <a:pt x="171899" y="1567498"/>
                      <a:pt x="189869" y="1730217"/>
                      <a:pt x="197426" y="1893571"/>
                    </a:cubicBezTo>
                    <a:cubicBezTo>
                      <a:pt x="192727" y="1924432"/>
                      <a:pt x="188155" y="1955134"/>
                      <a:pt x="183773" y="1985672"/>
                    </a:cubicBezTo>
                    <a:cubicBezTo>
                      <a:pt x="180027" y="1895000"/>
                      <a:pt x="173550" y="1804322"/>
                      <a:pt x="164596" y="1714120"/>
                    </a:cubicBezTo>
                    <a:cubicBezTo>
                      <a:pt x="140403" y="1471055"/>
                      <a:pt x="95890" y="1230211"/>
                      <a:pt x="30167" y="994963"/>
                    </a:cubicBezTo>
                    <a:cubicBezTo>
                      <a:pt x="14863" y="940346"/>
                      <a:pt x="-6155" y="881552"/>
                      <a:pt x="10165" y="824649"/>
                    </a:cubicBezTo>
                    <a:cubicBezTo>
                      <a:pt x="24960" y="773202"/>
                      <a:pt x="66044" y="734136"/>
                      <a:pt x="102176" y="696811"/>
                    </a:cubicBezTo>
                    <a:cubicBezTo>
                      <a:pt x="177614" y="618839"/>
                      <a:pt x="258068" y="546081"/>
                      <a:pt x="342524" y="478053"/>
                    </a:cubicBezTo>
                    <a:cubicBezTo>
                      <a:pt x="265244" y="467087"/>
                      <a:pt x="188028" y="456038"/>
                      <a:pt x="110812" y="444754"/>
                    </a:cubicBezTo>
                    <a:cubicBezTo>
                      <a:pt x="103446" y="443649"/>
                      <a:pt x="99954" y="435839"/>
                      <a:pt x="102493" y="429368"/>
                    </a:cubicBezTo>
                    <a:cubicBezTo>
                      <a:pt x="115638" y="395275"/>
                      <a:pt x="129735" y="361575"/>
                      <a:pt x="144975" y="328428"/>
                    </a:cubicBezTo>
                    <a:cubicBezTo>
                      <a:pt x="171455" y="270586"/>
                      <a:pt x="201172" y="214242"/>
                      <a:pt x="234129" y="159867"/>
                    </a:cubicBezTo>
                    <a:cubicBezTo>
                      <a:pt x="250321" y="133191"/>
                      <a:pt x="267149" y="106991"/>
                      <a:pt x="284739" y="81267"/>
                    </a:cubicBezTo>
                    <a:cubicBezTo>
                      <a:pt x="298899" y="60509"/>
                      <a:pt x="314583" y="40862"/>
                      <a:pt x="330268" y="21208"/>
                    </a:cubicBezTo>
                    <a:cubicBezTo>
                      <a:pt x="334586" y="15767"/>
                      <a:pt x="338967" y="10401"/>
                      <a:pt x="343286" y="4952"/>
                    </a:cubicBezTo>
                    <a:cubicBezTo>
                      <a:pt x="346968" y="292"/>
                      <a:pt x="352620" y="1638"/>
                      <a:pt x="355541" y="5187"/>
                    </a:cubicBezTo>
                    <a:cubicBezTo>
                      <a:pt x="357573" y="7715"/>
                      <a:pt x="358208" y="11423"/>
                      <a:pt x="355668" y="14820"/>
                    </a:cubicBezTo>
                    <a:cubicBezTo>
                      <a:pt x="331729" y="47332"/>
                      <a:pt x="309821" y="81343"/>
                      <a:pt x="287787" y="115119"/>
                    </a:cubicBezTo>
                    <a:cubicBezTo>
                      <a:pt x="265625" y="149129"/>
                      <a:pt x="244543" y="183934"/>
                      <a:pt x="224731" y="219367"/>
                    </a:cubicBezTo>
                    <a:cubicBezTo>
                      <a:pt x="187838" y="285654"/>
                      <a:pt x="155516" y="354317"/>
                      <a:pt x="127893" y="424948"/>
                    </a:cubicBezTo>
                    <a:cubicBezTo>
                      <a:pt x="208666" y="436626"/>
                      <a:pt x="289374" y="448539"/>
                      <a:pt x="370019" y="460457"/>
                    </a:cubicBezTo>
                    <a:cubicBezTo>
                      <a:pt x="379354" y="461873"/>
                      <a:pt x="381703" y="474110"/>
                      <a:pt x="374718" y="479634"/>
                    </a:cubicBezTo>
                    <a:cubicBezTo>
                      <a:pt x="273181" y="558946"/>
                      <a:pt x="177487" y="646303"/>
                      <a:pt x="89729" y="740613"/>
                    </a:cubicBezTo>
                    <a:cubicBezTo>
                      <a:pt x="71823" y="759866"/>
                      <a:pt x="53916" y="780072"/>
                      <a:pt x="41533" y="8035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30"/>
              <p:cNvSpPr/>
              <p:nvPr/>
            </p:nvSpPr>
            <p:spPr>
              <a:xfrm>
                <a:off x="6666124" y="2033079"/>
                <a:ext cx="778268" cy="1675445"/>
              </a:xfrm>
              <a:custGeom>
                <a:avLst/>
                <a:gdLst/>
                <a:ahLst/>
                <a:cxnLst/>
                <a:rect l="l" t="t" r="r" b="b"/>
                <a:pathLst>
                  <a:path w="1037691" h="2233926" extrusionOk="0">
                    <a:moveTo>
                      <a:pt x="1018787" y="713542"/>
                    </a:moveTo>
                    <a:cubicBezTo>
                      <a:pt x="1018215" y="718120"/>
                      <a:pt x="1013644" y="722699"/>
                      <a:pt x="1009008" y="722781"/>
                    </a:cubicBezTo>
                    <a:cubicBezTo>
                      <a:pt x="847020" y="725619"/>
                      <a:pt x="685158" y="728147"/>
                      <a:pt x="523296" y="730751"/>
                    </a:cubicBezTo>
                    <a:cubicBezTo>
                      <a:pt x="657091" y="858830"/>
                      <a:pt x="790886" y="987068"/>
                      <a:pt x="924934" y="1114913"/>
                    </a:cubicBezTo>
                    <a:cubicBezTo>
                      <a:pt x="929062" y="1118856"/>
                      <a:pt x="931348" y="1126432"/>
                      <a:pt x="926776" y="1131093"/>
                    </a:cubicBezTo>
                    <a:cubicBezTo>
                      <a:pt x="831272" y="1226661"/>
                      <a:pt x="738053" y="1324355"/>
                      <a:pt x="647439" y="1424501"/>
                    </a:cubicBezTo>
                    <a:cubicBezTo>
                      <a:pt x="486847" y="1601984"/>
                      <a:pt x="334574" y="1786966"/>
                      <a:pt x="190620" y="1978177"/>
                    </a:cubicBezTo>
                    <a:cubicBezTo>
                      <a:pt x="126929" y="2062854"/>
                      <a:pt x="64889" y="2148719"/>
                      <a:pt x="4691" y="2235835"/>
                    </a:cubicBezTo>
                    <a:cubicBezTo>
                      <a:pt x="7549" y="2219185"/>
                      <a:pt x="10343" y="2202536"/>
                      <a:pt x="13454" y="2185880"/>
                    </a:cubicBezTo>
                    <a:lnTo>
                      <a:pt x="13454" y="2185803"/>
                    </a:lnTo>
                    <a:cubicBezTo>
                      <a:pt x="141471" y="2001298"/>
                      <a:pt x="277107" y="1822240"/>
                      <a:pt x="420871" y="1649647"/>
                    </a:cubicBezTo>
                    <a:cubicBezTo>
                      <a:pt x="572827" y="1467192"/>
                      <a:pt x="733101" y="1291602"/>
                      <a:pt x="901312" y="1124146"/>
                    </a:cubicBezTo>
                    <a:cubicBezTo>
                      <a:pt x="764089" y="992117"/>
                      <a:pt x="626484" y="860487"/>
                      <a:pt x="488943" y="728700"/>
                    </a:cubicBezTo>
                    <a:cubicBezTo>
                      <a:pt x="482529" y="722622"/>
                      <a:pt x="484117" y="708963"/>
                      <a:pt x="494848" y="708811"/>
                    </a:cubicBezTo>
                    <a:cubicBezTo>
                      <a:pt x="662615" y="706125"/>
                      <a:pt x="830383" y="703287"/>
                      <a:pt x="998086" y="700918"/>
                    </a:cubicBezTo>
                    <a:cubicBezTo>
                      <a:pt x="1004373" y="652703"/>
                      <a:pt x="1009579" y="604246"/>
                      <a:pt x="1013390" y="555795"/>
                    </a:cubicBezTo>
                    <a:cubicBezTo>
                      <a:pt x="1027551" y="373734"/>
                      <a:pt x="1022661" y="190251"/>
                      <a:pt x="1004944" y="8666"/>
                    </a:cubicBezTo>
                    <a:cubicBezTo>
                      <a:pt x="1004817" y="7009"/>
                      <a:pt x="1005198" y="5592"/>
                      <a:pt x="1005897" y="4564"/>
                    </a:cubicBezTo>
                    <a:cubicBezTo>
                      <a:pt x="1008754" y="379"/>
                      <a:pt x="1016628" y="1008"/>
                      <a:pt x="1017581" y="7402"/>
                    </a:cubicBezTo>
                    <a:cubicBezTo>
                      <a:pt x="1018279" y="11981"/>
                      <a:pt x="1018915" y="16635"/>
                      <a:pt x="1019549" y="21214"/>
                    </a:cubicBezTo>
                    <a:lnTo>
                      <a:pt x="1019613" y="21214"/>
                    </a:lnTo>
                    <a:cubicBezTo>
                      <a:pt x="1026344" y="68642"/>
                      <a:pt x="1031868" y="116229"/>
                      <a:pt x="1035424" y="164051"/>
                    </a:cubicBezTo>
                    <a:cubicBezTo>
                      <a:pt x="1048886" y="347134"/>
                      <a:pt x="1042536" y="531564"/>
                      <a:pt x="1018787" y="71354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30"/>
              <p:cNvSpPr/>
              <p:nvPr/>
            </p:nvSpPr>
            <p:spPr>
              <a:xfrm>
                <a:off x="7721654" y="3103942"/>
                <a:ext cx="156607" cy="546381"/>
              </a:xfrm>
              <a:custGeom>
                <a:avLst/>
                <a:gdLst/>
                <a:ahLst/>
                <a:cxnLst/>
                <a:rect l="l" t="t" r="r" b="b"/>
                <a:pathLst>
                  <a:path w="208809" h="728508" extrusionOk="0">
                    <a:moveTo>
                      <a:pt x="213636" y="723168"/>
                    </a:moveTo>
                    <a:cubicBezTo>
                      <a:pt x="183346" y="631360"/>
                      <a:pt x="147659" y="541438"/>
                      <a:pt x="119211" y="448994"/>
                    </a:cubicBezTo>
                    <a:cubicBezTo>
                      <a:pt x="90700" y="356341"/>
                      <a:pt x="67395" y="262323"/>
                      <a:pt x="48091" y="167353"/>
                    </a:cubicBezTo>
                    <a:cubicBezTo>
                      <a:pt x="42757" y="141368"/>
                      <a:pt x="37740" y="115346"/>
                      <a:pt x="32851" y="89292"/>
                    </a:cubicBezTo>
                    <a:cubicBezTo>
                      <a:pt x="27771" y="61993"/>
                      <a:pt x="21294" y="34860"/>
                      <a:pt x="17166" y="7421"/>
                    </a:cubicBezTo>
                    <a:cubicBezTo>
                      <a:pt x="16024" y="-154"/>
                      <a:pt x="4403" y="887"/>
                      <a:pt x="5228" y="8583"/>
                    </a:cubicBezTo>
                    <a:cubicBezTo>
                      <a:pt x="8023" y="33037"/>
                      <a:pt x="9356" y="57580"/>
                      <a:pt x="12467" y="82027"/>
                    </a:cubicBezTo>
                    <a:cubicBezTo>
                      <a:pt x="15515" y="106405"/>
                      <a:pt x="19389" y="130751"/>
                      <a:pt x="23643" y="154957"/>
                    </a:cubicBezTo>
                    <a:cubicBezTo>
                      <a:pt x="31899" y="202043"/>
                      <a:pt x="41931" y="248791"/>
                      <a:pt x="52980" y="295292"/>
                    </a:cubicBezTo>
                    <a:cubicBezTo>
                      <a:pt x="75523" y="389926"/>
                      <a:pt x="103526" y="483252"/>
                      <a:pt x="136356" y="574819"/>
                    </a:cubicBezTo>
                    <a:cubicBezTo>
                      <a:pt x="155088" y="626979"/>
                      <a:pt x="176615" y="678414"/>
                      <a:pt x="202777" y="727328"/>
                    </a:cubicBezTo>
                    <a:cubicBezTo>
                      <a:pt x="206206" y="733747"/>
                      <a:pt x="215985" y="730452"/>
                      <a:pt x="213636" y="7231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30"/>
              <p:cNvSpPr/>
              <p:nvPr/>
            </p:nvSpPr>
            <p:spPr>
              <a:xfrm>
                <a:off x="7475407" y="4156615"/>
                <a:ext cx="337604" cy="288360"/>
              </a:xfrm>
              <a:custGeom>
                <a:avLst/>
                <a:gdLst/>
                <a:ahLst/>
                <a:cxnLst/>
                <a:rect l="l" t="t" r="r" b="b"/>
                <a:pathLst>
                  <a:path w="450138" h="384480" extrusionOk="0">
                    <a:moveTo>
                      <a:pt x="444516" y="3994"/>
                    </a:moveTo>
                    <a:cubicBezTo>
                      <a:pt x="380000" y="41758"/>
                      <a:pt x="321643" y="91078"/>
                      <a:pt x="264049" y="138386"/>
                    </a:cubicBezTo>
                    <a:cubicBezTo>
                      <a:pt x="206010" y="186011"/>
                      <a:pt x="149558" y="235439"/>
                      <a:pt x="94694" y="286633"/>
                    </a:cubicBezTo>
                    <a:cubicBezTo>
                      <a:pt x="79772" y="300533"/>
                      <a:pt x="64913" y="314529"/>
                      <a:pt x="50498" y="328956"/>
                    </a:cubicBezTo>
                    <a:cubicBezTo>
                      <a:pt x="34940" y="344520"/>
                      <a:pt x="21034" y="361150"/>
                      <a:pt x="6429" y="377457"/>
                    </a:cubicBezTo>
                    <a:cubicBezTo>
                      <a:pt x="1984" y="382429"/>
                      <a:pt x="9540" y="390544"/>
                      <a:pt x="14684" y="386011"/>
                    </a:cubicBezTo>
                    <a:cubicBezTo>
                      <a:pt x="28717" y="373603"/>
                      <a:pt x="43513" y="362008"/>
                      <a:pt x="57356" y="349250"/>
                    </a:cubicBezTo>
                    <a:cubicBezTo>
                      <a:pt x="70818" y="336874"/>
                      <a:pt x="84153" y="324371"/>
                      <a:pt x="97488" y="311919"/>
                    </a:cubicBezTo>
                    <a:cubicBezTo>
                      <a:pt x="124729" y="286576"/>
                      <a:pt x="152288" y="261576"/>
                      <a:pt x="180228" y="237021"/>
                    </a:cubicBezTo>
                    <a:cubicBezTo>
                      <a:pt x="236172" y="187897"/>
                      <a:pt x="293513" y="140399"/>
                      <a:pt x="352251" y="94742"/>
                    </a:cubicBezTo>
                    <a:cubicBezTo>
                      <a:pt x="386032" y="68542"/>
                      <a:pt x="420513" y="43218"/>
                      <a:pt x="452580" y="14961"/>
                    </a:cubicBezTo>
                    <a:cubicBezTo>
                      <a:pt x="459248" y="9119"/>
                      <a:pt x="452073" y="-432"/>
                      <a:pt x="444516" y="399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30"/>
              <p:cNvSpPr/>
              <p:nvPr/>
            </p:nvSpPr>
            <p:spPr>
              <a:xfrm>
                <a:off x="8063582" y="3764309"/>
                <a:ext cx="252437" cy="188346"/>
              </a:xfrm>
              <a:custGeom>
                <a:avLst/>
                <a:gdLst/>
                <a:ahLst/>
                <a:cxnLst/>
                <a:rect l="l" t="t" r="r" b="b"/>
                <a:pathLst>
                  <a:path w="336583" h="251128" extrusionOk="0">
                    <a:moveTo>
                      <a:pt x="332094" y="3273"/>
                    </a:moveTo>
                    <a:cubicBezTo>
                      <a:pt x="301805" y="15922"/>
                      <a:pt x="273992" y="37379"/>
                      <a:pt x="247131" y="55927"/>
                    </a:cubicBezTo>
                    <a:cubicBezTo>
                      <a:pt x="218747" y="75485"/>
                      <a:pt x="190617" y="95399"/>
                      <a:pt x="162867" y="115795"/>
                    </a:cubicBezTo>
                    <a:cubicBezTo>
                      <a:pt x="135689" y="135823"/>
                      <a:pt x="108638" y="156225"/>
                      <a:pt x="82158" y="177193"/>
                    </a:cubicBezTo>
                    <a:cubicBezTo>
                      <a:pt x="56123" y="197767"/>
                      <a:pt x="27294" y="218493"/>
                      <a:pt x="6530" y="244649"/>
                    </a:cubicBezTo>
                    <a:cubicBezTo>
                      <a:pt x="3355" y="248605"/>
                      <a:pt x="7673" y="255711"/>
                      <a:pt x="12753" y="253152"/>
                    </a:cubicBezTo>
                    <a:cubicBezTo>
                      <a:pt x="41963" y="238286"/>
                      <a:pt x="67743" y="215852"/>
                      <a:pt x="93715" y="196103"/>
                    </a:cubicBezTo>
                    <a:cubicBezTo>
                      <a:pt x="120703" y="175644"/>
                      <a:pt x="147690" y="155323"/>
                      <a:pt x="174995" y="135359"/>
                    </a:cubicBezTo>
                    <a:cubicBezTo>
                      <a:pt x="202300" y="115408"/>
                      <a:pt x="229732" y="95653"/>
                      <a:pt x="257482" y="76336"/>
                    </a:cubicBezTo>
                    <a:cubicBezTo>
                      <a:pt x="270880" y="67046"/>
                      <a:pt x="284279" y="57806"/>
                      <a:pt x="297614" y="48478"/>
                    </a:cubicBezTo>
                    <a:cubicBezTo>
                      <a:pt x="311774" y="38534"/>
                      <a:pt x="326887" y="28692"/>
                      <a:pt x="339397" y="16665"/>
                    </a:cubicBezTo>
                    <a:cubicBezTo>
                      <a:pt x="345176" y="11140"/>
                      <a:pt x="340857" y="-397"/>
                      <a:pt x="332094" y="327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30"/>
              <p:cNvSpPr/>
              <p:nvPr/>
            </p:nvSpPr>
            <p:spPr>
              <a:xfrm>
                <a:off x="7781888" y="4808562"/>
                <a:ext cx="141652" cy="334941"/>
              </a:xfrm>
              <a:custGeom>
                <a:avLst/>
                <a:gdLst/>
                <a:ahLst/>
                <a:cxnLst/>
                <a:rect l="l" t="t" r="r" b="b"/>
                <a:pathLst>
                  <a:path w="188870" h="446588" extrusionOk="0">
                    <a:moveTo>
                      <a:pt x="71762" y="51181"/>
                    </a:moveTo>
                    <a:cubicBezTo>
                      <a:pt x="87891" y="59817"/>
                      <a:pt x="104147" y="68262"/>
                      <a:pt x="120340" y="76708"/>
                    </a:cubicBezTo>
                    <a:cubicBezTo>
                      <a:pt x="127452" y="201104"/>
                      <a:pt x="134627" y="325501"/>
                      <a:pt x="141739" y="449898"/>
                    </a:cubicBezTo>
                    <a:lnTo>
                      <a:pt x="162822" y="449898"/>
                    </a:lnTo>
                    <a:cubicBezTo>
                      <a:pt x="157107" y="350012"/>
                      <a:pt x="151391" y="250127"/>
                      <a:pt x="145613" y="150241"/>
                    </a:cubicBezTo>
                    <a:cubicBezTo>
                      <a:pt x="144407" y="129286"/>
                      <a:pt x="143200" y="108331"/>
                      <a:pt x="141994" y="87376"/>
                    </a:cubicBezTo>
                    <a:cubicBezTo>
                      <a:pt x="144787" y="87693"/>
                      <a:pt x="147772" y="86931"/>
                      <a:pt x="149868" y="85344"/>
                    </a:cubicBezTo>
                    <a:cubicBezTo>
                      <a:pt x="164346" y="74358"/>
                      <a:pt x="180411" y="62928"/>
                      <a:pt x="192476" y="49276"/>
                    </a:cubicBezTo>
                    <a:cubicBezTo>
                      <a:pt x="197175" y="44005"/>
                      <a:pt x="190761" y="35306"/>
                      <a:pt x="184284" y="38100"/>
                    </a:cubicBezTo>
                    <a:cubicBezTo>
                      <a:pt x="169616" y="44513"/>
                      <a:pt x="155709" y="54419"/>
                      <a:pt x="142374" y="63817"/>
                    </a:cubicBezTo>
                    <a:cubicBezTo>
                      <a:pt x="122118" y="53657"/>
                      <a:pt x="101798" y="43561"/>
                      <a:pt x="81414" y="33655"/>
                    </a:cubicBezTo>
                    <a:cubicBezTo>
                      <a:pt x="59380" y="22860"/>
                      <a:pt x="37028" y="11557"/>
                      <a:pt x="13787" y="3619"/>
                    </a:cubicBezTo>
                    <a:cubicBezTo>
                      <a:pt x="7818" y="1651"/>
                      <a:pt x="1721" y="9525"/>
                      <a:pt x="7627" y="13716"/>
                    </a:cubicBezTo>
                    <a:cubicBezTo>
                      <a:pt x="27757" y="28003"/>
                      <a:pt x="50046" y="39497"/>
                      <a:pt x="71762" y="51181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30"/>
              <p:cNvSpPr/>
              <p:nvPr/>
            </p:nvSpPr>
            <p:spPr>
              <a:xfrm>
                <a:off x="7065413" y="4881936"/>
                <a:ext cx="20101" cy="261567"/>
              </a:xfrm>
              <a:custGeom>
                <a:avLst/>
                <a:gdLst/>
                <a:ahLst/>
                <a:cxnLst/>
                <a:rect l="l" t="t" r="r" b="b"/>
                <a:pathLst>
                  <a:path w="26802" h="348756" extrusionOk="0">
                    <a:moveTo>
                      <a:pt x="27374" y="352090"/>
                    </a:moveTo>
                    <a:cubicBezTo>
                      <a:pt x="29660" y="262872"/>
                      <a:pt x="31629" y="173655"/>
                      <a:pt x="31501" y="84437"/>
                    </a:cubicBezTo>
                    <a:cubicBezTo>
                      <a:pt x="31438" y="59545"/>
                      <a:pt x="31374" y="34780"/>
                      <a:pt x="30676" y="9951"/>
                    </a:cubicBezTo>
                    <a:cubicBezTo>
                      <a:pt x="30422" y="1506"/>
                      <a:pt x="16388" y="934"/>
                      <a:pt x="15817" y="9444"/>
                    </a:cubicBezTo>
                    <a:cubicBezTo>
                      <a:pt x="8260" y="114155"/>
                      <a:pt x="7625" y="219502"/>
                      <a:pt x="5276" y="324404"/>
                    </a:cubicBezTo>
                    <a:cubicBezTo>
                      <a:pt x="5085" y="333611"/>
                      <a:pt x="4895" y="342883"/>
                      <a:pt x="4705" y="352090"/>
                    </a:cubicBezTo>
                    <a:lnTo>
                      <a:pt x="27374" y="352090"/>
                    </a:ln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30"/>
              <p:cNvSpPr/>
              <p:nvPr/>
            </p:nvSpPr>
            <p:spPr>
              <a:xfrm>
                <a:off x="5835229" y="4274480"/>
                <a:ext cx="294589" cy="334415"/>
              </a:xfrm>
              <a:custGeom>
                <a:avLst/>
                <a:gdLst/>
                <a:ahLst/>
                <a:cxnLst/>
                <a:rect l="l" t="t" r="r" b="b"/>
                <a:pathLst>
                  <a:path w="392785" h="445887" extrusionOk="0">
                    <a:moveTo>
                      <a:pt x="4016" y="34856"/>
                    </a:moveTo>
                    <a:cubicBezTo>
                      <a:pt x="4016" y="34856"/>
                      <a:pt x="-2016" y="397701"/>
                      <a:pt x="137557" y="445555"/>
                    </a:cubicBezTo>
                    <a:cubicBezTo>
                      <a:pt x="277130" y="493402"/>
                      <a:pt x="396764" y="2953"/>
                      <a:pt x="396764" y="2953"/>
                    </a:cubicBezTo>
                    <a:lnTo>
                      <a:pt x="4016" y="3485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30"/>
              <p:cNvSpPr/>
              <p:nvPr/>
            </p:nvSpPr>
            <p:spPr>
              <a:xfrm>
                <a:off x="5763192" y="3553572"/>
                <a:ext cx="628308" cy="766444"/>
              </a:xfrm>
              <a:custGeom>
                <a:avLst/>
                <a:gdLst/>
                <a:ahLst/>
                <a:cxnLst/>
                <a:rect l="l" t="t" r="r" b="b"/>
                <a:pathLst>
                  <a:path w="837744" h="1021925" extrusionOk="0">
                    <a:moveTo>
                      <a:pt x="88126" y="547153"/>
                    </a:moveTo>
                    <a:lnTo>
                      <a:pt x="100128" y="995731"/>
                    </a:lnTo>
                    <a:cubicBezTo>
                      <a:pt x="100128" y="995731"/>
                      <a:pt x="349302" y="1095413"/>
                      <a:pt x="626416" y="923957"/>
                    </a:cubicBezTo>
                    <a:cubicBezTo>
                      <a:pt x="718619" y="866921"/>
                      <a:pt x="839776" y="646836"/>
                      <a:pt x="841745" y="596995"/>
                    </a:cubicBezTo>
                    <a:cubicBezTo>
                      <a:pt x="843713" y="547153"/>
                      <a:pt x="771959" y="527221"/>
                      <a:pt x="771959" y="527221"/>
                    </a:cubicBezTo>
                    <a:cubicBezTo>
                      <a:pt x="771959" y="527221"/>
                      <a:pt x="775959" y="437502"/>
                      <a:pt x="704204" y="393636"/>
                    </a:cubicBezTo>
                    <a:cubicBezTo>
                      <a:pt x="694235" y="387661"/>
                      <a:pt x="674296" y="315886"/>
                      <a:pt x="586538" y="309904"/>
                    </a:cubicBezTo>
                    <a:cubicBezTo>
                      <a:pt x="586538" y="309904"/>
                      <a:pt x="538722" y="226173"/>
                      <a:pt x="492876" y="228168"/>
                    </a:cubicBezTo>
                    <a:cubicBezTo>
                      <a:pt x="446965" y="230155"/>
                      <a:pt x="289485" y="377691"/>
                      <a:pt x="269546" y="383673"/>
                    </a:cubicBezTo>
                    <a:cubicBezTo>
                      <a:pt x="249607" y="389654"/>
                      <a:pt x="74157" y="-9088"/>
                      <a:pt x="18340" y="2882"/>
                    </a:cubicBezTo>
                    <a:cubicBezTo>
                      <a:pt x="-37477" y="14839"/>
                      <a:pt x="88126" y="459435"/>
                      <a:pt x="88126" y="547153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30"/>
              <p:cNvSpPr/>
              <p:nvPr/>
            </p:nvSpPr>
            <p:spPr>
              <a:xfrm>
                <a:off x="6088244" y="3780983"/>
                <a:ext cx="110917" cy="138317"/>
              </a:xfrm>
              <a:custGeom>
                <a:avLst/>
                <a:gdLst/>
                <a:ahLst/>
                <a:cxnLst/>
                <a:rect l="l" t="t" r="r" b="b"/>
                <a:pathLst>
                  <a:path w="147889" h="184422" extrusionOk="0">
                    <a:moveTo>
                      <a:pt x="141496" y="3928"/>
                    </a:moveTo>
                    <a:cubicBezTo>
                      <a:pt x="113619" y="27873"/>
                      <a:pt x="91966" y="59077"/>
                      <a:pt x="69233" y="87779"/>
                    </a:cubicBezTo>
                    <a:cubicBezTo>
                      <a:pt x="57993" y="102016"/>
                      <a:pt x="46690" y="116272"/>
                      <a:pt x="35641" y="130661"/>
                    </a:cubicBezTo>
                    <a:cubicBezTo>
                      <a:pt x="24339" y="145317"/>
                      <a:pt x="12274" y="160785"/>
                      <a:pt x="4653" y="177759"/>
                    </a:cubicBezTo>
                    <a:cubicBezTo>
                      <a:pt x="1987" y="183620"/>
                      <a:pt x="9288" y="189716"/>
                      <a:pt x="14496" y="185677"/>
                    </a:cubicBezTo>
                    <a:cubicBezTo>
                      <a:pt x="28720" y="174622"/>
                      <a:pt x="40658" y="159871"/>
                      <a:pt x="51898" y="145895"/>
                    </a:cubicBezTo>
                    <a:cubicBezTo>
                      <a:pt x="63645" y="131302"/>
                      <a:pt x="75265" y="116570"/>
                      <a:pt x="86759" y="101826"/>
                    </a:cubicBezTo>
                    <a:cubicBezTo>
                      <a:pt x="109365" y="72977"/>
                      <a:pt x="134638" y="44567"/>
                      <a:pt x="151339" y="11846"/>
                    </a:cubicBezTo>
                    <a:cubicBezTo>
                      <a:pt x="154260" y="6175"/>
                      <a:pt x="146449" y="-321"/>
                      <a:pt x="141496" y="3928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30"/>
              <p:cNvSpPr/>
              <p:nvPr/>
            </p:nvSpPr>
            <p:spPr>
              <a:xfrm>
                <a:off x="6182864" y="3840820"/>
                <a:ext cx="102231" cy="141364"/>
              </a:xfrm>
              <a:custGeom>
                <a:avLst/>
                <a:gdLst/>
                <a:ahLst/>
                <a:cxnLst/>
                <a:rect l="l" t="t" r="r" b="b"/>
                <a:pathLst>
                  <a:path w="136308" h="188486" extrusionOk="0">
                    <a:moveTo>
                      <a:pt x="130331" y="4507"/>
                    </a:moveTo>
                    <a:cubicBezTo>
                      <a:pt x="118710" y="18859"/>
                      <a:pt x="106074" y="32124"/>
                      <a:pt x="94898" y="46919"/>
                    </a:cubicBezTo>
                    <a:cubicBezTo>
                      <a:pt x="83785" y="61639"/>
                      <a:pt x="73053" y="76669"/>
                      <a:pt x="62449" y="91718"/>
                    </a:cubicBezTo>
                    <a:cubicBezTo>
                      <a:pt x="51781" y="106787"/>
                      <a:pt x="41176" y="121926"/>
                      <a:pt x="30572" y="137039"/>
                    </a:cubicBezTo>
                    <a:cubicBezTo>
                      <a:pt x="20602" y="151231"/>
                      <a:pt x="9300" y="165810"/>
                      <a:pt x="4410" y="182670"/>
                    </a:cubicBezTo>
                    <a:cubicBezTo>
                      <a:pt x="2505" y="189153"/>
                      <a:pt x="11332" y="193312"/>
                      <a:pt x="16094" y="189820"/>
                    </a:cubicBezTo>
                    <a:cubicBezTo>
                      <a:pt x="30445" y="179310"/>
                      <a:pt x="40288" y="162820"/>
                      <a:pt x="50321" y="148430"/>
                    </a:cubicBezTo>
                    <a:cubicBezTo>
                      <a:pt x="60862" y="133279"/>
                      <a:pt x="71466" y="118141"/>
                      <a:pt x="81944" y="102945"/>
                    </a:cubicBezTo>
                    <a:cubicBezTo>
                      <a:pt x="92485" y="87731"/>
                      <a:pt x="102835" y="72453"/>
                      <a:pt x="112868" y="56901"/>
                    </a:cubicBezTo>
                    <a:cubicBezTo>
                      <a:pt x="122647" y="41731"/>
                      <a:pt x="130521" y="25678"/>
                      <a:pt x="139728" y="10242"/>
                    </a:cubicBezTo>
                    <a:cubicBezTo>
                      <a:pt x="143031" y="4736"/>
                      <a:pt x="134204" y="-249"/>
                      <a:pt x="130331" y="4507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30"/>
              <p:cNvSpPr/>
              <p:nvPr/>
            </p:nvSpPr>
            <p:spPr>
              <a:xfrm>
                <a:off x="6253060" y="3946517"/>
                <a:ext cx="85990" cy="124106"/>
              </a:xfrm>
              <a:custGeom>
                <a:avLst/>
                <a:gdLst/>
                <a:ahLst/>
                <a:cxnLst/>
                <a:rect l="l" t="t" r="r" b="b"/>
                <a:pathLst>
                  <a:path w="114653" h="165474" extrusionOk="0">
                    <a:moveTo>
                      <a:pt x="105803" y="5081"/>
                    </a:moveTo>
                    <a:cubicBezTo>
                      <a:pt x="94626" y="16092"/>
                      <a:pt x="85800" y="29847"/>
                      <a:pt x="76973" y="42750"/>
                    </a:cubicBezTo>
                    <a:cubicBezTo>
                      <a:pt x="68592" y="54999"/>
                      <a:pt x="60273" y="67286"/>
                      <a:pt x="51955" y="79624"/>
                    </a:cubicBezTo>
                    <a:cubicBezTo>
                      <a:pt x="43699" y="91975"/>
                      <a:pt x="35381" y="104313"/>
                      <a:pt x="27317" y="116803"/>
                    </a:cubicBezTo>
                    <a:cubicBezTo>
                      <a:pt x="19188" y="129446"/>
                      <a:pt x="8965" y="143289"/>
                      <a:pt x="4520" y="157768"/>
                    </a:cubicBezTo>
                    <a:cubicBezTo>
                      <a:pt x="2615" y="163908"/>
                      <a:pt x="9219" y="171572"/>
                      <a:pt x="15315" y="166473"/>
                    </a:cubicBezTo>
                    <a:cubicBezTo>
                      <a:pt x="26936" y="156809"/>
                      <a:pt x="35698" y="142680"/>
                      <a:pt x="44208" y="130304"/>
                    </a:cubicBezTo>
                    <a:cubicBezTo>
                      <a:pt x="52844" y="117629"/>
                      <a:pt x="61289" y="104783"/>
                      <a:pt x="69735" y="91969"/>
                    </a:cubicBezTo>
                    <a:cubicBezTo>
                      <a:pt x="78244" y="79129"/>
                      <a:pt x="86562" y="66226"/>
                      <a:pt x="94944" y="53310"/>
                    </a:cubicBezTo>
                    <a:cubicBezTo>
                      <a:pt x="103262" y="40362"/>
                      <a:pt x="112470" y="27021"/>
                      <a:pt x="118185" y="12644"/>
                    </a:cubicBezTo>
                    <a:cubicBezTo>
                      <a:pt x="121487" y="4497"/>
                      <a:pt x="111518" y="-608"/>
                      <a:pt x="105803" y="5081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30"/>
              <p:cNvSpPr/>
              <p:nvPr/>
            </p:nvSpPr>
            <p:spPr>
              <a:xfrm>
                <a:off x="7215963" y="3074498"/>
                <a:ext cx="307537" cy="642402"/>
              </a:xfrm>
              <a:custGeom>
                <a:avLst/>
                <a:gdLst/>
                <a:ahLst/>
                <a:cxnLst/>
                <a:rect l="l" t="t" r="r" b="b"/>
                <a:pathLst>
                  <a:path w="410049" h="856536" extrusionOk="0">
                    <a:moveTo>
                      <a:pt x="410782" y="845086"/>
                    </a:moveTo>
                    <a:cubicBezTo>
                      <a:pt x="383604" y="834506"/>
                      <a:pt x="357124" y="824067"/>
                      <a:pt x="331343" y="810243"/>
                    </a:cubicBezTo>
                    <a:cubicBezTo>
                      <a:pt x="305372" y="796292"/>
                      <a:pt x="280988" y="779947"/>
                      <a:pt x="257874" y="761583"/>
                    </a:cubicBezTo>
                    <a:cubicBezTo>
                      <a:pt x="212091" y="725109"/>
                      <a:pt x="172974" y="680741"/>
                      <a:pt x="140843" y="631846"/>
                    </a:cubicBezTo>
                    <a:cubicBezTo>
                      <a:pt x="66739" y="518994"/>
                      <a:pt x="35624" y="384971"/>
                      <a:pt x="28892" y="251449"/>
                    </a:cubicBezTo>
                    <a:cubicBezTo>
                      <a:pt x="26861" y="210441"/>
                      <a:pt x="27305" y="169420"/>
                      <a:pt x="28575" y="128392"/>
                    </a:cubicBezTo>
                    <a:cubicBezTo>
                      <a:pt x="29147" y="108130"/>
                      <a:pt x="30036" y="87854"/>
                      <a:pt x="31052" y="67604"/>
                    </a:cubicBezTo>
                    <a:cubicBezTo>
                      <a:pt x="32005" y="47347"/>
                      <a:pt x="34354" y="26488"/>
                      <a:pt x="32449" y="6288"/>
                    </a:cubicBezTo>
                    <a:cubicBezTo>
                      <a:pt x="32067" y="2066"/>
                      <a:pt x="25337" y="478"/>
                      <a:pt x="23876" y="4898"/>
                    </a:cubicBezTo>
                    <a:cubicBezTo>
                      <a:pt x="18034" y="22284"/>
                      <a:pt x="15812" y="41074"/>
                      <a:pt x="13526" y="59247"/>
                    </a:cubicBezTo>
                    <a:cubicBezTo>
                      <a:pt x="11176" y="77814"/>
                      <a:pt x="9207" y="96376"/>
                      <a:pt x="7874" y="115045"/>
                    </a:cubicBezTo>
                    <a:cubicBezTo>
                      <a:pt x="5207" y="152148"/>
                      <a:pt x="4381" y="189378"/>
                      <a:pt x="5207" y="226570"/>
                    </a:cubicBezTo>
                    <a:cubicBezTo>
                      <a:pt x="6985" y="301417"/>
                      <a:pt x="16066" y="376011"/>
                      <a:pt x="35369" y="448439"/>
                    </a:cubicBezTo>
                    <a:cubicBezTo>
                      <a:pt x="67628" y="569851"/>
                      <a:pt x="132207" y="683859"/>
                      <a:pt x="228283" y="766085"/>
                    </a:cubicBezTo>
                    <a:cubicBezTo>
                      <a:pt x="278448" y="809037"/>
                      <a:pt x="340932" y="846597"/>
                      <a:pt x="406718" y="858675"/>
                    </a:cubicBezTo>
                    <a:cubicBezTo>
                      <a:pt x="414592" y="860122"/>
                      <a:pt x="418466" y="848064"/>
                      <a:pt x="410782" y="8450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30"/>
              <p:cNvSpPr/>
              <p:nvPr/>
            </p:nvSpPr>
            <p:spPr>
              <a:xfrm>
                <a:off x="7478984" y="3675668"/>
                <a:ext cx="100745" cy="67215"/>
              </a:xfrm>
              <a:custGeom>
                <a:avLst/>
                <a:gdLst/>
                <a:ahLst/>
                <a:cxnLst/>
                <a:rect l="l" t="t" r="r" b="b"/>
                <a:pathLst>
                  <a:path w="134326" h="89620" extrusionOk="0">
                    <a:moveTo>
                      <a:pt x="138871" y="59234"/>
                    </a:moveTo>
                    <a:cubicBezTo>
                      <a:pt x="134617" y="83078"/>
                      <a:pt x="101279" y="97055"/>
                      <a:pt x="64449" y="90450"/>
                    </a:cubicBezTo>
                    <a:cubicBezTo>
                      <a:pt x="27555" y="83840"/>
                      <a:pt x="1203" y="59164"/>
                      <a:pt x="5457" y="35313"/>
                    </a:cubicBezTo>
                    <a:cubicBezTo>
                      <a:pt x="9712" y="11475"/>
                      <a:pt x="43049" y="-2501"/>
                      <a:pt x="79879" y="4103"/>
                    </a:cubicBezTo>
                    <a:cubicBezTo>
                      <a:pt x="116773" y="10713"/>
                      <a:pt x="143189" y="35396"/>
                      <a:pt x="138871" y="592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30"/>
              <p:cNvSpPr/>
              <p:nvPr/>
            </p:nvSpPr>
            <p:spPr>
              <a:xfrm>
                <a:off x="7330520" y="3103130"/>
                <a:ext cx="350737" cy="616159"/>
              </a:xfrm>
              <a:custGeom>
                <a:avLst/>
                <a:gdLst/>
                <a:ahLst/>
                <a:cxnLst/>
                <a:rect l="l" t="t" r="r" b="b"/>
                <a:pathLst>
                  <a:path w="467649" h="821545" extrusionOk="0">
                    <a:moveTo>
                      <a:pt x="9653" y="809897"/>
                    </a:moveTo>
                    <a:cubicBezTo>
                      <a:pt x="37657" y="801648"/>
                      <a:pt x="64899" y="793469"/>
                      <a:pt x="91759" y="781861"/>
                    </a:cubicBezTo>
                    <a:cubicBezTo>
                      <a:pt x="118810" y="770145"/>
                      <a:pt x="144527" y="755909"/>
                      <a:pt x="169039" y="739558"/>
                    </a:cubicBezTo>
                    <a:cubicBezTo>
                      <a:pt x="217743" y="707058"/>
                      <a:pt x="260478" y="666139"/>
                      <a:pt x="296547" y="620114"/>
                    </a:cubicBezTo>
                    <a:cubicBezTo>
                      <a:pt x="379922" y="513897"/>
                      <a:pt x="422214" y="382967"/>
                      <a:pt x="440120" y="250480"/>
                    </a:cubicBezTo>
                    <a:cubicBezTo>
                      <a:pt x="445645" y="209789"/>
                      <a:pt x="448566" y="168876"/>
                      <a:pt x="450852" y="127887"/>
                    </a:cubicBezTo>
                    <a:cubicBezTo>
                      <a:pt x="451931" y="107656"/>
                      <a:pt x="452757" y="87374"/>
                      <a:pt x="453455" y="67111"/>
                    </a:cubicBezTo>
                    <a:cubicBezTo>
                      <a:pt x="454217" y="46848"/>
                      <a:pt x="453582" y="25855"/>
                      <a:pt x="457202" y="5891"/>
                    </a:cubicBezTo>
                    <a:cubicBezTo>
                      <a:pt x="457964" y="1719"/>
                      <a:pt x="464822" y="703"/>
                      <a:pt x="465902" y="5230"/>
                    </a:cubicBezTo>
                    <a:cubicBezTo>
                      <a:pt x="470219" y="23049"/>
                      <a:pt x="470854" y="41953"/>
                      <a:pt x="471616" y="60253"/>
                    </a:cubicBezTo>
                    <a:cubicBezTo>
                      <a:pt x="472378" y="78954"/>
                      <a:pt x="472823" y="97623"/>
                      <a:pt x="472569" y="116330"/>
                    </a:cubicBezTo>
                    <a:cubicBezTo>
                      <a:pt x="472125" y="153528"/>
                      <a:pt x="469775" y="190695"/>
                      <a:pt x="465775" y="227677"/>
                    </a:cubicBezTo>
                    <a:cubicBezTo>
                      <a:pt x="457774" y="302119"/>
                      <a:pt x="442406" y="375683"/>
                      <a:pt x="417133" y="446232"/>
                    </a:cubicBezTo>
                    <a:cubicBezTo>
                      <a:pt x="374715" y="564494"/>
                      <a:pt x="300865" y="672679"/>
                      <a:pt x="198185" y="746530"/>
                    </a:cubicBezTo>
                    <a:cubicBezTo>
                      <a:pt x="144527" y="785106"/>
                      <a:pt x="79123" y="817282"/>
                      <a:pt x="12575" y="823778"/>
                    </a:cubicBezTo>
                    <a:cubicBezTo>
                      <a:pt x="4637" y="824559"/>
                      <a:pt x="1779" y="812221"/>
                      <a:pt x="9653" y="8098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30"/>
              <p:cNvSpPr/>
              <p:nvPr/>
            </p:nvSpPr>
            <p:spPr>
              <a:xfrm>
                <a:off x="7274151" y="3677646"/>
                <a:ext cx="101396" cy="66197"/>
              </a:xfrm>
              <a:custGeom>
                <a:avLst/>
                <a:gdLst/>
                <a:ahLst/>
                <a:cxnLst/>
                <a:rect l="l" t="t" r="r" b="b"/>
                <a:pathLst>
                  <a:path w="135195" h="88263" extrusionOk="0">
                    <a:moveTo>
                      <a:pt x="4999" y="52907"/>
                    </a:moveTo>
                    <a:cubicBezTo>
                      <a:pt x="7222" y="77025"/>
                      <a:pt x="39290" y="93757"/>
                      <a:pt x="76564" y="90271"/>
                    </a:cubicBezTo>
                    <a:cubicBezTo>
                      <a:pt x="113839" y="86785"/>
                      <a:pt x="142223" y="64414"/>
                      <a:pt x="139937" y="40290"/>
                    </a:cubicBezTo>
                    <a:cubicBezTo>
                      <a:pt x="137715" y="16173"/>
                      <a:pt x="105647" y="-559"/>
                      <a:pt x="68372" y="2927"/>
                    </a:cubicBezTo>
                    <a:cubicBezTo>
                      <a:pt x="31098" y="6413"/>
                      <a:pt x="2713" y="28790"/>
                      <a:pt x="4999" y="529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30"/>
              <p:cNvSpPr/>
              <p:nvPr/>
            </p:nvSpPr>
            <p:spPr>
              <a:xfrm>
                <a:off x="7438079" y="2049334"/>
                <a:ext cx="89582" cy="401403"/>
              </a:xfrm>
              <a:custGeom>
                <a:avLst/>
                <a:gdLst/>
                <a:ahLst/>
                <a:cxnLst/>
                <a:rect l="l" t="t" r="r" b="b"/>
                <a:pathLst>
                  <a:path w="119443" h="535204" extrusionOk="0">
                    <a:moveTo>
                      <a:pt x="124419" y="535443"/>
                    </a:moveTo>
                    <a:lnTo>
                      <a:pt x="77048" y="536700"/>
                    </a:lnTo>
                    <a:cubicBezTo>
                      <a:pt x="76984" y="532045"/>
                      <a:pt x="76794" y="527391"/>
                      <a:pt x="76667" y="522813"/>
                    </a:cubicBezTo>
                    <a:cubicBezTo>
                      <a:pt x="69238" y="276356"/>
                      <a:pt x="34566" y="105268"/>
                      <a:pt x="4975" y="1496"/>
                    </a:cubicBezTo>
                    <a:cubicBezTo>
                      <a:pt x="17929" y="3865"/>
                      <a:pt x="35773" y="7490"/>
                      <a:pt x="57744" y="12856"/>
                    </a:cubicBezTo>
                    <a:cubicBezTo>
                      <a:pt x="86509" y="121448"/>
                      <a:pt x="117243" y="288745"/>
                      <a:pt x="124102" y="523289"/>
                    </a:cubicBezTo>
                    <a:cubicBezTo>
                      <a:pt x="124164" y="527315"/>
                      <a:pt x="124355" y="531340"/>
                      <a:pt x="124419" y="5354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30"/>
              <p:cNvSpPr/>
              <p:nvPr/>
            </p:nvSpPr>
            <p:spPr>
              <a:xfrm>
                <a:off x="7205096" y="2429910"/>
                <a:ext cx="492842" cy="757051"/>
              </a:xfrm>
              <a:custGeom>
                <a:avLst/>
                <a:gdLst/>
                <a:ahLst/>
                <a:cxnLst/>
                <a:rect l="l" t="t" r="r" b="b"/>
                <a:pathLst>
                  <a:path w="657123" h="1009402" extrusionOk="0">
                    <a:moveTo>
                      <a:pt x="656338" y="1011270"/>
                    </a:moveTo>
                    <a:lnTo>
                      <a:pt x="609031" y="1008540"/>
                    </a:lnTo>
                    <a:cubicBezTo>
                      <a:pt x="649734" y="301734"/>
                      <a:pt x="457520" y="96755"/>
                      <a:pt x="410022" y="57335"/>
                    </a:cubicBezTo>
                    <a:cubicBezTo>
                      <a:pt x="79249" y="262846"/>
                      <a:pt x="52516" y="985337"/>
                      <a:pt x="52262" y="992703"/>
                    </a:cubicBezTo>
                    <a:lnTo>
                      <a:pt x="4955" y="991211"/>
                    </a:lnTo>
                    <a:cubicBezTo>
                      <a:pt x="5907" y="959651"/>
                      <a:pt x="33466" y="215952"/>
                      <a:pt x="399735" y="8420"/>
                    </a:cubicBezTo>
                    <a:lnTo>
                      <a:pt x="411291" y="1867"/>
                    </a:lnTo>
                    <a:lnTo>
                      <a:pt x="422912" y="8325"/>
                    </a:lnTo>
                    <a:cubicBezTo>
                      <a:pt x="434406" y="14726"/>
                      <a:pt x="704471" y="174683"/>
                      <a:pt x="656338" y="10112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30"/>
              <p:cNvSpPr/>
              <p:nvPr/>
            </p:nvSpPr>
            <p:spPr>
              <a:xfrm>
                <a:off x="6124103" y="2267256"/>
                <a:ext cx="275843" cy="763282"/>
              </a:xfrm>
              <a:custGeom>
                <a:avLst/>
                <a:gdLst/>
                <a:ahLst/>
                <a:cxnLst/>
                <a:rect l="l" t="t" r="r" b="b"/>
                <a:pathLst>
                  <a:path w="367791" h="1017709" extrusionOk="0">
                    <a:moveTo>
                      <a:pt x="371956" y="1761"/>
                    </a:moveTo>
                    <a:cubicBezTo>
                      <a:pt x="112876" y="366436"/>
                      <a:pt x="51979" y="1012599"/>
                      <a:pt x="51280" y="1019470"/>
                    </a:cubicBezTo>
                    <a:lnTo>
                      <a:pt x="4164" y="1015203"/>
                    </a:lnTo>
                    <a:cubicBezTo>
                      <a:pt x="6513" y="988685"/>
                      <a:pt x="59218" y="431701"/>
                      <a:pt x="282104" y="53457"/>
                    </a:cubicBezTo>
                    <a:cubicBezTo>
                      <a:pt x="314044" y="33568"/>
                      <a:pt x="344333" y="16366"/>
                      <a:pt x="371956" y="176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30"/>
              <p:cNvSpPr/>
              <p:nvPr/>
            </p:nvSpPr>
            <p:spPr>
              <a:xfrm>
                <a:off x="6048914" y="2937830"/>
                <a:ext cx="203623" cy="245015"/>
              </a:xfrm>
              <a:custGeom>
                <a:avLst/>
                <a:gdLst/>
                <a:ahLst/>
                <a:cxnLst/>
                <a:rect l="l" t="t" r="r" b="b"/>
                <a:pathLst>
                  <a:path w="271497" h="326687" extrusionOk="0">
                    <a:moveTo>
                      <a:pt x="275030" y="175501"/>
                    </a:moveTo>
                    <a:cubicBezTo>
                      <a:pt x="268299" y="265537"/>
                      <a:pt x="202322" y="333996"/>
                      <a:pt x="127646" y="328402"/>
                    </a:cubicBezTo>
                    <a:cubicBezTo>
                      <a:pt x="52971" y="322814"/>
                      <a:pt x="-2084" y="245287"/>
                      <a:pt x="4647" y="155250"/>
                    </a:cubicBezTo>
                    <a:cubicBezTo>
                      <a:pt x="11378" y="65213"/>
                      <a:pt x="77418" y="-3239"/>
                      <a:pt x="152031" y="2355"/>
                    </a:cubicBezTo>
                    <a:cubicBezTo>
                      <a:pt x="226707" y="7943"/>
                      <a:pt x="281761" y="85464"/>
                      <a:pt x="275030" y="1755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30"/>
              <p:cNvSpPr/>
              <p:nvPr/>
            </p:nvSpPr>
            <p:spPr>
              <a:xfrm>
                <a:off x="6083913" y="2989543"/>
                <a:ext cx="113004" cy="135987"/>
              </a:xfrm>
              <a:custGeom>
                <a:avLst/>
                <a:gdLst/>
                <a:ahLst/>
                <a:cxnLst/>
                <a:rect l="l" t="t" r="r" b="b"/>
                <a:pathLst>
                  <a:path w="150672" h="181316" extrusionOk="0">
                    <a:moveTo>
                      <a:pt x="154444" y="98312"/>
                    </a:moveTo>
                    <a:cubicBezTo>
                      <a:pt x="150698" y="148280"/>
                      <a:pt x="114058" y="186272"/>
                      <a:pt x="72656" y="183173"/>
                    </a:cubicBezTo>
                    <a:cubicBezTo>
                      <a:pt x="31191" y="180068"/>
                      <a:pt x="647" y="137040"/>
                      <a:pt x="4394" y="87072"/>
                    </a:cubicBezTo>
                    <a:cubicBezTo>
                      <a:pt x="8140" y="37098"/>
                      <a:pt x="44780" y="-895"/>
                      <a:pt x="86182" y="2211"/>
                    </a:cubicBezTo>
                    <a:cubicBezTo>
                      <a:pt x="127648" y="5310"/>
                      <a:pt x="158191" y="48343"/>
                      <a:pt x="154444" y="983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30"/>
              <p:cNvSpPr/>
              <p:nvPr/>
            </p:nvSpPr>
            <p:spPr>
              <a:xfrm>
                <a:off x="6715940" y="3892446"/>
                <a:ext cx="87487" cy="121115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61487" extrusionOk="0">
                    <a:moveTo>
                      <a:pt x="121144" y="83369"/>
                    </a:moveTo>
                    <a:cubicBezTo>
                      <a:pt x="121144" y="127965"/>
                      <a:pt x="94982" y="164116"/>
                      <a:pt x="62787" y="164116"/>
                    </a:cubicBezTo>
                    <a:cubicBezTo>
                      <a:pt x="30593" y="164116"/>
                      <a:pt x="4495" y="127965"/>
                      <a:pt x="4495" y="83369"/>
                    </a:cubicBezTo>
                    <a:cubicBezTo>
                      <a:pt x="4495" y="38779"/>
                      <a:pt x="30593" y="2628"/>
                      <a:pt x="62787" y="2628"/>
                    </a:cubicBezTo>
                    <a:cubicBezTo>
                      <a:pt x="94982" y="2628"/>
                      <a:pt x="121144" y="38779"/>
                      <a:pt x="121144" y="8336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30"/>
              <p:cNvSpPr/>
              <p:nvPr/>
            </p:nvSpPr>
            <p:spPr>
              <a:xfrm>
                <a:off x="6675554" y="4679693"/>
                <a:ext cx="87488" cy="121100"/>
              </a:xfrm>
              <a:custGeom>
                <a:avLst/>
                <a:gdLst/>
                <a:ahLst/>
                <a:cxnLst/>
                <a:rect l="l" t="t" r="r" b="b"/>
                <a:pathLst>
                  <a:path w="116650" h="161467" extrusionOk="0">
                    <a:moveTo>
                      <a:pt x="121118" y="83899"/>
                    </a:moveTo>
                    <a:cubicBezTo>
                      <a:pt x="121118" y="128488"/>
                      <a:pt x="95019" y="164620"/>
                      <a:pt x="62825" y="164620"/>
                    </a:cubicBezTo>
                    <a:cubicBezTo>
                      <a:pt x="30567" y="164620"/>
                      <a:pt x="4468" y="128488"/>
                      <a:pt x="4468" y="83899"/>
                    </a:cubicBezTo>
                    <a:cubicBezTo>
                      <a:pt x="4468" y="39309"/>
                      <a:pt x="30567" y="3152"/>
                      <a:pt x="62825" y="3152"/>
                    </a:cubicBezTo>
                    <a:cubicBezTo>
                      <a:pt x="95019" y="3152"/>
                      <a:pt x="121118" y="39309"/>
                      <a:pt x="121118" y="8389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7" name="Google Shape;517;p30"/>
            <p:cNvSpPr/>
            <p:nvPr/>
          </p:nvSpPr>
          <p:spPr>
            <a:xfrm rot="10800000">
              <a:off x="5609251" y="1281827"/>
              <a:ext cx="265299" cy="265299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30"/>
            <p:cNvSpPr/>
            <p:nvPr/>
          </p:nvSpPr>
          <p:spPr>
            <a:xfrm rot="10800000">
              <a:off x="5959820" y="798570"/>
              <a:ext cx="406705" cy="406705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9" name="Google Shape;519;p30"/>
          <p:cNvSpPr/>
          <p:nvPr/>
        </p:nvSpPr>
        <p:spPr>
          <a:xfrm rot="-2700000">
            <a:off x="527325" y="4254765"/>
            <a:ext cx="2228921" cy="2228921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0" name="Google Shape;520;p30"/>
          <p:cNvGrpSpPr/>
          <p:nvPr/>
        </p:nvGrpSpPr>
        <p:grpSpPr>
          <a:xfrm>
            <a:off x="276538" y="4265936"/>
            <a:ext cx="537900" cy="519860"/>
            <a:chOff x="276538" y="4265936"/>
            <a:chExt cx="537900" cy="519860"/>
          </a:xfrm>
        </p:grpSpPr>
        <p:sp>
          <p:nvSpPr>
            <p:cNvPr id="521" name="Google Shape;521;p30"/>
            <p:cNvSpPr/>
            <p:nvPr/>
          </p:nvSpPr>
          <p:spPr>
            <a:xfrm rot="10800000">
              <a:off x="620490" y="4591849"/>
              <a:ext cx="193947" cy="193947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30"/>
            <p:cNvSpPr/>
            <p:nvPr/>
          </p:nvSpPr>
          <p:spPr>
            <a:xfrm rot="10800000">
              <a:off x="276538" y="4265936"/>
              <a:ext cx="267245" cy="267245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D95A45-F33D-C961-9F7B-4CDBD0C5C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896377"/>
              </p:ext>
            </p:extLst>
          </p:nvPr>
        </p:nvGraphicFramePr>
        <p:xfrm>
          <a:off x="574310" y="1138517"/>
          <a:ext cx="7518568" cy="3422202"/>
        </p:xfrm>
        <a:graphic>
          <a:graphicData uri="http://schemas.openxmlformats.org/drawingml/2006/table">
            <a:tbl>
              <a:tblPr firstRow="1" bandRow="1">
                <a:tableStyleId>{F9BBA6F5-5DBE-44E8-B2DB-82B071D39762}</a:tableStyleId>
              </a:tblPr>
              <a:tblGrid>
                <a:gridCol w="1879642">
                  <a:extLst>
                    <a:ext uri="{9D8B030D-6E8A-4147-A177-3AD203B41FA5}">
                      <a16:colId xmlns:a16="http://schemas.microsoft.com/office/drawing/2014/main" val="989605661"/>
                    </a:ext>
                  </a:extLst>
                </a:gridCol>
                <a:gridCol w="1879642">
                  <a:extLst>
                    <a:ext uri="{9D8B030D-6E8A-4147-A177-3AD203B41FA5}">
                      <a16:colId xmlns:a16="http://schemas.microsoft.com/office/drawing/2014/main" val="3122839983"/>
                    </a:ext>
                  </a:extLst>
                </a:gridCol>
                <a:gridCol w="1879642">
                  <a:extLst>
                    <a:ext uri="{9D8B030D-6E8A-4147-A177-3AD203B41FA5}">
                      <a16:colId xmlns:a16="http://schemas.microsoft.com/office/drawing/2014/main" val="2555265564"/>
                    </a:ext>
                  </a:extLst>
                </a:gridCol>
                <a:gridCol w="1879642">
                  <a:extLst>
                    <a:ext uri="{9D8B030D-6E8A-4147-A177-3AD203B41FA5}">
                      <a16:colId xmlns:a16="http://schemas.microsoft.com/office/drawing/2014/main" val="3802902129"/>
                    </a:ext>
                  </a:extLst>
                </a:gridCol>
              </a:tblGrid>
              <a:tr h="6536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Wait (Non-Urgent)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Non-Critical ER Usage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Inefficiency Indicator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545971"/>
                  </a:ext>
                </a:extLst>
              </a:tr>
              <a:tr h="922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Romania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4 - 8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 used as primary care substitute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978713"/>
                  </a:ext>
                </a:extLst>
              </a:tr>
              <a:tr h="922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Europe (UK)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4 - 12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4-hour target failure (25%+ miss rate)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541863"/>
                  </a:ext>
                </a:extLst>
              </a:tr>
              <a:tr h="922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2 - 5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LWBS (Left Without Being Seen)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80633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restig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for Emergency Physicians in Romania</a:t>
            </a:r>
            <a:endParaRPr dirty="0"/>
          </a:p>
        </p:txBody>
      </p:sp>
      <p:sp>
        <p:nvSpPr>
          <p:cNvPr id="537" name="Google Shape;537;p32"/>
          <p:cNvSpPr txBox="1">
            <a:spLocks noGrp="1"/>
          </p:cNvSpPr>
          <p:nvPr>
            <p:ph type="title" idx="2"/>
          </p:nvPr>
        </p:nvSpPr>
        <p:spPr>
          <a:xfrm>
            <a:off x="720000" y="1790975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38" name="Google Shape;538;p32"/>
          <p:cNvSpPr txBox="1">
            <a:spLocks noGrp="1"/>
          </p:cNvSpPr>
          <p:nvPr>
            <p:ph type="title" idx="3"/>
          </p:nvPr>
        </p:nvSpPr>
        <p:spPr>
          <a:xfrm>
            <a:off x="4578775" y="1790975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39" name="Google Shape;539;p32"/>
          <p:cNvSpPr txBox="1">
            <a:spLocks noGrp="1"/>
          </p:cNvSpPr>
          <p:nvPr>
            <p:ph type="title" idx="4"/>
          </p:nvPr>
        </p:nvSpPr>
        <p:spPr>
          <a:xfrm>
            <a:off x="720000" y="2618423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40" name="Google Shape;540;p32"/>
          <p:cNvSpPr txBox="1">
            <a:spLocks noGrp="1"/>
          </p:cNvSpPr>
          <p:nvPr>
            <p:ph type="title" idx="5"/>
          </p:nvPr>
        </p:nvSpPr>
        <p:spPr>
          <a:xfrm>
            <a:off x="4578775" y="2618423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41" name="Google Shape;541;p32"/>
          <p:cNvSpPr txBox="1">
            <a:spLocks noGrp="1"/>
          </p:cNvSpPr>
          <p:nvPr>
            <p:ph type="title" idx="6"/>
          </p:nvPr>
        </p:nvSpPr>
        <p:spPr>
          <a:xfrm>
            <a:off x="720000" y="3445950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43" name="Google Shape;543;p32"/>
          <p:cNvSpPr txBox="1">
            <a:spLocks noGrp="1"/>
          </p:cNvSpPr>
          <p:nvPr>
            <p:ph type="subTitle" idx="1"/>
          </p:nvPr>
        </p:nvSpPr>
        <p:spPr>
          <a:xfrm>
            <a:off x="1454705" y="17909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Patient Overload</a:t>
            </a:r>
            <a:endParaRPr dirty="0"/>
          </a:p>
        </p:txBody>
      </p:sp>
      <p:sp>
        <p:nvSpPr>
          <p:cNvPr id="544" name="Google Shape;544;p32"/>
          <p:cNvSpPr txBox="1">
            <a:spLocks noGrp="1"/>
          </p:cNvSpPr>
          <p:nvPr>
            <p:ph type="subTitle" idx="8"/>
          </p:nvPr>
        </p:nvSpPr>
        <p:spPr>
          <a:xfrm>
            <a:off x="1454700" y="2618423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Inappropriate ER Utilization</a:t>
            </a:r>
            <a:endParaRPr dirty="0"/>
          </a:p>
        </p:txBody>
      </p:sp>
      <p:sp>
        <p:nvSpPr>
          <p:cNvPr id="545" name="Google Shape;545;p32"/>
          <p:cNvSpPr txBox="1">
            <a:spLocks noGrp="1"/>
          </p:cNvSpPr>
          <p:nvPr>
            <p:ph type="subTitle" idx="9"/>
          </p:nvPr>
        </p:nvSpPr>
        <p:spPr>
          <a:xfrm>
            <a:off x="1454704" y="3445950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Communication</a:t>
            </a:r>
            <a:endParaRPr dirty="0"/>
          </a:p>
        </p:txBody>
      </p:sp>
      <p:sp>
        <p:nvSpPr>
          <p:cNvPr id="546" name="Google Shape;546;p32"/>
          <p:cNvSpPr txBox="1">
            <a:spLocks noGrp="1"/>
          </p:cNvSpPr>
          <p:nvPr>
            <p:ph type="subTitle" idx="13"/>
          </p:nvPr>
        </p:nvSpPr>
        <p:spPr>
          <a:xfrm>
            <a:off x="5313475" y="17909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Administrative Burden</a:t>
            </a:r>
            <a:endParaRPr lang="en-US" dirty="0"/>
          </a:p>
        </p:txBody>
      </p:sp>
      <p:sp>
        <p:nvSpPr>
          <p:cNvPr id="547" name="Google Shape;547;p32"/>
          <p:cNvSpPr txBox="1">
            <a:spLocks noGrp="1"/>
          </p:cNvSpPr>
          <p:nvPr>
            <p:ph type="subTitle" idx="14"/>
          </p:nvPr>
        </p:nvSpPr>
        <p:spPr>
          <a:xfrm>
            <a:off x="5313475" y="2618423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Redundancy</a:t>
            </a:r>
            <a:endParaRPr dirty="0"/>
          </a:p>
        </p:txBody>
      </p:sp>
      <p:grpSp>
        <p:nvGrpSpPr>
          <p:cNvPr id="562" name="Google Shape;1682;p65">
            <a:extLst>
              <a:ext uri="{FF2B5EF4-FFF2-40B4-BE49-F238E27FC236}">
                <a16:creationId xmlns:a16="http://schemas.microsoft.com/office/drawing/2014/main" id="{DC42BC8F-F023-AFF8-8D2A-753C960823B8}"/>
              </a:ext>
            </a:extLst>
          </p:cNvPr>
          <p:cNvGrpSpPr/>
          <p:nvPr/>
        </p:nvGrpSpPr>
        <p:grpSpPr>
          <a:xfrm>
            <a:off x="3137647" y="3558988"/>
            <a:ext cx="6006353" cy="1535601"/>
            <a:chOff x="713239" y="2441839"/>
            <a:chExt cx="7717677" cy="1929635"/>
          </a:xfrm>
        </p:grpSpPr>
        <p:grpSp>
          <p:nvGrpSpPr>
            <p:cNvPr id="563" name="Google Shape;1683;p65">
              <a:extLst>
                <a:ext uri="{FF2B5EF4-FFF2-40B4-BE49-F238E27FC236}">
                  <a16:creationId xmlns:a16="http://schemas.microsoft.com/office/drawing/2014/main" id="{2422C1B8-CE08-0855-6B1F-200E8CF5DFB9}"/>
                </a:ext>
              </a:extLst>
            </p:cNvPr>
            <p:cNvGrpSpPr/>
            <p:nvPr/>
          </p:nvGrpSpPr>
          <p:grpSpPr>
            <a:xfrm>
              <a:off x="713239" y="2441839"/>
              <a:ext cx="2449524" cy="1929635"/>
              <a:chOff x="713216" y="1820295"/>
              <a:chExt cx="3238397" cy="2551077"/>
            </a:xfrm>
          </p:grpSpPr>
          <p:sp>
            <p:nvSpPr>
              <p:cNvPr id="1081" name="Google Shape;1684;p65">
                <a:extLst>
                  <a:ext uri="{FF2B5EF4-FFF2-40B4-BE49-F238E27FC236}">
                    <a16:creationId xmlns:a16="http://schemas.microsoft.com/office/drawing/2014/main" id="{984F66FA-45EF-2793-8142-77D46BA070EB}"/>
                  </a:ext>
                </a:extLst>
              </p:cNvPr>
              <p:cNvSpPr/>
              <p:nvPr/>
            </p:nvSpPr>
            <p:spPr>
              <a:xfrm>
                <a:off x="952562" y="2141958"/>
                <a:ext cx="2466758" cy="2208261"/>
              </a:xfrm>
              <a:custGeom>
                <a:avLst/>
                <a:gdLst/>
                <a:ahLst/>
                <a:cxnLst/>
                <a:rect l="l" t="t" r="r" b="b"/>
                <a:pathLst>
                  <a:path w="3289011" h="2944348" extrusionOk="0">
                    <a:moveTo>
                      <a:pt x="656994" y="2883084"/>
                    </a:moveTo>
                    <a:cubicBezTo>
                      <a:pt x="656994" y="2883084"/>
                      <a:pt x="-65354" y="2704824"/>
                      <a:pt x="4798" y="2102768"/>
                    </a:cubicBezTo>
                    <a:cubicBezTo>
                      <a:pt x="74949" y="1500712"/>
                      <a:pt x="250248" y="1482424"/>
                      <a:pt x="256410" y="1311593"/>
                    </a:cubicBezTo>
                    <a:cubicBezTo>
                      <a:pt x="262582" y="1140762"/>
                      <a:pt x="300873" y="539572"/>
                      <a:pt x="702942" y="466820"/>
                    </a:cubicBezTo>
                    <a:cubicBezTo>
                      <a:pt x="1105012" y="394068"/>
                      <a:pt x="1144293" y="340452"/>
                      <a:pt x="1279738" y="183452"/>
                    </a:cubicBezTo>
                    <a:cubicBezTo>
                      <a:pt x="1415184" y="26451"/>
                      <a:pt x="2024041" y="-126721"/>
                      <a:pt x="2322716" y="164306"/>
                    </a:cubicBezTo>
                    <a:cubicBezTo>
                      <a:pt x="2621392" y="455333"/>
                      <a:pt x="2774573" y="761667"/>
                      <a:pt x="2958377" y="822941"/>
                    </a:cubicBezTo>
                    <a:cubicBezTo>
                      <a:pt x="3142181" y="884206"/>
                      <a:pt x="3268549" y="1249833"/>
                      <a:pt x="3176642" y="1490158"/>
                    </a:cubicBezTo>
                    <a:cubicBezTo>
                      <a:pt x="3084745" y="1730474"/>
                      <a:pt x="3148562" y="1890665"/>
                      <a:pt x="3257052" y="2147869"/>
                    </a:cubicBezTo>
                    <a:cubicBezTo>
                      <a:pt x="3365551" y="2405063"/>
                      <a:pt x="3195787" y="2906059"/>
                      <a:pt x="2778392" y="2925204"/>
                    </a:cubicBezTo>
                    <a:cubicBezTo>
                      <a:pt x="2361007" y="2944349"/>
                      <a:pt x="2361007" y="2944349"/>
                      <a:pt x="2361007" y="2944349"/>
                    </a:cubicBezTo>
                    <a:lnTo>
                      <a:pt x="656994" y="288308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2" name="Google Shape;1685;p65">
                <a:extLst>
                  <a:ext uri="{FF2B5EF4-FFF2-40B4-BE49-F238E27FC236}">
                    <a16:creationId xmlns:a16="http://schemas.microsoft.com/office/drawing/2014/main" id="{9BC19A59-10BE-6482-A64E-24160C7DE9E6}"/>
                  </a:ext>
                </a:extLst>
              </p:cNvPr>
              <p:cNvGrpSpPr/>
              <p:nvPr/>
            </p:nvGrpSpPr>
            <p:grpSpPr>
              <a:xfrm>
                <a:off x="925755" y="2520514"/>
                <a:ext cx="2957314" cy="1811117"/>
                <a:chOff x="4187006" y="2458319"/>
                <a:chExt cx="3943085" cy="2414823"/>
              </a:xfrm>
            </p:grpSpPr>
            <p:sp>
              <p:nvSpPr>
                <p:cNvPr id="1229" name="Google Shape;1686;p65">
                  <a:extLst>
                    <a:ext uri="{FF2B5EF4-FFF2-40B4-BE49-F238E27FC236}">
                      <a16:creationId xmlns:a16="http://schemas.microsoft.com/office/drawing/2014/main" id="{ECBF1FC3-4610-002B-D77F-71960F240526}"/>
                    </a:ext>
                  </a:extLst>
                </p:cNvPr>
                <p:cNvSpPr/>
                <p:nvPr/>
              </p:nvSpPr>
              <p:spPr>
                <a:xfrm>
                  <a:off x="7513043" y="4164692"/>
                  <a:ext cx="349309" cy="520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309" h="520846" extrusionOk="0">
                      <a:moveTo>
                        <a:pt x="150962" y="234763"/>
                      </a:moveTo>
                      <a:cubicBezTo>
                        <a:pt x="105832" y="265319"/>
                        <a:pt x="68732" y="286122"/>
                        <a:pt x="39148" y="304181"/>
                      </a:cubicBezTo>
                      <a:lnTo>
                        <a:pt x="0" y="520846"/>
                      </a:lnTo>
                      <a:lnTo>
                        <a:pt x="78153" y="475545"/>
                      </a:lnTo>
                      <a:cubicBezTo>
                        <a:pt x="78153" y="475545"/>
                        <a:pt x="89478" y="469011"/>
                        <a:pt x="107499" y="456705"/>
                      </a:cubicBezTo>
                      <a:cubicBezTo>
                        <a:pt x="226123" y="375695"/>
                        <a:pt x="280245" y="291512"/>
                        <a:pt x="280245" y="291512"/>
                      </a:cubicBezTo>
                      <a:cubicBezTo>
                        <a:pt x="312858" y="241506"/>
                        <a:pt x="370561" y="153048"/>
                        <a:pt x="341262" y="63837"/>
                      </a:cubicBezTo>
                      <a:cubicBezTo>
                        <a:pt x="331718" y="34776"/>
                        <a:pt x="315554" y="13592"/>
                        <a:pt x="302990" y="0"/>
                      </a:cubicBezTo>
                      <a:cubicBezTo>
                        <a:pt x="295808" y="19222"/>
                        <a:pt x="267910" y="92392"/>
                        <a:pt x="230981" y="152419"/>
                      </a:cubicBezTo>
                      <a:cubicBezTo>
                        <a:pt x="212436" y="182556"/>
                        <a:pt x="196615" y="201254"/>
                        <a:pt x="176927" y="216713"/>
                      </a:cubicBezTo>
                      <a:cubicBezTo>
                        <a:pt x="172203" y="220408"/>
                        <a:pt x="165106" y="225180"/>
                        <a:pt x="150962" y="234763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687;p65">
                  <a:extLst>
                    <a:ext uri="{FF2B5EF4-FFF2-40B4-BE49-F238E27FC236}">
                      <a16:creationId xmlns:a16="http://schemas.microsoft.com/office/drawing/2014/main" id="{6F0D9D54-AA10-7889-3E04-951D4C4309B6}"/>
                    </a:ext>
                  </a:extLst>
                </p:cNvPr>
                <p:cNvSpPr/>
                <p:nvPr/>
              </p:nvSpPr>
              <p:spPr>
                <a:xfrm>
                  <a:off x="7527455" y="4399454"/>
                  <a:ext cx="265842" cy="222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842" h="222409" extrusionOk="0">
                      <a:moveTo>
                        <a:pt x="0" y="206340"/>
                      </a:moveTo>
                      <a:cubicBezTo>
                        <a:pt x="28565" y="219399"/>
                        <a:pt x="61103" y="224009"/>
                        <a:pt x="93098" y="221932"/>
                      </a:cubicBezTo>
                      <a:cubicBezTo>
                        <a:pt x="134245" y="193853"/>
                        <a:pt x="210255" y="135712"/>
                        <a:pt x="265843" y="56740"/>
                      </a:cubicBezTo>
                      <a:cubicBezTo>
                        <a:pt x="244593" y="49759"/>
                        <a:pt x="221866" y="44729"/>
                        <a:pt x="206655" y="38719"/>
                      </a:cubicBezTo>
                      <a:cubicBezTo>
                        <a:pt x="180146" y="28232"/>
                        <a:pt x="157620" y="15087"/>
                        <a:pt x="136560" y="0"/>
                      </a:cubicBezTo>
                      <a:cubicBezTo>
                        <a:pt x="91430" y="30556"/>
                        <a:pt x="54321" y="51359"/>
                        <a:pt x="24746" y="69418"/>
                      </a:cubicBezTo>
                      <a:lnTo>
                        <a:pt x="0" y="206340"/>
                      </a:ln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1" name="Google Shape;1688;p65">
                  <a:extLst>
                    <a:ext uri="{FF2B5EF4-FFF2-40B4-BE49-F238E27FC236}">
                      <a16:creationId xmlns:a16="http://schemas.microsoft.com/office/drawing/2014/main" id="{9139B786-03EE-5BBC-CDF3-5BA06CF102B3}"/>
                    </a:ext>
                  </a:extLst>
                </p:cNvPr>
                <p:cNvSpPr/>
                <p:nvPr/>
              </p:nvSpPr>
              <p:spPr>
                <a:xfrm>
                  <a:off x="6148607" y="2787399"/>
                  <a:ext cx="261946" cy="733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6" h="733355" extrusionOk="0">
                      <a:moveTo>
                        <a:pt x="571" y="454644"/>
                      </a:moveTo>
                      <a:cubicBezTo>
                        <a:pt x="-3411" y="548561"/>
                        <a:pt x="13639" y="626561"/>
                        <a:pt x="45243" y="678425"/>
                      </a:cubicBezTo>
                      <a:lnTo>
                        <a:pt x="176212" y="733355"/>
                      </a:lnTo>
                      <a:cubicBezTo>
                        <a:pt x="183622" y="725697"/>
                        <a:pt x="190414" y="715153"/>
                        <a:pt x="196624" y="702351"/>
                      </a:cubicBezTo>
                      <a:cubicBezTo>
                        <a:pt x="252812" y="586508"/>
                        <a:pt x="261946" y="287547"/>
                        <a:pt x="261946" y="287547"/>
                      </a:cubicBezTo>
                      <a:cubicBezTo>
                        <a:pt x="261946" y="287547"/>
                        <a:pt x="250678" y="231321"/>
                        <a:pt x="222484" y="162884"/>
                      </a:cubicBezTo>
                      <a:cubicBezTo>
                        <a:pt x="200310" y="109011"/>
                        <a:pt x="167678" y="47584"/>
                        <a:pt x="121796" y="45"/>
                      </a:cubicBezTo>
                      <a:cubicBezTo>
                        <a:pt x="118547" y="-3308"/>
                        <a:pt x="35175" y="183191"/>
                        <a:pt x="6753" y="387160"/>
                      </a:cubicBezTo>
                      <a:cubicBezTo>
                        <a:pt x="3524" y="410410"/>
                        <a:pt x="1485" y="432946"/>
                        <a:pt x="571" y="454644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2" name="Google Shape;1689;p65">
                  <a:extLst>
                    <a:ext uri="{FF2B5EF4-FFF2-40B4-BE49-F238E27FC236}">
                      <a16:creationId xmlns:a16="http://schemas.microsoft.com/office/drawing/2014/main" id="{9092578A-53DA-7757-7A97-0F48595011FB}"/>
                    </a:ext>
                  </a:extLst>
                </p:cNvPr>
                <p:cNvSpPr/>
                <p:nvPr/>
              </p:nvSpPr>
              <p:spPr>
                <a:xfrm>
                  <a:off x="6148607" y="2787481"/>
                  <a:ext cx="261946" cy="7234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6" h="723499" extrusionOk="0">
                      <a:moveTo>
                        <a:pt x="108680" y="387810"/>
                      </a:moveTo>
                      <a:cubicBezTo>
                        <a:pt x="108613" y="387925"/>
                        <a:pt x="108546" y="388039"/>
                        <a:pt x="108479" y="388153"/>
                      </a:cubicBezTo>
                      <a:cubicBezTo>
                        <a:pt x="98402" y="405165"/>
                        <a:pt x="87287" y="422196"/>
                        <a:pt x="71332" y="433902"/>
                      </a:cubicBezTo>
                      <a:cubicBezTo>
                        <a:pt x="51139" y="448704"/>
                        <a:pt x="26003" y="453171"/>
                        <a:pt x="571" y="454562"/>
                      </a:cubicBezTo>
                      <a:cubicBezTo>
                        <a:pt x="-3411" y="548478"/>
                        <a:pt x="13639" y="626478"/>
                        <a:pt x="45243" y="678342"/>
                      </a:cubicBezTo>
                      <a:lnTo>
                        <a:pt x="152914" y="723500"/>
                      </a:lnTo>
                      <a:cubicBezTo>
                        <a:pt x="168078" y="718004"/>
                        <a:pt x="182698" y="710822"/>
                        <a:pt x="196624" y="702269"/>
                      </a:cubicBezTo>
                      <a:cubicBezTo>
                        <a:pt x="252812" y="586426"/>
                        <a:pt x="261946" y="287464"/>
                        <a:pt x="261946" y="287464"/>
                      </a:cubicBezTo>
                      <a:cubicBezTo>
                        <a:pt x="261946" y="287464"/>
                        <a:pt x="250678" y="231238"/>
                        <a:pt x="222484" y="162801"/>
                      </a:cubicBezTo>
                      <a:cubicBezTo>
                        <a:pt x="203225" y="202082"/>
                        <a:pt x="183984" y="241373"/>
                        <a:pt x="164725" y="280654"/>
                      </a:cubicBezTo>
                      <a:cubicBezTo>
                        <a:pt x="163115" y="283931"/>
                        <a:pt x="161505" y="287217"/>
                        <a:pt x="159896" y="290493"/>
                      </a:cubicBezTo>
                      <a:cubicBezTo>
                        <a:pt x="157314" y="235258"/>
                        <a:pt x="148313" y="91516"/>
                        <a:pt x="121805" y="0"/>
                      </a:cubicBezTo>
                      <a:cubicBezTo>
                        <a:pt x="122139" y="2953"/>
                        <a:pt x="141703" y="174727"/>
                        <a:pt x="131778" y="313353"/>
                      </a:cubicBezTo>
                      <a:cubicBezTo>
                        <a:pt x="129892" y="339604"/>
                        <a:pt x="122081" y="365141"/>
                        <a:pt x="108680" y="387810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3" name="Google Shape;1690;p65">
                  <a:extLst>
                    <a:ext uri="{FF2B5EF4-FFF2-40B4-BE49-F238E27FC236}">
                      <a16:creationId xmlns:a16="http://schemas.microsoft.com/office/drawing/2014/main" id="{27480B65-6EA4-2653-F463-51C7E4C8289E}"/>
                    </a:ext>
                  </a:extLst>
                </p:cNvPr>
                <p:cNvSpPr/>
                <p:nvPr/>
              </p:nvSpPr>
              <p:spPr>
                <a:xfrm>
                  <a:off x="6243170" y="2830048"/>
                  <a:ext cx="76097" cy="667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97" h="667112" extrusionOk="0">
                      <a:moveTo>
                        <a:pt x="40653" y="0"/>
                      </a:moveTo>
                      <a:lnTo>
                        <a:pt x="35376" y="1172"/>
                      </a:lnTo>
                      <a:cubicBezTo>
                        <a:pt x="92516" y="259251"/>
                        <a:pt x="80610" y="482575"/>
                        <a:pt x="0" y="664931"/>
                      </a:cubicBezTo>
                      <a:lnTo>
                        <a:pt x="4944" y="667112"/>
                      </a:lnTo>
                      <a:cubicBezTo>
                        <a:pt x="48187" y="569281"/>
                        <a:pt x="71962" y="458191"/>
                        <a:pt x="75600" y="336909"/>
                      </a:cubicBezTo>
                      <a:cubicBezTo>
                        <a:pt x="78743" y="232296"/>
                        <a:pt x="66990" y="118939"/>
                        <a:pt x="40653" y="0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4" name="Google Shape;1691;p65">
                  <a:extLst>
                    <a:ext uri="{FF2B5EF4-FFF2-40B4-BE49-F238E27FC236}">
                      <a16:creationId xmlns:a16="http://schemas.microsoft.com/office/drawing/2014/main" id="{2EB36B92-AB44-2E2A-0CE8-B9C657E23E26}"/>
                    </a:ext>
                  </a:extLst>
                </p:cNvPr>
                <p:cNvSpPr/>
                <p:nvPr/>
              </p:nvSpPr>
              <p:spPr>
                <a:xfrm>
                  <a:off x="6308314" y="2873593"/>
                  <a:ext cx="374033" cy="6227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4033" h="622747" extrusionOk="0">
                      <a:moveTo>
                        <a:pt x="13380" y="460290"/>
                      </a:moveTo>
                      <a:cubicBezTo>
                        <a:pt x="11828" y="466395"/>
                        <a:pt x="10418" y="472319"/>
                        <a:pt x="9170" y="478063"/>
                      </a:cubicBezTo>
                      <a:cubicBezTo>
                        <a:pt x="2408" y="509000"/>
                        <a:pt x="-155" y="534765"/>
                        <a:pt x="7" y="556244"/>
                      </a:cubicBezTo>
                      <a:lnTo>
                        <a:pt x="93143" y="622748"/>
                      </a:lnTo>
                      <a:lnTo>
                        <a:pt x="352175" y="447021"/>
                      </a:lnTo>
                      <a:cubicBezTo>
                        <a:pt x="352175" y="447021"/>
                        <a:pt x="360119" y="422266"/>
                        <a:pt x="366434" y="381718"/>
                      </a:cubicBezTo>
                      <a:cubicBezTo>
                        <a:pt x="366872" y="378898"/>
                        <a:pt x="367310" y="375984"/>
                        <a:pt x="367720" y="373012"/>
                      </a:cubicBezTo>
                      <a:cubicBezTo>
                        <a:pt x="379569" y="289182"/>
                        <a:pt x="382550" y="146907"/>
                        <a:pt x="304207" y="13872"/>
                      </a:cubicBezTo>
                      <a:cubicBezTo>
                        <a:pt x="301645" y="9538"/>
                        <a:pt x="298997" y="5194"/>
                        <a:pt x="296254" y="880"/>
                      </a:cubicBezTo>
                      <a:cubicBezTo>
                        <a:pt x="296254" y="861"/>
                        <a:pt x="296254" y="861"/>
                        <a:pt x="296254" y="861"/>
                      </a:cubicBezTo>
                      <a:cubicBezTo>
                        <a:pt x="290167" y="-8769"/>
                        <a:pt x="176944" y="59887"/>
                        <a:pt x="57424" y="335350"/>
                      </a:cubicBezTo>
                      <a:cubicBezTo>
                        <a:pt x="36440" y="383727"/>
                        <a:pt x="22353" y="425028"/>
                        <a:pt x="13380" y="460290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5" name="Google Shape;1692;p65">
                  <a:extLst>
                    <a:ext uri="{FF2B5EF4-FFF2-40B4-BE49-F238E27FC236}">
                      <a16:creationId xmlns:a16="http://schemas.microsoft.com/office/drawing/2014/main" id="{D7910E93-94EF-2910-EB1A-467D26E480E8}"/>
                    </a:ext>
                  </a:extLst>
                </p:cNvPr>
                <p:cNvSpPr/>
                <p:nvPr/>
              </p:nvSpPr>
              <p:spPr>
                <a:xfrm>
                  <a:off x="6308314" y="2874464"/>
                  <a:ext cx="367719" cy="621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719" h="621868" extrusionOk="0">
                      <a:moveTo>
                        <a:pt x="103039" y="451961"/>
                      </a:moveTo>
                      <a:cubicBezTo>
                        <a:pt x="74760" y="455628"/>
                        <a:pt x="46442" y="458057"/>
                        <a:pt x="18200" y="459238"/>
                      </a:cubicBezTo>
                      <a:cubicBezTo>
                        <a:pt x="16590" y="459305"/>
                        <a:pt x="14990" y="459372"/>
                        <a:pt x="13380" y="459410"/>
                      </a:cubicBezTo>
                      <a:cubicBezTo>
                        <a:pt x="11828" y="465515"/>
                        <a:pt x="10418" y="471440"/>
                        <a:pt x="9170" y="477183"/>
                      </a:cubicBezTo>
                      <a:cubicBezTo>
                        <a:pt x="2408" y="508121"/>
                        <a:pt x="-155" y="533886"/>
                        <a:pt x="7" y="555365"/>
                      </a:cubicBezTo>
                      <a:lnTo>
                        <a:pt x="93143" y="621868"/>
                      </a:lnTo>
                      <a:lnTo>
                        <a:pt x="352175" y="446141"/>
                      </a:lnTo>
                      <a:cubicBezTo>
                        <a:pt x="352175" y="446141"/>
                        <a:pt x="360119" y="421386"/>
                        <a:pt x="366434" y="380838"/>
                      </a:cubicBezTo>
                      <a:cubicBezTo>
                        <a:pt x="366872" y="378019"/>
                        <a:pt x="367310" y="375104"/>
                        <a:pt x="367720" y="372132"/>
                      </a:cubicBezTo>
                      <a:cubicBezTo>
                        <a:pt x="360043" y="376837"/>
                        <a:pt x="352156" y="381305"/>
                        <a:pt x="344012" y="385496"/>
                      </a:cubicBezTo>
                      <a:cubicBezTo>
                        <a:pt x="307874" y="404127"/>
                        <a:pt x="269574" y="416642"/>
                        <a:pt x="231122" y="426806"/>
                      </a:cubicBezTo>
                      <a:cubicBezTo>
                        <a:pt x="227931" y="427644"/>
                        <a:pt x="224731" y="428482"/>
                        <a:pt x="221521" y="429282"/>
                      </a:cubicBezTo>
                      <a:cubicBezTo>
                        <a:pt x="237523" y="370284"/>
                        <a:pt x="294092" y="154248"/>
                        <a:pt x="304198" y="12992"/>
                      </a:cubicBezTo>
                      <a:cubicBezTo>
                        <a:pt x="301636" y="8658"/>
                        <a:pt x="298987" y="4315"/>
                        <a:pt x="296244" y="0"/>
                      </a:cubicBezTo>
                      <a:cubicBezTo>
                        <a:pt x="295854" y="2219"/>
                        <a:pt x="252163" y="247231"/>
                        <a:pt x="183964" y="393078"/>
                      </a:cubicBezTo>
                      <a:cubicBezTo>
                        <a:pt x="168933" y="425282"/>
                        <a:pt x="138291" y="447399"/>
                        <a:pt x="103039" y="451961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6" name="Google Shape;1693;p65">
                  <a:extLst>
                    <a:ext uri="{FF2B5EF4-FFF2-40B4-BE49-F238E27FC236}">
                      <a16:creationId xmlns:a16="http://schemas.microsoft.com/office/drawing/2014/main" id="{1476689E-3098-9564-2B60-1266E1140656}"/>
                    </a:ext>
                  </a:extLst>
                </p:cNvPr>
                <p:cNvSpPr/>
                <p:nvPr/>
              </p:nvSpPr>
              <p:spPr>
                <a:xfrm>
                  <a:off x="6469942" y="2898705"/>
                  <a:ext cx="140893" cy="536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893" h="536095" extrusionOk="0">
                      <a:moveTo>
                        <a:pt x="140894" y="200"/>
                      </a:moveTo>
                      <a:lnTo>
                        <a:pt x="135493" y="0"/>
                      </a:lnTo>
                      <a:cubicBezTo>
                        <a:pt x="128730" y="183766"/>
                        <a:pt x="81886" y="368313"/>
                        <a:pt x="0" y="533695"/>
                      </a:cubicBezTo>
                      <a:lnTo>
                        <a:pt x="4839" y="536096"/>
                      </a:lnTo>
                      <a:cubicBezTo>
                        <a:pt x="45672" y="453609"/>
                        <a:pt x="78124" y="365350"/>
                        <a:pt x="101279" y="273758"/>
                      </a:cubicBezTo>
                      <a:cubicBezTo>
                        <a:pt x="124225" y="182994"/>
                        <a:pt x="137560" y="90954"/>
                        <a:pt x="140894" y="200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7" name="Google Shape;1694;p65">
                  <a:extLst>
                    <a:ext uri="{FF2B5EF4-FFF2-40B4-BE49-F238E27FC236}">
                      <a16:creationId xmlns:a16="http://schemas.microsoft.com/office/drawing/2014/main" id="{2BDA18A1-A99C-2F1B-472F-DC02312708C3}"/>
                    </a:ext>
                  </a:extLst>
                </p:cNvPr>
                <p:cNvSpPr/>
                <p:nvPr/>
              </p:nvSpPr>
              <p:spPr>
                <a:xfrm>
                  <a:off x="7577794" y="4273715"/>
                  <a:ext cx="552297" cy="599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297" h="599427" extrusionOk="0">
                      <a:moveTo>
                        <a:pt x="278273" y="155448"/>
                      </a:moveTo>
                      <a:cubicBezTo>
                        <a:pt x="198263" y="187938"/>
                        <a:pt x="147485" y="264500"/>
                        <a:pt x="104137" y="343110"/>
                      </a:cubicBezTo>
                      <a:cubicBezTo>
                        <a:pt x="84277" y="379124"/>
                        <a:pt x="43548" y="455952"/>
                        <a:pt x="18364" y="529780"/>
                      </a:cubicBezTo>
                      <a:cubicBezTo>
                        <a:pt x="18231" y="530162"/>
                        <a:pt x="18097" y="530533"/>
                        <a:pt x="17974" y="530914"/>
                      </a:cubicBezTo>
                      <a:cubicBezTo>
                        <a:pt x="9944" y="554584"/>
                        <a:pt x="3591" y="577882"/>
                        <a:pt x="0" y="599427"/>
                      </a:cubicBezTo>
                      <a:lnTo>
                        <a:pt x="284826" y="599427"/>
                      </a:lnTo>
                      <a:cubicBezTo>
                        <a:pt x="308353" y="575091"/>
                        <a:pt x="330279" y="549583"/>
                        <a:pt x="350644" y="522904"/>
                      </a:cubicBezTo>
                      <a:cubicBezTo>
                        <a:pt x="354463" y="517893"/>
                        <a:pt x="358245" y="512826"/>
                        <a:pt x="361960" y="507730"/>
                      </a:cubicBezTo>
                      <a:cubicBezTo>
                        <a:pt x="368408" y="498910"/>
                        <a:pt x="374675" y="489966"/>
                        <a:pt x="380781" y="480898"/>
                      </a:cubicBezTo>
                      <a:cubicBezTo>
                        <a:pt x="384781" y="474983"/>
                        <a:pt x="388696" y="469021"/>
                        <a:pt x="392544" y="463010"/>
                      </a:cubicBezTo>
                      <a:cubicBezTo>
                        <a:pt x="477050" y="331080"/>
                        <a:pt x="528590" y="175108"/>
                        <a:pt x="552298" y="0"/>
                      </a:cubicBezTo>
                      <a:cubicBezTo>
                        <a:pt x="467115" y="65999"/>
                        <a:pt x="376152" y="115719"/>
                        <a:pt x="278273" y="155448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695;p65">
                  <a:extLst>
                    <a:ext uri="{FF2B5EF4-FFF2-40B4-BE49-F238E27FC236}">
                      <a16:creationId xmlns:a16="http://schemas.microsoft.com/office/drawing/2014/main" id="{8BCDFED9-7265-428B-E98A-7CA65AF3EFE1}"/>
                    </a:ext>
                  </a:extLst>
                </p:cNvPr>
                <p:cNvSpPr/>
                <p:nvPr/>
              </p:nvSpPr>
              <p:spPr>
                <a:xfrm>
                  <a:off x="7649613" y="4294765"/>
                  <a:ext cx="475754" cy="578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754" h="578376" extrusionOk="0">
                      <a:moveTo>
                        <a:pt x="46663" y="505501"/>
                      </a:moveTo>
                      <a:cubicBezTo>
                        <a:pt x="28975" y="532609"/>
                        <a:pt x="13259" y="557260"/>
                        <a:pt x="0" y="578377"/>
                      </a:cubicBezTo>
                      <a:lnTo>
                        <a:pt x="212979" y="578377"/>
                      </a:lnTo>
                      <a:cubicBezTo>
                        <a:pt x="234305" y="556127"/>
                        <a:pt x="252898" y="532047"/>
                        <a:pt x="272662" y="508645"/>
                      </a:cubicBezTo>
                      <a:cubicBezTo>
                        <a:pt x="274625" y="506330"/>
                        <a:pt x="276673" y="504063"/>
                        <a:pt x="278825" y="501853"/>
                      </a:cubicBezTo>
                      <a:cubicBezTo>
                        <a:pt x="282645" y="496843"/>
                        <a:pt x="286426" y="491776"/>
                        <a:pt x="290141" y="486680"/>
                      </a:cubicBezTo>
                      <a:cubicBezTo>
                        <a:pt x="296589" y="477860"/>
                        <a:pt x="302857" y="468916"/>
                        <a:pt x="308962" y="459848"/>
                      </a:cubicBezTo>
                      <a:cubicBezTo>
                        <a:pt x="277930" y="473126"/>
                        <a:pt x="244783" y="481403"/>
                        <a:pt x="211160" y="484232"/>
                      </a:cubicBezTo>
                      <a:cubicBezTo>
                        <a:pt x="210826" y="484260"/>
                        <a:pt x="210483" y="484289"/>
                        <a:pt x="210131" y="484318"/>
                      </a:cubicBezTo>
                      <a:cubicBezTo>
                        <a:pt x="175527" y="487118"/>
                        <a:pt x="150924" y="475240"/>
                        <a:pt x="153838" y="437826"/>
                      </a:cubicBezTo>
                      <a:cubicBezTo>
                        <a:pt x="155991" y="410394"/>
                        <a:pt x="170154" y="383162"/>
                        <a:pt x="183880" y="360388"/>
                      </a:cubicBezTo>
                      <a:cubicBezTo>
                        <a:pt x="212265" y="313249"/>
                        <a:pt x="250707" y="269624"/>
                        <a:pt x="284788" y="226485"/>
                      </a:cubicBezTo>
                      <a:cubicBezTo>
                        <a:pt x="315382" y="187728"/>
                        <a:pt x="346653" y="149514"/>
                        <a:pt x="378485" y="111757"/>
                      </a:cubicBezTo>
                      <a:cubicBezTo>
                        <a:pt x="410308" y="74000"/>
                        <a:pt x="442484" y="36490"/>
                        <a:pt x="475755" y="0"/>
                      </a:cubicBezTo>
                      <a:cubicBezTo>
                        <a:pt x="341376" y="75762"/>
                        <a:pt x="156534" y="337052"/>
                        <a:pt x="46663" y="505501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696;p65">
                  <a:extLst>
                    <a:ext uri="{FF2B5EF4-FFF2-40B4-BE49-F238E27FC236}">
                      <a16:creationId xmlns:a16="http://schemas.microsoft.com/office/drawing/2014/main" id="{DEC9742E-65CD-6D43-64E6-2F2E08CA04CF}"/>
                    </a:ext>
                  </a:extLst>
                </p:cNvPr>
                <p:cNvSpPr/>
                <p:nvPr/>
              </p:nvSpPr>
              <p:spPr>
                <a:xfrm>
                  <a:off x="7577785" y="4800266"/>
                  <a:ext cx="118491" cy="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91" h="72875" extrusionOk="0">
                      <a:moveTo>
                        <a:pt x="71828" y="72876"/>
                      </a:moveTo>
                      <a:cubicBezTo>
                        <a:pt x="85097" y="51759"/>
                        <a:pt x="100803" y="27108"/>
                        <a:pt x="118491" y="0"/>
                      </a:cubicBezTo>
                      <a:cubicBezTo>
                        <a:pt x="85192" y="2810"/>
                        <a:pt x="51778" y="3886"/>
                        <a:pt x="18364" y="3229"/>
                      </a:cubicBezTo>
                      <a:cubicBezTo>
                        <a:pt x="18231" y="3610"/>
                        <a:pt x="18097" y="3981"/>
                        <a:pt x="17974" y="4363"/>
                      </a:cubicBezTo>
                      <a:cubicBezTo>
                        <a:pt x="9944" y="28032"/>
                        <a:pt x="3591" y="51330"/>
                        <a:pt x="0" y="72876"/>
                      </a:cubicBezTo>
                      <a:lnTo>
                        <a:pt x="71828" y="72876"/>
                      </a:ln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697;p65">
                  <a:extLst>
                    <a:ext uri="{FF2B5EF4-FFF2-40B4-BE49-F238E27FC236}">
                      <a16:creationId xmlns:a16="http://schemas.microsoft.com/office/drawing/2014/main" id="{25E75CAD-819B-3B10-2C6D-66BF15C7CF3D}"/>
                    </a:ext>
                  </a:extLst>
                </p:cNvPr>
                <p:cNvSpPr/>
                <p:nvPr/>
              </p:nvSpPr>
              <p:spPr>
                <a:xfrm>
                  <a:off x="7520958" y="4253350"/>
                  <a:ext cx="323640" cy="342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640" h="342185" extrusionOk="0">
                      <a:moveTo>
                        <a:pt x="1143" y="335871"/>
                      </a:moveTo>
                      <a:lnTo>
                        <a:pt x="0" y="342186"/>
                      </a:lnTo>
                      <a:cubicBezTo>
                        <a:pt x="94402" y="303486"/>
                        <a:pt x="195167" y="252632"/>
                        <a:pt x="255937" y="166973"/>
                      </a:cubicBezTo>
                      <a:cubicBezTo>
                        <a:pt x="286379" y="124054"/>
                        <a:pt x="307896" y="71371"/>
                        <a:pt x="323640" y="1181"/>
                      </a:cubicBezTo>
                      <a:lnTo>
                        <a:pt x="318373" y="0"/>
                      </a:lnTo>
                      <a:cubicBezTo>
                        <a:pt x="302790" y="69475"/>
                        <a:pt x="281550" y="121539"/>
                        <a:pt x="251536" y="163849"/>
                      </a:cubicBezTo>
                      <a:cubicBezTo>
                        <a:pt x="192262" y="247393"/>
                        <a:pt x="93926" y="297618"/>
                        <a:pt x="1143" y="335871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1" name="Google Shape;1698;p65">
                  <a:extLst>
                    <a:ext uri="{FF2B5EF4-FFF2-40B4-BE49-F238E27FC236}">
                      <a16:creationId xmlns:a16="http://schemas.microsoft.com/office/drawing/2014/main" id="{8E5CA085-BBDA-90E3-B0BF-5C46E72BC5A2}"/>
                    </a:ext>
                  </a:extLst>
                </p:cNvPr>
                <p:cNvSpPr/>
                <p:nvPr/>
              </p:nvSpPr>
              <p:spPr>
                <a:xfrm>
                  <a:off x="7657680" y="4290688"/>
                  <a:ext cx="467696" cy="582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696" h="582453" extrusionOk="0">
                      <a:moveTo>
                        <a:pt x="464125" y="0"/>
                      </a:moveTo>
                      <a:cubicBezTo>
                        <a:pt x="314201" y="132026"/>
                        <a:pt x="64903" y="451104"/>
                        <a:pt x="0" y="582454"/>
                      </a:cubicBezTo>
                      <a:lnTo>
                        <a:pt x="6029" y="582454"/>
                      </a:lnTo>
                      <a:cubicBezTo>
                        <a:pt x="106680" y="379695"/>
                        <a:pt x="261185" y="185918"/>
                        <a:pt x="467697" y="4058"/>
                      </a:cubicBezTo>
                      <a:lnTo>
                        <a:pt x="464125" y="0"/>
                      </a:ln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2" name="Google Shape;1699;p65">
                  <a:extLst>
                    <a:ext uri="{FF2B5EF4-FFF2-40B4-BE49-F238E27FC236}">
                      <a16:creationId xmlns:a16="http://schemas.microsoft.com/office/drawing/2014/main" id="{CD94A84B-2767-9D38-E197-07C973E860DC}"/>
                    </a:ext>
                  </a:extLst>
                </p:cNvPr>
                <p:cNvSpPr/>
                <p:nvPr/>
              </p:nvSpPr>
              <p:spPr>
                <a:xfrm>
                  <a:off x="4187006" y="2697884"/>
                  <a:ext cx="672743" cy="4028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743" h="402853" extrusionOk="0">
                      <a:moveTo>
                        <a:pt x="344169" y="336580"/>
                      </a:moveTo>
                      <a:cubicBezTo>
                        <a:pt x="425160" y="384291"/>
                        <a:pt x="502008" y="405970"/>
                        <a:pt x="562635" y="402493"/>
                      </a:cubicBezTo>
                      <a:lnTo>
                        <a:pt x="672744" y="312787"/>
                      </a:lnTo>
                      <a:cubicBezTo>
                        <a:pt x="669467" y="302643"/>
                        <a:pt x="663362" y="291689"/>
                        <a:pt x="654999" y="280183"/>
                      </a:cubicBezTo>
                      <a:cubicBezTo>
                        <a:pt x="579237" y="176084"/>
                        <a:pt x="319747" y="27323"/>
                        <a:pt x="319747" y="27323"/>
                      </a:cubicBezTo>
                      <a:cubicBezTo>
                        <a:pt x="319747" y="27323"/>
                        <a:pt x="264836" y="10797"/>
                        <a:pt x="191179" y="3463"/>
                      </a:cubicBezTo>
                      <a:cubicBezTo>
                        <a:pt x="133210" y="-2329"/>
                        <a:pt x="63648" y="-2443"/>
                        <a:pt x="117" y="15664"/>
                      </a:cubicBezTo>
                      <a:cubicBezTo>
                        <a:pt x="-4370" y="16950"/>
                        <a:pt x="120941" y="178294"/>
                        <a:pt x="287534" y="299357"/>
                      </a:cubicBezTo>
                      <a:cubicBezTo>
                        <a:pt x="306536" y="313158"/>
                        <a:pt x="325462" y="325569"/>
                        <a:pt x="344169" y="336580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700;p65">
                  <a:extLst>
                    <a:ext uri="{FF2B5EF4-FFF2-40B4-BE49-F238E27FC236}">
                      <a16:creationId xmlns:a16="http://schemas.microsoft.com/office/drawing/2014/main" id="{9F5FC063-31E5-B285-F078-0CA2E5929ACC}"/>
                    </a:ext>
                  </a:extLst>
                </p:cNvPr>
                <p:cNvSpPr/>
                <p:nvPr/>
              </p:nvSpPr>
              <p:spPr>
                <a:xfrm>
                  <a:off x="4187151" y="2701356"/>
                  <a:ext cx="655326" cy="3993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326" h="399381" extrusionOk="0">
                      <a:moveTo>
                        <a:pt x="336013" y="206312"/>
                      </a:moveTo>
                      <a:cubicBezTo>
                        <a:pt x="336080" y="206426"/>
                        <a:pt x="336147" y="206540"/>
                        <a:pt x="336223" y="206645"/>
                      </a:cubicBezTo>
                      <a:cubicBezTo>
                        <a:pt x="346491" y="223542"/>
                        <a:pt x="356292" y="241364"/>
                        <a:pt x="359112" y="260956"/>
                      </a:cubicBezTo>
                      <a:cubicBezTo>
                        <a:pt x="362664" y="285741"/>
                        <a:pt x="354778" y="310020"/>
                        <a:pt x="344033" y="333108"/>
                      </a:cubicBezTo>
                      <a:cubicBezTo>
                        <a:pt x="425025" y="380819"/>
                        <a:pt x="501872" y="402498"/>
                        <a:pt x="562499" y="399021"/>
                      </a:cubicBezTo>
                      <a:lnTo>
                        <a:pt x="653015" y="325279"/>
                      </a:lnTo>
                      <a:cubicBezTo>
                        <a:pt x="655301" y="309315"/>
                        <a:pt x="655844" y="293027"/>
                        <a:pt x="654853" y="276720"/>
                      </a:cubicBezTo>
                      <a:cubicBezTo>
                        <a:pt x="579091" y="172622"/>
                        <a:pt x="319602" y="23860"/>
                        <a:pt x="319602" y="23860"/>
                      </a:cubicBezTo>
                      <a:cubicBezTo>
                        <a:pt x="319602" y="23860"/>
                        <a:pt x="264690" y="7334"/>
                        <a:pt x="191033" y="0"/>
                      </a:cubicBezTo>
                      <a:cubicBezTo>
                        <a:pt x="216627" y="35481"/>
                        <a:pt x="242230" y="70952"/>
                        <a:pt x="267833" y="106423"/>
                      </a:cubicBezTo>
                      <a:cubicBezTo>
                        <a:pt x="269967" y="109385"/>
                        <a:pt x="272101" y="112347"/>
                        <a:pt x="274244" y="115319"/>
                      </a:cubicBezTo>
                      <a:cubicBezTo>
                        <a:pt x="224285" y="91602"/>
                        <a:pt x="93231" y="31899"/>
                        <a:pt x="0" y="12211"/>
                      </a:cubicBezTo>
                      <a:cubicBezTo>
                        <a:pt x="2762" y="13306"/>
                        <a:pt x="163525" y="76886"/>
                        <a:pt x="281168" y="150886"/>
                      </a:cubicBezTo>
                      <a:cubicBezTo>
                        <a:pt x="303467" y="164906"/>
                        <a:pt x="322326" y="183813"/>
                        <a:pt x="336013" y="206312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701;p65">
                  <a:extLst>
                    <a:ext uri="{FF2B5EF4-FFF2-40B4-BE49-F238E27FC236}">
                      <a16:creationId xmlns:a16="http://schemas.microsoft.com/office/drawing/2014/main" id="{86BF91A8-5F08-80EC-5540-83014467B98D}"/>
                    </a:ext>
                  </a:extLst>
                </p:cNvPr>
                <p:cNvSpPr/>
                <p:nvPr/>
              </p:nvSpPr>
              <p:spPr>
                <a:xfrm>
                  <a:off x="4229576" y="2721759"/>
                  <a:ext cx="573262" cy="348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262" h="348805" extrusionOk="0">
                      <a:moveTo>
                        <a:pt x="1457" y="0"/>
                      </a:moveTo>
                      <a:lnTo>
                        <a:pt x="0" y="5201"/>
                      </a:lnTo>
                      <a:cubicBezTo>
                        <a:pt x="254603" y="76248"/>
                        <a:pt x="446046" y="191853"/>
                        <a:pt x="569004" y="348806"/>
                      </a:cubicBezTo>
                      <a:lnTo>
                        <a:pt x="573262" y="345472"/>
                      </a:lnTo>
                      <a:cubicBezTo>
                        <a:pt x="507301" y="261271"/>
                        <a:pt x="420462" y="188014"/>
                        <a:pt x="315173" y="127721"/>
                      </a:cubicBezTo>
                      <a:cubicBezTo>
                        <a:pt x="224352" y="75724"/>
                        <a:pt x="118805" y="32747"/>
                        <a:pt x="1457" y="0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702;p65">
                  <a:extLst>
                    <a:ext uri="{FF2B5EF4-FFF2-40B4-BE49-F238E27FC236}">
                      <a16:creationId xmlns:a16="http://schemas.microsoft.com/office/drawing/2014/main" id="{57CC427A-CE59-2341-72BE-BDADC70E5D0A}"/>
                    </a:ext>
                  </a:extLst>
                </p:cNvPr>
                <p:cNvSpPr/>
                <p:nvPr/>
              </p:nvSpPr>
              <p:spPr>
                <a:xfrm>
                  <a:off x="4417782" y="2458319"/>
                  <a:ext cx="456512" cy="524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512" h="524110" extrusionOk="0">
                      <a:moveTo>
                        <a:pt x="275624" y="467161"/>
                      </a:moveTo>
                      <a:cubicBezTo>
                        <a:pt x="280281" y="471409"/>
                        <a:pt x="284844" y="475438"/>
                        <a:pt x="289330" y="479238"/>
                      </a:cubicBezTo>
                      <a:cubicBezTo>
                        <a:pt x="313438" y="499765"/>
                        <a:pt x="334974" y="514157"/>
                        <a:pt x="353995" y="524111"/>
                      </a:cubicBezTo>
                      <a:lnTo>
                        <a:pt x="456513" y="473228"/>
                      </a:lnTo>
                      <a:lnTo>
                        <a:pt x="423375" y="161970"/>
                      </a:lnTo>
                      <a:cubicBezTo>
                        <a:pt x="423375" y="161970"/>
                        <a:pt x="405278" y="143311"/>
                        <a:pt x="372464" y="118650"/>
                      </a:cubicBezTo>
                      <a:cubicBezTo>
                        <a:pt x="370178" y="116936"/>
                        <a:pt x="367816" y="115183"/>
                        <a:pt x="365387" y="113412"/>
                      </a:cubicBezTo>
                      <a:cubicBezTo>
                        <a:pt x="297007" y="63501"/>
                        <a:pt x="172868" y="-6089"/>
                        <a:pt x="18620" y="426"/>
                      </a:cubicBezTo>
                      <a:cubicBezTo>
                        <a:pt x="13591" y="645"/>
                        <a:pt x="8514" y="931"/>
                        <a:pt x="3409" y="1321"/>
                      </a:cubicBezTo>
                      <a:cubicBezTo>
                        <a:pt x="3390" y="1312"/>
                        <a:pt x="3390" y="1312"/>
                        <a:pt x="3390" y="1312"/>
                      </a:cubicBezTo>
                      <a:cubicBezTo>
                        <a:pt x="-7974" y="2150"/>
                        <a:pt x="-678" y="134367"/>
                        <a:pt x="186108" y="369463"/>
                      </a:cubicBezTo>
                      <a:cubicBezTo>
                        <a:pt x="218921" y="410773"/>
                        <a:pt x="248744" y="442643"/>
                        <a:pt x="275624" y="467161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6" name="Google Shape;1703;p65">
                  <a:extLst>
                    <a:ext uri="{FF2B5EF4-FFF2-40B4-BE49-F238E27FC236}">
                      <a16:creationId xmlns:a16="http://schemas.microsoft.com/office/drawing/2014/main" id="{CADA3A7B-8366-FC11-07ED-5EB8531DEC5E}"/>
                    </a:ext>
                  </a:extLst>
                </p:cNvPr>
                <p:cNvSpPr/>
                <p:nvPr/>
              </p:nvSpPr>
              <p:spPr>
                <a:xfrm>
                  <a:off x="4421190" y="2458735"/>
                  <a:ext cx="453104" cy="523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104" h="523684" extrusionOk="0">
                      <a:moveTo>
                        <a:pt x="307838" y="384124"/>
                      </a:moveTo>
                      <a:cubicBezTo>
                        <a:pt x="297761" y="410804"/>
                        <a:pt x="286579" y="436931"/>
                        <a:pt x="274330" y="462401"/>
                      </a:cubicBezTo>
                      <a:cubicBezTo>
                        <a:pt x="273634" y="463848"/>
                        <a:pt x="272929" y="465296"/>
                        <a:pt x="272215" y="466735"/>
                      </a:cubicBezTo>
                      <a:cubicBezTo>
                        <a:pt x="276873" y="470983"/>
                        <a:pt x="281435" y="475012"/>
                        <a:pt x="285921" y="478812"/>
                      </a:cubicBezTo>
                      <a:cubicBezTo>
                        <a:pt x="310029" y="499339"/>
                        <a:pt x="331565" y="513731"/>
                        <a:pt x="350587" y="523685"/>
                      </a:cubicBezTo>
                      <a:lnTo>
                        <a:pt x="453104" y="472802"/>
                      </a:lnTo>
                      <a:lnTo>
                        <a:pt x="419967" y="161544"/>
                      </a:lnTo>
                      <a:cubicBezTo>
                        <a:pt x="419967" y="161544"/>
                        <a:pt x="401869" y="142885"/>
                        <a:pt x="369056" y="118224"/>
                      </a:cubicBezTo>
                      <a:cubicBezTo>
                        <a:pt x="366770" y="116510"/>
                        <a:pt x="364407" y="114757"/>
                        <a:pt x="361979" y="112986"/>
                      </a:cubicBezTo>
                      <a:cubicBezTo>
                        <a:pt x="362522" y="121977"/>
                        <a:pt x="362750" y="131035"/>
                        <a:pt x="362617" y="140189"/>
                      </a:cubicBezTo>
                      <a:cubicBezTo>
                        <a:pt x="362045" y="180842"/>
                        <a:pt x="355063" y="220532"/>
                        <a:pt x="345938" y="259232"/>
                      </a:cubicBezTo>
                      <a:cubicBezTo>
                        <a:pt x="345176" y="262442"/>
                        <a:pt x="344405" y="265662"/>
                        <a:pt x="343605" y="268872"/>
                      </a:cubicBezTo>
                      <a:cubicBezTo>
                        <a:pt x="299076" y="226981"/>
                        <a:pt x="135093" y="75400"/>
                        <a:pt x="15211" y="0"/>
                      </a:cubicBezTo>
                      <a:cubicBezTo>
                        <a:pt x="10182" y="219"/>
                        <a:pt x="5105" y="505"/>
                        <a:pt x="0" y="895"/>
                      </a:cubicBezTo>
                      <a:cubicBezTo>
                        <a:pt x="1772" y="2286"/>
                        <a:pt x="197387" y="156153"/>
                        <a:pt x="293980" y="284969"/>
                      </a:cubicBezTo>
                      <a:cubicBezTo>
                        <a:pt x="315306" y="313430"/>
                        <a:pt x="320402" y="350872"/>
                        <a:pt x="307838" y="384124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7" name="Google Shape;1704;p65">
                  <a:extLst>
                    <a:ext uri="{FF2B5EF4-FFF2-40B4-BE49-F238E27FC236}">
                      <a16:creationId xmlns:a16="http://schemas.microsoft.com/office/drawing/2014/main" id="{D64FE6CE-9B9F-E8FE-2165-93B697D19934}"/>
                    </a:ext>
                  </a:extLst>
                </p:cNvPr>
                <p:cNvSpPr/>
                <p:nvPr/>
              </p:nvSpPr>
              <p:spPr>
                <a:xfrm>
                  <a:off x="4442983" y="2465641"/>
                  <a:ext cx="411508" cy="375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508" h="375389" extrusionOk="0">
                      <a:moveTo>
                        <a:pt x="2715" y="0"/>
                      </a:moveTo>
                      <a:lnTo>
                        <a:pt x="0" y="4667"/>
                      </a:lnTo>
                      <a:cubicBezTo>
                        <a:pt x="158963" y="97117"/>
                        <a:pt x="299742" y="225314"/>
                        <a:pt x="407118" y="375390"/>
                      </a:cubicBezTo>
                      <a:lnTo>
                        <a:pt x="411509" y="372246"/>
                      </a:lnTo>
                      <a:cubicBezTo>
                        <a:pt x="357950" y="297399"/>
                        <a:pt x="295342" y="227228"/>
                        <a:pt x="225428" y="163687"/>
                      </a:cubicBezTo>
                      <a:cubicBezTo>
                        <a:pt x="156153" y="100727"/>
                        <a:pt x="81220" y="45653"/>
                        <a:pt x="2715" y="0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83" name="Google Shape;1705;p65">
                <a:extLst>
                  <a:ext uri="{FF2B5EF4-FFF2-40B4-BE49-F238E27FC236}">
                    <a16:creationId xmlns:a16="http://schemas.microsoft.com/office/drawing/2014/main" id="{079F36A4-6453-82D6-4404-E7DC80944199}"/>
                  </a:ext>
                </a:extLst>
              </p:cNvPr>
              <p:cNvGrpSpPr/>
              <p:nvPr/>
            </p:nvGrpSpPr>
            <p:grpSpPr>
              <a:xfrm>
                <a:off x="1773977" y="2715223"/>
                <a:ext cx="2177636" cy="1613944"/>
                <a:chOff x="5317969" y="2717930"/>
                <a:chExt cx="2903515" cy="2151925"/>
              </a:xfrm>
            </p:grpSpPr>
            <p:sp>
              <p:nvSpPr>
                <p:cNvPr id="1214" name="Google Shape;1706;p65">
                  <a:extLst>
                    <a:ext uri="{FF2B5EF4-FFF2-40B4-BE49-F238E27FC236}">
                      <a16:creationId xmlns:a16="http://schemas.microsoft.com/office/drawing/2014/main" id="{68655C9C-C7AE-9336-4366-1AF3F84FBF26}"/>
                    </a:ext>
                  </a:extLst>
                </p:cNvPr>
                <p:cNvSpPr/>
                <p:nvPr/>
              </p:nvSpPr>
              <p:spPr>
                <a:xfrm>
                  <a:off x="5317969" y="4499505"/>
                  <a:ext cx="1222467" cy="37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467" h="370350" extrusionOk="0">
                      <a:moveTo>
                        <a:pt x="0" y="0"/>
                      </a:moveTo>
                      <a:lnTo>
                        <a:pt x="0" y="65294"/>
                      </a:lnTo>
                      <a:cubicBezTo>
                        <a:pt x="0" y="233105"/>
                        <a:pt x="137122" y="370351"/>
                        <a:pt x="305248" y="370351"/>
                      </a:cubicBezTo>
                      <a:lnTo>
                        <a:pt x="1222467" y="370351"/>
                      </a:lnTo>
                      <a:lnTo>
                        <a:pt x="122246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5" name="Google Shape;1707;p65">
                  <a:extLst>
                    <a:ext uri="{FF2B5EF4-FFF2-40B4-BE49-F238E27FC236}">
                      <a16:creationId xmlns:a16="http://schemas.microsoft.com/office/drawing/2014/main" id="{1F5B12CD-F5C0-5476-6AAB-FF5B04E46C28}"/>
                    </a:ext>
                  </a:extLst>
                </p:cNvPr>
                <p:cNvSpPr/>
                <p:nvPr/>
              </p:nvSpPr>
              <p:spPr>
                <a:xfrm>
                  <a:off x="6540436" y="4499505"/>
                  <a:ext cx="1222505" cy="37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505" h="370350" extrusionOk="0">
                      <a:moveTo>
                        <a:pt x="0" y="370351"/>
                      </a:moveTo>
                      <a:lnTo>
                        <a:pt x="917562" y="370351"/>
                      </a:lnTo>
                      <a:cubicBezTo>
                        <a:pt x="1085383" y="370351"/>
                        <a:pt x="1222505" y="233105"/>
                        <a:pt x="1222505" y="65294"/>
                      </a:cubicBezTo>
                      <a:lnTo>
                        <a:pt x="1222505" y="0"/>
                      </a:lnTo>
                      <a:lnTo>
                        <a:pt x="0" y="0"/>
                      </a:lnTo>
                      <a:lnTo>
                        <a:pt x="0" y="37035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6" name="Google Shape;1708;p65">
                  <a:extLst>
                    <a:ext uri="{FF2B5EF4-FFF2-40B4-BE49-F238E27FC236}">
                      <a16:creationId xmlns:a16="http://schemas.microsoft.com/office/drawing/2014/main" id="{686E3F9C-5BE4-7B90-F63B-B7EB7C9AB011}"/>
                    </a:ext>
                  </a:extLst>
                </p:cNvPr>
                <p:cNvSpPr/>
                <p:nvPr/>
              </p:nvSpPr>
              <p:spPr>
                <a:xfrm>
                  <a:off x="5317969" y="3153165"/>
                  <a:ext cx="1222467" cy="3928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467" h="392877" extrusionOk="0">
                      <a:moveTo>
                        <a:pt x="1222467" y="695"/>
                      </a:moveTo>
                      <a:lnTo>
                        <a:pt x="814035" y="695"/>
                      </a:lnTo>
                      <a:lnTo>
                        <a:pt x="814035" y="0"/>
                      </a:lnTo>
                      <a:lnTo>
                        <a:pt x="650424" y="0"/>
                      </a:lnTo>
                      <a:lnTo>
                        <a:pt x="650424" y="695"/>
                      </a:lnTo>
                      <a:lnTo>
                        <a:pt x="305248" y="695"/>
                      </a:lnTo>
                      <a:cubicBezTo>
                        <a:pt x="137131" y="695"/>
                        <a:pt x="0" y="116815"/>
                        <a:pt x="0" y="284636"/>
                      </a:cubicBezTo>
                      <a:lnTo>
                        <a:pt x="0" y="392878"/>
                      </a:lnTo>
                      <a:lnTo>
                        <a:pt x="1222467" y="392878"/>
                      </a:lnTo>
                      <a:lnTo>
                        <a:pt x="1222467" y="69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7" name="Google Shape;1709;p65">
                  <a:extLst>
                    <a:ext uri="{FF2B5EF4-FFF2-40B4-BE49-F238E27FC236}">
                      <a16:creationId xmlns:a16="http://schemas.microsoft.com/office/drawing/2014/main" id="{B9E507A4-0B53-6CBB-F46C-D4EB40DE2E80}"/>
                    </a:ext>
                  </a:extLst>
                </p:cNvPr>
                <p:cNvSpPr/>
                <p:nvPr/>
              </p:nvSpPr>
              <p:spPr>
                <a:xfrm>
                  <a:off x="6540436" y="3153860"/>
                  <a:ext cx="1222505" cy="392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505" h="392182" extrusionOk="0">
                      <a:moveTo>
                        <a:pt x="917562" y="0"/>
                      </a:moveTo>
                      <a:lnTo>
                        <a:pt x="572233" y="0"/>
                      </a:lnTo>
                      <a:lnTo>
                        <a:pt x="408746" y="0"/>
                      </a:lnTo>
                      <a:lnTo>
                        <a:pt x="0" y="0"/>
                      </a:lnTo>
                      <a:lnTo>
                        <a:pt x="0" y="392182"/>
                      </a:lnTo>
                      <a:lnTo>
                        <a:pt x="1222505" y="392182"/>
                      </a:lnTo>
                      <a:lnTo>
                        <a:pt x="1222505" y="283940"/>
                      </a:lnTo>
                      <a:cubicBezTo>
                        <a:pt x="1222505" y="116110"/>
                        <a:pt x="1085383" y="10"/>
                        <a:pt x="91756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8" name="Google Shape;1710;p65">
                  <a:extLst>
                    <a:ext uri="{FF2B5EF4-FFF2-40B4-BE49-F238E27FC236}">
                      <a16:creationId xmlns:a16="http://schemas.microsoft.com/office/drawing/2014/main" id="{E9BC0A0C-9C51-5D43-832A-9F0864650EC1}"/>
                    </a:ext>
                  </a:extLst>
                </p:cNvPr>
                <p:cNvSpPr/>
                <p:nvPr/>
              </p:nvSpPr>
              <p:spPr>
                <a:xfrm>
                  <a:off x="5317969" y="3546043"/>
                  <a:ext cx="1222467" cy="953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467" h="953462" extrusionOk="0">
                      <a:moveTo>
                        <a:pt x="1222467" y="784955"/>
                      </a:moveTo>
                      <a:lnTo>
                        <a:pt x="1124312" y="784955"/>
                      </a:lnTo>
                      <a:lnTo>
                        <a:pt x="1124312" y="588521"/>
                      </a:lnTo>
                      <a:lnTo>
                        <a:pt x="927964" y="588521"/>
                      </a:lnTo>
                      <a:lnTo>
                        <a:pt x="927964" y="343110"/>
                      </a:lnTo>
                      <a:lnTo>
                        <a:pt x="1124312" y="343110"/>
                      </a:lnTo>
                      <a:lnTo>
                        <a:pt x="1124312" y="146828"/>
                      </a:lnTo>
                      <a:lnTo>
                        <a:pt x="1222467" y="146828"/>
                      </a:lnTo>
                      <a:lnTo>
                        <a:pt x="1222467" y="0"/>
                      </a:lnTo>
                      <a:lnTo>
                        <a:pt x="0" y="0"/>
                      </a:lnTo>
                      <a:lnTo>
                        <a:pt x="0" y="953462"/>
                      </a:lnTo>
                      <a:lnTo>
                        <a:pt x="1222467" y="95346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9" name="Google Shape;1711;p65">
                  <a:extLst>
                    <a:ext uri="{FF2B5EF4-FFF2-40B4-BE49-F238E27FC236}">
                      <a16:creationId xmlns:a16="http://schemas.microsoft.com/office/drawing/2014/main" id="{C31958C0-8206-E16E-27C3-C64E6A5923C4}"/>
                    </a:ext>
                  </a:extLst>
                </p:cNvPr>
                <p:cNvSpPr/>
                <p:nvPr/>
              </p:nvSpPr>
              <p:spPr>
                <a:xfrm>
                  <a:off x="6540436" y="3546043"/>
                  <a:ext cx="1222505" cy="953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505" h="953462" extrusionOk="0">
                      <a:moveTo>
                        <a:pt x="0" y="146828"/>
                      </a:moveTo>
                      <a:lnTo>
                        <a:pt x="98203" y="146828"/>
                      </a:lnTo>
                      <a:lnTo>
                        <a:pt x="98203" y="343110"/>
                      </a:lnTo>
                      <a:lnTo>
                        <a:pt x="294561" y="343110"/>
                      </a:lnTo>
                      <a:lnTo>
                        <a:pt x="294561" y="588521"/>
                      </a:lnTo>
                      <a:lnTo>
                        <a:pt x="98117" y="588521"/>
                      </a:lnTo>
                      <a:lnTo>
                        <a:pt x="98117" y="784955"/>
                      </a:lnTo>
                      <a:lnTo>
                        <a:pt x="0" y="784955"/>
                      </a:lnTo>
                      <a:lnTo>
                        <a:pt x="0" y="953462"/>
                      </a:lnTo>
                      <a:lnTo>
                        <a:pt x="1222505" y="953462"/>
                      </a:lnTo>
                      <a:lnTo>
                        <a:pt x="122250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20" name="Google Shape;1712;p65">
                  <a:extLst>
                    <a:ext uri="{FF2B5EF4-FFF2-40B4-BE49-F238E27FC236}">
                      <a16:creationId xmlns:a16="http://schemas.microsoft.com/office/drawing/2014/main" id="{0B837C99-7E49-D4E9-C9BC-8139215F1F7C}"/>
                    </a:ext>
                  </a:extLst>
                </p:cNvPr>
                <p:cNvGrpSpPr/>
                <p:nvPr/>
              </p:nvGrpSpPr>
              <p:grpSpPr>
                <a:xfrm>
                  <a:off x="6245932" y="3692871"/>
                  <a:ext cx="589064" cy="638127"/>
                  <a:chOff x="6245932" y="3692871"/>
                  <a:chExt cx="589064" cy="638127"/>
                </a:xfrm>
              </p:grpSpPr>
              <p:sp>
                <p:nvSpPr>
                  <p:cNvPr id="1227" name="Google Shape;1713;p65">
                    <a:extLst>
                      <a:ext uri="{FF2B5EF4-FFF2-40B4-BE49-F238E27FC236}">
                        <a16:creationId xmlns:a16="http://schemas.microsoft.com/office/drawing/2014/main" id="{9D3B4B6E-E6E1-950A-6F8B-562B75174121}"/>
                      </a:ext>
                    </a:extLst>
                  </p:cNvPr>
                  <p:cNvSpPr/>
                  <p:nvPr/>
                </p:nvSpPr>
                <p:spPr>
                  <a:xfrm>
                    <a:off x="6245932" y="3692871"/>
                    <a:ext cx="294503" cy="6381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503" h="638127" extrusionOk="0">
                        <a:moveTo>
                          <a:pt x="196348" y="196282"/>
                        </a:moveTo>
                        <a:lnTo>
                          <a:pt x="0" y="196282"/>
                        </a:lnTo>
                        <a:lnTo>
                          <a:pt x="0" y="441693"/>
                        </a:lnTo>
                        <a:lnTo>
                          <a:pt x="196348" y="441693"/>
                        </a:lnTo>
                        <a:lnTo>
                          <a:pt x="196348" y="638127"/>
                        </a:lnTo>
                        <a:lnTo>
                          <a:pt x="294504" y="638127"/>
                        </a:lnTo>
                        <a:lnTo>
                          <a:pt x="294504" y="0"/>
                        </a:lnTo>
                        <a:lnTo>
                          <a:pt x="196348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8" name="Google Shape;1714;p65">
                    <a:extLst>
                      <a:ext uri="{FF2B5EF4-FFF2-40B4-BE49-F238E27FC236}">
                        <a16:creationId xmlns:a16="http://schemas.microsoft.com/office/drawing/2014/main" id="{E78F7CDC-00FE-D1DA-3D8E-91280194F028}"/>
                      </a:ext>
                    </a:extLst>
                  </p:cNvPr>
                  <p:cNvSpPr/>
                  <p:nvPr/>
                </p:nvSpPr>
                <p:spPr>
                  <a:xfrm>
                    <a:off x="6540436" y="3692871"/>
                    <a:ext cx="294560" cy="6381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560" h="638127" extrusionOk="0">
                        <a:moveTo>
                          <a:pt x="98117" y="638127"/>
                        </a:moveTo>
                        <a:lnTo>
                          <a:pt x="98117" y="441693"/>
                        </a:lnTo>
                        <a:lnTo>
                          <a:pt x="294561" y="441693"/>
                        </a:lnTo>
                        <a:lnTo>
                          <a:pt x="294561" y="196282"/>
                        </a:lnTo>
                        <a:lnTo>
                          <a:pt x="98203" y="196282"/>
                        </a:lnTo>
                        <a:lnTo>
                          <a:pt x="98203" y="0"/>
                        </a:lnTo>
                        <a:lnTo>
                          <a:pt x="0" y="0"/>
                        </a:lnTo>
                        <a:lnTo>
                          <a:pt x="0" y="638127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221" name="Google Shape;1715;p65">
                  <a:extLst>
                    <a:ext uri="{FF2B5EF4-FFF2-40B4-BE49-F238E27FC236}">
                      <a16:creationId xmlns:a16="http://schemas.microsoft.com/office/drawing/2014/main" id="{829DDCE0-E3E2-30CB-3D4D-DBEC7EA330CA}"/>
                    </a:ext>
                  </a:extLst>
                </p:cNvPr>
                <p:cNvSpPr/>
                <p:nvPr/>
              </p:nvSpPr>
              <p:spPr>
                <a:xfrm>
                  <a:off x="6008865" y="3082366"/>
                  <a:ext cx="217732" cy="73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732" h="73485" extrusionOk="0">
                      <a:moveTo>
                        <a:pt x="217732" y="36700"/>
                      </a:moveTo>
                      <a:cubicBezTo>
                        <a:pt x="217732" y="57026"/>
                        <a:pt x="201263" y="73485"/>
                        <a:pt x="180975" y="73485"/>
                      </a:cubicBezTo>
                      <a:lnTo>
                        <a:pt x="36786" y="73485"/>
                      </a:lnTo>
                      <a:cubicBezTo>
                        <a:pt x="16536" y="73485"/>
                        <a:pt x="0" y="57036"/>
                        <a:pt x="0" y="36709"/>
                      </a:cubicBezTo>
                      <a:cubicBezTo>
                        <a:pt x="0" y="16450"/>
                        <a:pt x="16536" y="0"/>
                        <a:pt x="36786" y="0"/>
                      </a:cubicBezTo>
                      <a:lnTo>
                        <a:pt x="180975" y="0"/>
                      </a:lnTo>
                      <a:cubicBezTo>
                        <a:pt x="201263" y="0"/>
                        <a:pt x="217722" y="16450"/>
                        <a:pt x="217732" y="36700"/>
                      </a:cubicBezTo>
                      <a:close/>
                    </a:path>
                  </a:pathLst>
                </a:custGeom>
                <a:solidFill>
                  <a:srgbClr val="D2F3F7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716;p65">
                  <a:extLst>
                    <a:ext uri="{FF2B5EF4-FFF2-40B4-BE49-F238E27FC236}">
                      <a16:creationId xmlns:a16="http://schemas.microsoft.com/office/drawing/2014/main" id="{643A35DB-1711-B8CC-9FEC-33EC35DF493E}"/>
                    </a:ext>
                  </a:extLst>
                </p:cNvPr>
                <p:cNvSpPr/>
                <p:nvPr/>
              </p:nvSpPr>
              <p:spPr>
                <a:xfrm>
                  <a:off x="6852199" y="3082366"/>
                  <a:ext cx="217693" cy="73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693" h="73485" extrusionOk="0">
                      <a:moveTo>
                        <a:pt x="217694" y="36700"/>
                      </a:moveTo>
                      <a:cubicBezTo>
                        <a:pt x="217694" y="57026"/>
                        <a:pt x="201197" y="73485"/>
                        <a:pt x="180985" y="73485"/>
                      </a:cubicBezTo>
                      <a:lnTo>
                        <a:pt x="36757" y="73485"/>
                      </a:lnTo>
                      <a:cubicBezTo>
                        <a:pt x="16431" y="73485"/>
                        <a:pt x="0" y="57036"/>
                        <a:pt x="0" y="36709"/>
                      </a:cubicBezTo>
                      <a:cubicBezTo>
                        <a:pt x="10" y="16450"/>
                        <a:pt x="16421" y="0"/>
                        <a:pt x="36757" y="0"/>
                      </a:cubicBezTo>
                      <a:lnTo>
                        <a:pt x="180985" y="0"/>
                      </a:lnTo>
                      <a:cubicBezTo>
                        <a:pt x="201206" y="0"/>
                        <a:pt x="217694" y="16450"/>
                        <a:pt x="217694" y="3670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717;p65">
                  <a:extLst>
                    <a:ext uri="{FF2B5EF4-FFF2-40B4-BE49-F238E27FC236}">
                      <a16:creationId xmlns:a16="http://schemas.microsoft.com/office/drawing/2014/main" id="{D71463F5-E07B-3FDC-AEEA-4E442BD67CC8}"/>
                    </a:ext>
                  </a:extLst>
                </p:cNvPr>
                <p:cNvSpPr/>
                <p:nvPr/>
              </p:nvSpPr>
              <p:spPr>
                <a:xfrm>
                  <a:off x="6080140" y="2941786"/>
                  <a:ext cx="75228" cy="164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28" h="164277" extrusionOk="0">
                      <a:moveTo>
                        <a:pt x="0" y="0"/>
                      </a:moveTo>
                      <a:lnTo>
                        <a:pt x="75228" y="0"/>
                      </a:lnTo>
                      <a:lnTo>
                        <a:pt x="75228" y="164278"/>
                      </a:lnTo>
                      <a:lnTo>
                        <a:pt x="0" y="164278"/>
                      </a:lnTo>
                      <a:close/>
                    </a:path>
                  </a:pathLst>
                </a:custGeom>
                <a:solidFill>
                  <a:srgbClr val="D2F3F7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4" name="Google Shape;1718;p65">
                  <a:extLst>
                    <a:ext uri="{FF2B5EF4-FFF2-40B4-BE49-F238E27FC236}">
                      <a16:creationId xmlns:a16="http://schemas.microsoft.com/office/drawing/2014/main" id="{9728DFAA-9836-1354-7519-3BED077EAFBD}"/>
                    </a:ext>
                  </a:extLst>
                </p:cNvPr>
                <p:cNvSpPr/>
                <p:nvPr/>
              </p:nvSpPr>
              <p:spPr>
                <a:xfrm>
                  <a:off x="6923446" y="2941786"/>
                  <a:ext cx="75180" cy="164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180" h="164277" extrusionOk="0">
                      <a:moveTo>
                        <a:pt x="0" y="0"/>
                      </a:moveTo>
                      <a:lnTo>
                        <a:pt x="75181" y="0"/>
                      </a:lnTo>
                      <a:lnTo>
                        <a:pt x="75181" y="164278"/>
                      </a:lnTo>
                      <a:lnTo>
                        <a:pt x="0" y="16427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5" name="Google Shape;1719;p65">
                  <a:extLst>
                    <a:ext uri="{FF2B5EF4-FFF2-40B4-BE49-F238E27FC236}">
                      <a16:creationId xmlns:a16="http://schemas.microsoft.com/office/drawing/2014/main" id="{0E8604F0-D0E9-F2FB-9B86-7C44DBA4FCAF}"/>
                    </a:ext>
                  </a:extLst>
                </p:cNvPr>
                <p:cNvSpPr/>
                <p:nvPr/>
              </p:nvSpPr>
              <p:spPr>
                <a:xfrm>
                  <a:off x="6054518" y="2717930"/>
                  <a:ext cx="991362" cy="239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62" h="239439" extrusionOk="0">
                      <a:moveTo>
                        <a:pt x="0" y="239439"/>
                      </a:moveTo>
                      <a:cubicBezTo>
                        <a:pt x="0" y="239439"/>
                        <a:pt x="45368" y="0"/>
                        <a:pt x="491242" y="0"/>
                      </a:cubicBezTo>
                      <a:cubicBezTo>
                        <a:pt x="937013" y="-10"/>
                        <a:pt x="991362" y="239439"/>
                        <a:pt x="991362" y="239439"/>
                      </a:cubicBezTo>
                      <a:lnTo>
                        <a:pt x="832600" y="239439"/>
                      </a:lnTo>
                      <a:cubicBezTo>
                        <a:pt x="832600" y="239439"/>
                        <a:pt x="810311" y="96060"/>
                        <a:pt x="495700" y="96060"/>
                      </a:cubicBezTo>
                      <a:cubicBezTo>
                        <a:pt x="181051" y="96060"/>
                        <a:pt x="158753" y="239439"/>
                        <a:pt x="158753" y="239439"/>
                      </a:cubicBezTo>
                      <a:lnTo>
                        <a:pt x="0" y="23943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6" name="Google Shape;1720;p65">
                  <a:extLst>
                    <a:ext uri="{FF2B5EF4-FFF2-40B4-BE49-F238E27FC236}">
                      <a16:creationId xmlns:a16="http://schemas.microsoft.com/office/drawing/2014/main" id="{D917BDE5-411C-3752-ABAA-167B21F4A1EC}"/>
                    </a:ext>
                  </a:extLst>
                </p:cNvPr>
                <p:cNvSpPr/>
                <p:nvPr/>
              </p:nvSpPr>
              <p:spPr>
                <a:xfrm>
                  <a:off x="8194052" y="4418380"/>
                  <a:ext cx="27432" cy="3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32" h="3752" extrusionOk="0">
                      <a:moveTo>
                        <a:pt x="48" y="3753"/>
                      </a:moveTo>
                      <a:lnTo>
                        <a:pt x="27432" y="0"/>
                      </a:lnTo>
                      <a:lnTo>
                        <a:pt x="0" y="37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84" name="Google Shape;1721;p65">
                <a:extLst>
                  <a:ext uri="{FF2B5EF4-FFF2-40B4-BE49-F238E27FC236}">
                    <a16:creationId xmlns:a16="http://schemas.microsoft.com/office/drawing/2014/main" id="{4555E6EF-84A3-081E-D2FC-F05397CD33E1}"/>
                  </a:ext>
                </a:extLst>
              </p:cNvPr>
              <p:cNvGrpSpPr/>
              <p:nvPr/>
            </p:nvGrpSpPr>
            <p:grpSpPr>
              <a:xfrm>
                <a:off x="1200469" y="2473578"/>
                <a:ext cx="1238833" cy="1897794"/>
                <a:chOff x="4553292" y="2395737"/>
                <a:chExt cx="1651777" cy="2530392"/>
              </a:xfrm>
            </p:grpSpPr>
            <p:sp>
              <p:nvSpPr>
                <p:cNvPr id="1191" name="Google Shape;1722;p65">
                  <a:extLst>
                    <a:ext uri="{FF2B5EF4-FFF2-40B4-BE49-F238E27FC236}">
                      <a16:creationId xmlns:a16="http://schemas.microsoft.com/office/drawing/2014/main" id="{C819FE13-C4F5-BDA2-92D2-2695652E101C}"/>
                    </a:ext>
                  </a:extLst>
                </p:cNvPr>
                <p:cNvSpPr/>
                <p:nvPr/>
              </p:nvSpPr>
              <p:spPr>
                <a:xfrm>
                  <a:off x="4553292" y="2611831"/>
                  <a:ext cx="1651777" cy="2314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777" h="2314298" extrusionOk="0">
                      <a:moveTo>
                        <a:pt x="1651778" y="0"/>
                      </a:moveTo>
                      <a:lnTo>
                        <a:pt x="1651778" y="2314299"/>
                      </a:lnTo>
                      <a:lnTo>
                        <a:pt x="1651768" y="2314299"/>
                      </a:lnTo>
                      <a:lnTo>
                        <a:pt x="19" y="2314299"/>
                      </a:lnTo>
                      <a:lnTo>
                        <a:pt x="0" y="2314299"/>
                      </a:lnTo>
                      <a:lnTo>
                        <a:pt x="0" y="0"/>
                      </a:lnTo>
                      <a:lnTo>
                        <a:pt x="19" y="0"/>
                      </a:lnTo>
                      <a:lnTo>
                        <a:pt x="165176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2" name="Google Shape;1723;p65">
                  <a:extLst>
                    <a:ext uri="{FF2B5EF4-FFF2-40B4-BE49-F238E27FC236}">
                      <a16:creationId xmlns:a16="http://schemas.microsoft.com/office/drawing/2014/main" id="{DA56EC32-387A-2200-03F9-BE7E762B6FA7}"/>
                    </a:ext>
                  </a:extLst>
                </p:cNvPr>
                <p:cNvSpPr/>
                <p:nvPr/>
              </p:nvSpPr>
              <p:spPr>
                <a:xfrm>
                  <a:off x="4624549" y="2692736"/>
                  <a:ext cx="1500082" cy="2150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0082" h="2150059" extrusionOk="0">
                      <a:moveTo>
                        <a:pt x="0" y="0"/>
                      </a:moveTo>
                      <a:lnTo>
                        <a:pt x="1500083" y="0"/>
                      </a:lnTo>
                      <a:lnTo>
                        <a:pt x="1500083" y="2150059"/>
                      </a:lnTo>
                      <a:lnTo>
                        <a:pt x="0" y="21500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3" name="Google Shape;1724;p65">
                  <a:extLst>
                    <a:ext uri="{FF2B5EF4-FFF2-40B4-BE49-F238E27FC236}">
                      <a16:creationId xmlns:a16="http://schemas.microsoft.com/office/drawing/2014/main" id="{11EEB6E3-7697-5CD0-7E89-9AB9AB54094F}"/>
                    </a:ext>
                  </a:extLst>
                </p:cNvPr>
                <p:cNvGrpSpPr/>
                <p:nvPr/>
              </p:nvGrpSpPr>
              <p:grpSpPr>
                <a:xfrm>
                  <a:off x="5068233" y="2395737"/>
                  <a:ext cx="631840" cy="342966"/>
                  <a:chOff x="5068233" y="2395737"/>
                  <a:chExt cx="631840" cy="342966"/>
                </a:xfrm>
              </p:grpSpPr>
              <p:sp>
                <p:nvSpPr>
                  <p:cNvPr id="1212" name="Google Shape;1725;p65">
                    <a:extLst>
                      <a:ext uri="{FF2B5EF4-FFF2-40B4-BE49-F238E27FC236}">
                        <a16:creationId xmlns:a16="http://schemas.microsoft.com/office/drawing/2014/main" id="{16DB89CE-1055-E521-CCA9-094161DF87DF}"/>
                      </a:ext>
                    </a:extLst>
                  </p:cNvPr>
                  <p:cNvSpPr/>
                  <p:nvPr/>
                </p:nvSpPr>
                <p:spPr>
                  <a:xfrm>
                    <a:off x="5301081" y="2395737"/>
                    <a:ext cx="175412" cy="329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5412" h="329650" extrusionOk="0">
                        <a:moveTo>
                          <a:pt x="87706" y="0"/>
                        </a:moveTo>
                        <a:lnTo>
                          <a:pt x="87706" y="0"/>
                        </a:lnTo>
                        <a:cubicBezTo>
                          <a:pt x="39272" y="0"/>
                          <a:pt x="0" y="39262"/>
                          <a:pt x="0" y="87706"/>
                        </a:cubicBezTo>
                        <a:lnTo>
                          <a:pt x="0" y="329651"/>
                        </a:lnTo>
                        <a:lnTo>
                          <a:pt x="175412" y="329651"/>
                        </a:lnTo>
                        <a:lnTo>
                          <a:pt x="175412" y="87706"/>
                        </a:lnTo>
                        <a:cubicBezTo>
                          <a:pt x="175412" y="39272"/>
                          <a:pt x="136150" y="0"/>
                          <a:pt x="87706" y="0"/>
                        </a:cubicBezTo>
                        <a:close/>
                        <a:moveTo>
                          <a:pt x="87706" y="120977"/>
                        </a:moveTo>
                        <a:cubicBezTo>
                          <a:pt x="63770" y="120977"/>
                          <a:pt x="44358" y="101565"/>
                          <a:pt x="44358" y="77629"/>
                        </a:cubicBezTo>
                        <a:cubicBezTo>
                          <a:pt x="44358" y="53693"/>
                          <a:pt x="63770" y="34280"/>
                          <a:pt x="87706" y="34280"/>
                        </a:cubicBezTo>
                        <a:cubicBezTo>
                          <a:pt x="111642" y="34280"/>
                          <a:pt x="131054" y="53693"/>
                          <a:pt x="131054" y="77629"/>
                        </a:cubicBezTo>
                        <a:cubicBezTo>
                          <a:pt x="131054" y="101565"/>
                          <a:pt x="111652" y="120977"/>
                          <a:pt x="87706" y="12097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3" name="Google Shape;1726;p65">
                    <a:extLst>
                      <a:ext uri="{FF2B5EF4-FFF2-40B4-BE49-F238E27FC236}">
                        <a16:creationId xmlns:a16="http://schemas.microsoft.com/office/drawing/2014/main" id="{8EDC4120-9854-ED9C-23B2-40B06CD65DC0}"/>
                      </a:ext>
                    </a:extLst>
                  </p:cNvPr>
                  <p:cNvSpPr/>
                  <p:nvPr/>
                </p:nvSpPr>
                <p:spPr>
                  <a:xfrm>
                    <a:off x="5068233" y="2570225"/>
                    <a:ext cx="631840" cy="1684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840" h="168478" extrusionOk="0">
                        <a:moveTo>
                          <a:pt x="631841" y="28251"/>
                        </a:moveTo>
                        <a:lnTo>
                          <a:pt x="631841" y="140227"/>
                        </a:lnTo>
                        <a:cubicBezTo>
                          <a:pt x="631841" y="155829"/>
                          <a:pt x="618258" y="168478"/>
                          <a:pt x="601513" y="168478"/>
                        </a:cubicBezTo>
                        <a:lnTo>
                          <a:pt x="30328" y="168478"/>
                        </a:lnTo>
                        <a:cubicBezTo>
                          <a:pt x="13583" y="168478"/>
                          <a:pt x="0" y="155829"/>
                          <a:pt x="0" y="140227"/>
                        </a:cubicBezTo>
                        <a:lnTo>
                          <a:pt x="0" y="28251"/>
                        </a:lnTo>
                        <a:cubicBezTo>
                          <a:pt x="0" y="12659"/>
                          <a:pt x="13583" y="0"/>
                          <a:pt x="30328" y="0"/>
                        </a:cubicBezTo>
                        <a:lnTo>
                          <a:pt x="601513" y="0"/>
                        </a:lnTo>
                        <a:cubicBezTo>
                          <a:pt x="618258" y="0"/>
                          <a:pt x="631841" y="12659"/>
                          <a:pt x="631841" y="2825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94" name="Google Shape;1727;p65">
                  <a:extLst>
                    <a:ext uri="{FF2B5EF4-FFF2-40B4-BE49-F238E27FC236}">
                      <a16:creationId xmlns:a16="http://schemas.microsoft.com/office/drawing/2014/main" id="{10AB67C9-CDC9-95DB-82CC-49E61432A15C}"/>
                    </a:ext>
                  </a:extLst>
                </p:cNvPr>
                <p:cNvGrpSpPr/>
                <p:nvPr/>
              </p:nvGrpSpPr>
              <p:grpSpPr>
                <a:xfrm>
                  <a:off x="4976631" y="3534279"/>
                  <a:ext cx="897276" cy="1088400"/>
                  <a:chOff x="4976631" y="3534279"/>
                  <a:chExt cx="897276" cy="1088400"/>
                </a:xfrm>
              </p:grpSpPr>
              <p:grpSp>
                <p:nvGrpSpPr>
                  <p:cNvPr id="1195" name="Google Shape;1728;p65">
                    <a:extLst>
                      <a:ext uri="{FF2B5EF4-FFF2-40B4-BE49-F238E27FC236}">
                        <a16:creationId xmlns:a16="http://schemas.microsoft.com/office/drawing/2014/main" id="{794E56B9-4FF3-21FC-F716-FA75CD2773BB}"/>
                      </a:ext>
                    </a:extLst>
                  </p:cNvPr>
                  <p:cNvGrpSpPr/>
                  <p:nvPr/>
                </p:nvGrpSpPr>
                <p:grpSpPr>
                  <a:xfrm>
                    <a:off x="4976631" y="3534279"/>
                    <a:ext cx="790289" cy="167726"/>
                    <a:chOff x="4976631" y="3534279"/>
                    <a:chExt cx="790289" cy="167726"/>
                  </a:xfrm>
                </p:grpSpPr>
                <p:sp>
                  <p:nvSpPr>
                    <p:cNvPr id="1209" name="Google Shape;1729;p65">
                      <a:extLst>
                        <a:ext uri="{FF2B5EF4-FFF2-40B4-BE49-F238E27FC236}">
                          <a16:creationId xmlns:a16="http://schemas.microsoft.com/office/drawing/2014/main" id="{633103A0-286B-1517-EA1C-BAE961305D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3534279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70"/>
                          </a:lnTo>
                          <a:lnTo>
                            <a:pt x="0" y="2267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0" name="Google Shape;1730;p65">
                      <a:extLst>
                        <a:ext uri="{FF2B5EF4-FFF2-40B4-BE49-F238E27FC236}">
                          <a16:creationId xmlns:a16="http://schemas.microsoft.com/office/drawing/2014/main" id="{C5BB0FCB-352F-45B3-B191-4B5FC808E7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3606803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69"/>
                          </a:lnTo>
                          <a:lnTo>
                            <a:pt x="0" y="2266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11" name="Google Shape;1731;p65">
                      <a:extLst>
                        <a:ext uri="{FF2B5EF4-FFF2-40B4-BE49-F238E27FC236}">
                          <a16:creationId xmlns:a16="http://schemas.microsoft.com/office/drawing/2014/main" id="{F0A77F03-7C7C-5FE2-F2DC-EEB0B9505C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3679336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70"/>
                          </a:lnTo>
                          <a:lnTo>
                            <a:pt x="0" y="2267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96" name="Google Shape;1732;p65">
                    <a:extLst>
                      <a:ext uri="{FF2B5EF4-FFF2-40B4-BE49-F238E27FC236}">
                        <a16:creationId xmlns:a16="http://schemas.microsoft.com/office/drawing/2014/main" id="{48FBA34C-FA06-0017-9E32-0CE29E62DDAA}"/>
                      </a:ext>
                    </a:extLst>
                  </p:cNvPr>
                  <p:cNvGrpSpPr/>
                  <p:nvPr/>
                </p:nvGrpSpPr>
                <p:grpSpPr>
                  <a:xfrm>
                    <a:off x="4976631" y="3832955"/>
                    <a:ext cx="790289" cy="167725"/>
                    <a:chOff x="4976631" y="3832955"/>
                    <a:chExt cx="790289" cy="167725"/>
                  </a:xfrm>
                </p:grpSpPr>
                <p:sp>
                  <p:nvSpPr>
                    <p:cNvPr id="1206" name="Google Shape;1733;p65">
                      <a:extLst>
                        <a:ext uri="{FF2B5EF4-FFF2-40B4-BE49-F238E27FC236}">
                          <a16:creationId xmlns:a16="http://schemas.microsoft.com/office/drawing/2014/main" id="{8447BDE3-6582-4CBD-8DA2-6221FEA299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3832955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70"/>
                          </a:lnTo>
                          <a:lnTo>
                            <a:pt x="0" y="2267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7" name="Google Shape;1734;p65">
                      <a:extLst>
                        <a:ext uri="{FF2B5EF4-FFF2-40B4-BE49-F238E27FC236}">
                          <a16:creationId xmlns:a16="http://schemas.microsoft.com/office/drawing/2014/main" id="{DE00454F-DB3A-3FE9-CBCB-95541F0035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3905488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69"/>
                          </a:lnTo>
                          <a:lnTo>
                            <a:pt x="0" y="2266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8" name="Google Shape;1735;p65">
                      <a:extLst>
                        <a:ext uri="{FF2B5EF4-FFF2-40B4-BE49-F238E27FC236}">
                          <a16:creationId xmlns:a16="http://schemas.microsoft.com/office/drawing/2014/main" id="{75D8A0F3-92F5-7233-181A-F84D6813C7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3978011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70"/>
                          </a:lnTo>
                          <a:lnTo>
                            <a:pt x="0" y="2267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97" name="Google Shape;1736;p65">
                    <a:extLst>
                      <a:ext uri="{FF2B5EF4-FFF2-40B4-BE49-F238E27FC236}">
                        <a16:creationId xmlns:a16="http://schemas.microsoft.com/office/drawing/2014/main" id="{E9099C43-23FF-9F5A-418E-318B7F533B03}"/>
                      </a:ext>
                    </a:extLst>
                  </p:cNvPr>
                  <p:cNvGrpSpPr/>
                  <p:nvPr/>
                </p:nvGrpSpPr>
                <p:grpSpPr>
                  <a:xfrm>
                    <a:off x="4976631" y="4139869"/>
                    <a:ext cx="790289" cy="167716"/>
                    <a:chOff x="4976631" y="4139869"/>
                    <a:chExt cx="790289" cy="167716"/>
                  </a:xfrm>
                </p:grpSpPr>
                <p:sp>
                  <p:nvSpPr>
                    <p:cNvPr id="1203" name="Google Shape;1737;p65">
                      <a:extLst>
                        <a:ext uri="{FF2B5EF4-FFF2-40B4-BE49-F238E27FC236}">
                          <a16:creationId xmlns:a16="http://schemas.microsoft.com/office/drawing/2014/main" id="{1F760E26-B844-4117-69C5-2B7816AA29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4139869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69"/>
                          </a:lnTo>
                          <a:lnTo>
                            <a:pt x="0" y="2266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4" name="Google Shape;1738;p65">
                      <a:extLst>
                        <a:ext uri="{FF2B5EF4-FFF2-40B4-BE49-F238E27FC236}">
                          <a16:creationId xmlns:a16="http://schemas.microsoft.com/office/drawing/2014/main" id="{8D236117-977B-B43D-BA16-82903C907C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4212393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70"/>
                          </a:lnTo>
                          <a:lnTo>
                            <a:pt x="0" y="2267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5" name="Google Shape;1739;p65">
                      <a:extLst>
                        <a:ext uri="{FF2B5EF4-FFF2-40B4-BE49-F238E27FC236}">
                          <a16:creationId xmlns:a16="http://schemas.microsoft.com/office/drawing/2014/main" id="{40995AB4-1D82-8476-CD80-5CB36D476F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6631" y="4284916"/>
                      <a:ext cx="790289" cy="22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289" h="22669" extrusionOk="0">
                          <a:moveTo>
                            <a:pt x="0" y="0"/>
                          </a:moveTo>
                          <a:lnTo>
                            <a:pt x="790289" y="0"/>
                          </a:lnTo>
                          <a:lnTo>
                            <a:pt x="790289" y="22669"/>
                          </a:lnTo>
                          <a:lnTo>
                            <a:pt x="0" y="2266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198" name="Google Shape;1740;p65">
                    <a:extLst>
                      <a:ext uri="{FF2B5EF4-FFF2-40B4-BE49-F238E27FC236}">
                        <a16:creationId xmlns:a16="http://schemas.microsoft.com/office/drawing/2014/main" id="{7EEDABCE-FCF7-7553-1C08-AEE0FAD264A6}"/>
                      </a:ext>
                    </a:extLst>
                  </p:cNvPr>
                  <p:cNvSpPr/>
                  <p:nvPr/>
                </p:nvSpPr>
                <p:spPr>
                  <a:xfrm>
                    <a:off x="5600940" y="4349708"/>
                    <a:ext cx="272967" cy="2729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2967" h="272971" extrusionOk="0">
                        <a:moveTo>
                          <a:pt x="196708" y="258982"/>
                        </a:moveTo>
                        <a:cubicBezTo>
                          <a:pt x="129166" y="292187"/>
                          <a:pt x="47203" y="264250"/>
                          <a:pt x="13990" y="196708"/>
                        </a:cubicBezTo>
                        <a:cubicBezTo>
                          <a:pt x="-19214" y="129166"/>
                          <a:pt x="8722" y="47203"/>
                          <a:pt x="76264" y="13990"/>
                        </a:cubicBezTo>
                        <a:cubicBezTo>
                          <a:pt x="143806" y="-19215"/>
                          <a:pt x="225769" y="8722"/>
                          <a:pt x="258982" y="76264"/>
                        </a:cubicBezTo>
                        <a:cubicBezTo>
                          <a:pt x="292177" y="143815"/>
                          <a:pt x="264250" y="225778"/>
                          <a:pt x="196708" y="258982"/>
                        </a:cubicBezTo>
                        <a:close/>
                        <a:moveTo>
                          <a:pt x="80655" y="22943"/>
                        </a:moveTo>
                        <a:cubicBezTo>
                          <a:pt x="18047" y="53728"/>
                          <a:pt x="-7851" y="129709"/>
                          <a:pt x="22924" y="192317"/>
                        </a:cubicBezTo>
                        <a:cubicBezTo>
                          <a:pt x="53699" y="254925"/>
                          <a:pt x="129690" y="280823"/>
                          <a:pt x="192298" y="250048"/>
                        </a:cubicBezTo>
                        <a:cubicBezTo>
                          <a:pt x="254915" y="219263"/>
                          <a:pt x="280804" y="143282"/>
                          <a:pt x="250029" y="80674"/>
                        </a:cubicBezTo>
                        <a:cubicBezTo>
                          <a:pt x="219254" y="18057"/>
                          <a:pt x="143273" y="-7842"/>
                          <a:pt x="80655" y="2294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9" name="Google Shape;1741;p65">
                    <a:extLst>
                      <a:ext uri="{FF2B5EF4-FFF2-40B4-BE49-F238E27FC236}">
                        <a16:creationId xmlns:a16="http://schemas.microsoft.com/office/drawing/2014/main" id="{5905D0BE-31FD-A456-6777-610319261463}"/>
                      </a:ext>
                    </a:extLst>
                  </p:cNvPr>
                  <p:cNvSpPr/>
                  <p:nvPr/>
                </p:nvSpPr>
                <p:spPr>
                  <a:xfrm>
                    <a:off x="5630230" y="4379016"/>
                    <a:ext cx="214381" cy="214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381" h="214373" extrusionOk="0">
                        <a:moveTo>
                          <a:pt x="154483" y="203385"/>
                        </a:moveTo>
                        <a:cubicBezTo>
                          <a:pt x="101438" y="229464"/>
                          <a:pt x="37068" y="207528"/>
                          <a:pt x="10989" y="154483"/>
                        </a:cubicBezTo>
                        <a:cubicBezTo>
                          <a:pt x="-15090" y="101439"/>
                          <a:pt x="6846" y="37069"/>
                          <a:pt x="59900" y="10989"/>
                        </a:cubicBezTo>
                        <a:cubicBezTo>
                          <a:pt x="112945" y="-15090"/>
                          <a:pt x="177315" y="6846"/>
                          <a:pt x="203394" y="59891"/>
                        </a:cubicBezTo>
                        <a:cubicBezTo>
                          <a:pt x="229473" y="112935"/>
                          <a:pt x="207528" y="177305"/>
                          <a:pt x="154483" y="203385"/>
                        </a:cubicBezTo>
                        <a:close/>
                        <a:moveTo>
                          <a:pt x="64291" y="19924"/>
                        </a:moveTo>
                        <a:cubicBezTo>
                          <a:pt x="16180" y="43574"/>
                          <a:pt x="-3727" y="101963"/>
                          <a:pt x="19933" y="150083"/>
                        </a:cubicBezTo>
                        <a:cubicBezTo>
                          <a:pt x="43593" y="198203"/>
                          <a:pt x="101981" y="218101"/>
                          <a:pt x="150092" y="194441"/>
                        </a:cubicBezTo>
                        <a:cubicBezTo>
                          <a:pt x="198203" y="170781"/>
                          <a:pt x="218110" y="112402"/>
                          <a:pt x="194450" y="64282"/>
                        </a:cubicBezTo>
                        <a:cubicBezTo>
                          <a:pt x="170799" y="16171"/>
                          <a:pt x="112411" y="-3737"/>
                          <a:pt x="64291" y="1992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0" name="Google Shape;1742;p65">
                    <a:extLst>
                      <a:ext uri="{FF2B5EF4-FFF2-40B4-BE49-F238E27FC236}">
                        <a16:creationId xmlns:a16="http://schemas.microsoft.com/office/drawing/2014/main" id="{25D6752E-CA56-D902-67C6-4C5074D62B55}"/>
                      </a:ext>
                    </a:extLst>
                  </p:cNvPr>
                  <p:cNvSpPr/>
                  <p:nvPr/>
                </p:nvSpPr>
                <p:spPr>
                  <a:xfrm>
                    <a:off x="5678775" y="4453269"/>
                    <a:ext cx="119979" cy="64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979" h="64544" extrusionOk="0">
                        <a:moveTo>
                          <a:pt x="116921" y="10384"/>
                        </a:moveTo>
                        <a:lnTo>
                          <a:pt x="7888" y="63981"/>
                        </a:lnTo>
                        <a:cubicBezTo>
                          <a:pt x="5173" y="65314"/>
                          <a:pt x="1897" y="64200"/>
                          <a:pt x="563" y="61485"/>
                        </a:cubicBezTo>
                        <a:cubicBezTo>
                          <a:pt x="-770" y="58770"/>
                          <a:pt x="344" y="55494"/>
                          <a:pt x="3059" y="54160"/>
                        </a:cubicBezTo>
                        <a:lnTo>
                          <a:pt x="112091" y="563"/>
                        </a:lnTo>
                        <a:cubicBezTo>
                          <a:pt x="114806" y="-770"/>
                          <a:pt x="118083" y="344"/>
                          <a:pt x="119416" y="3059"/>
                        </a:cubicBezTo>
                        <a:cubicBezTo>
                          <a:pt x="120750" y="5764"/>
                          <a:pt x="119635" y="9050"/>
                          <a:pt x="116921" y="1038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1" name="Google Shape;1743;p65">
                    <a:extLst>
                      <a:ext uri="{FF2B5EF4-FFF2-40B4-BE49-F238E27FC236}">
                        <a16:creationId xmlns:a16="http://schemas.microsoft.com/office/drawing/2014/main" id="{03BB40DE-0D18-C303-B53C-84E25D207ED2}"/>
                      </a:ext>
                    </a:extLst>
                  </p:cNvPr>
                  <p:cNvSpPr/>
                  <p:nvPr/>
                </p:nvSpPr>
                <p:spPr>
                  <a:xfrm>
                    <a:off x="5678084" y="4436900"/>
                    <a:ext cx="100270" cy="54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270" h="54361" extrusionOk="0">
                        <a:moveTo>
                          <a:pt x="97485" y="9455"/>
                        </a:moveTo>
                        <a:lnTo>
                          <a:pt x="7179" y="53851"/>
                        </a:lnTo>
                        <a:cubicBezTo>
                          <a:pt x="4712" y="55060"/>
                          <a:pt x="1721" y="54051"/>
                          <a:pt x="511" y="51574"/>
                        </a:cubicBezTo>
                        <a:cubicBezTo>
                          <a:pt x="-699" y="49098"/>
                          <a:pt x="311" y="46116"/>
                          <a:pt x="2788" y="44907"/>
                        </a:cubicBezTo>
                        <a:lnTo>
                          <a:pt x="93094" y="511"/>
                        </a:lnTo>
                        <a:cubicBezTo>
                          <a:pt x="95561" y="-699"/>
                          <a:pt x="98552" y="311"/>
                          <a:pt x="99762" y="2787"/>
                        </a:cubicBezTo>
                        <a:cubicBezTo>
                          <a:pt x="100971" y="5254"/>
                          <a:pt x="99952" y="8236"/>
                          <a:pt x="97485" y="945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2" name="Google Shape;1744;p65">
                    <a:extLst>
                      <a:ext uri="{FF2B5EF4-FFF2-40B4-BE49-F238E27FC236}">
                        <a16:creationId xmlns:a16="http://schemas.microsoft.com/office/drawing/2014/main" id="{646CD4AC-58CC-CD1A-ABE6-1DAE980EA80E}"/>
                      </a:ext>
                    </a:extLst>
                  </p:cNvPr>
                  <p:cNvSpPr/>
                  <p:nvPr/>
                </p:nvSpPr>
                <p:spPr>
                  <a:xfrm>
                    <a:off x="5707155" y="4482630"/>
                    <a:ext cx="82549" cy="45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549" h="45150" extrusionOk="0">
                        <a:moveTo>
                          <a:pt x="80035" y="8531"/>
                        </a:moveTo>
                        <a:lnTo>
                          <a:pt x="6483" y="44687"/>
                        </a:lnTo>
                        <a:cubicBezTo>
                          <a:pt x="4254" y="45783"/>
                          <a:pt x="1558" y="44869"/>
                          <a:pt x="463" y="42640"/>
                        </a:cubicBezTo>
                        <a:cubicBezTo>
                          <a:pt x="-632" y="40411"/>
                          <a:pt x="282" y="37715"/>
                          <a:pt x="2511" y="36620"/>
                        </a:cubicBezTo>
                        <a:lnTo>
                          <a:pt x="76063" y="463"/>
                        </a:lnTo>
                        <a:cubicBezTo>
                          <a:pt x="78292" y="-632"/>
                          <a:pt x="80987" y="282"/>
                          <a:pt x="82083" y="2511"/>
                        </a:cubicBezTo>
                        <a:cubicBezTo>
                          <a:pt x="83188" y="4740"/>
                          <a:pt x="82264" y="7435"/>
                          <a:pt x="80035" y="853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85" name="Google Shape;1745;p65">
                <a:extLst>
                  <a:ext uri="{FF2B5EF4-FFF2-40B4-BE49-F238E27FC236}">
                    <a16:creationId xmlns:a16="http://schemas.microsoft.com/office/drawing/2014/main" id="{F2127CC8-8D6F-B418-1EED-22F89B240ACE}"/>
                  </a:ext>
                </a:extLst>
              </p:cNvPr>
              <p:cNvGrpSpPr/>
              <p:nvPr/>
            </p:nvGrpSpPr>
            <p:grpSpPr>
              <a:xfrm>
                <a:off x="897196" y="3210091"/>
                <a:ext cx="317560" cy="1120025"/>
                <a:chOff x="4148928" y="3377755"/>
                <a:chExt cx="423413" cy="1493367"/>
              </a:xfrm>
            </p:grpSpPr>
            <p:sp>
              <p:nvSpPr>
                <p:cNvPr id="1185" name="Google Shape;1746;p65">
                  <a:extLst>
                    <a:ext uri="{FF2B5EF4-FFF2-40B4-BE49-F238E27FC236}">
                      <a16:creationId xmlns:a16="http://schemas.microsoft.com/office/drawing/2014/main" id="{CC3E81BD-344A-2558-3BD3-93B5D9C41869}"/>
                    </a:ext>
                  </a:extLst>
                </p:cNvPr>
                <p:cNvSpPr/>
                <p:nvPr/>
              </p:nvSpPr>
              <p:spPr>
                <a:xfrm>
                  <a:off x="4227410" y="3440453"/>
                  <a:ext cx="223859" cy="566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859" h="566465" extrusionOk="0">
                      <a:moveTo>
                        <a:pt x="133753" y="19103"/>
                      </a:moveTo>
                      <a:cubicBezTo>
                        <a:pt x="109950" y="36791"/>
                        <a:pt x="95672" y="64032"/>
                        <a:pt x="94586" y="93751"/>
                      </a:cubicBezTo>
                      <a:cubicBezTo>
                        <a:pt x="89986" y="227882"/>
                        <a:pt x="72012" y="464397"/>
                        <a:pt x="3880" y="540987"/>
                      </a:cubicBezTo>
                      <a:cubicBezTo>
                        <a:pt x="-1730" y="547264"/>
                        <a:pt x="-1206" y="556980"/>
                        <a:pt x="5128" y="562581"/>
                      </a:cubicBezTo>
                      <a:cubicBezTo>
                        <a:pt x="6995" y="564266"/>
                        <a:pt x="9147" y="565352"/>
                        <a:pt x="11376" y="566000"/>
                      </a:cubicBezTo>
                      <a:cubicBezTo>
                        <a:pt x="16767" y="567343"/>
                        <a:pt x="22777" y="565772"/>
                        <a:pt x="26759" y="561361"/>
                      </a:cubicBezTo>
                      <a:cubicBezTo>
                        <a:pt x="97520" y="481761"/>
                        <a:pt x="119351" y="263724"/>
                        <a:pt x="125171" y="94798"/>
                      </a:cubicBezTo>
                      <a:cubicBezTo>
                        <a:pt x="125905" y="74462"/>
                        <a:pt x="135687" y="55803"/>
                        <a:pt x="152013" y="43687"/>
                      </a:cubicBezTo>
                      <a:cubicBezTo>
                        <a:pt x="168339" y="31571"/>
                        <a:pt x="188951" y="27647"/>
                        <a:pt x="208639" y="32867"/>
                      </a:cubicBezTo>
                      <a:cubicBezTo>
                        <a:pt x="211592" y="33600"/>
                        <a:pt x="214506" y="33476"/>
                        <a:pt x="217173" y="32571"/>
                      </a:cubicBezTo>
                      <a:lnTo>
                        <a:pt x="222431" y="11845"/>
                      </a:lnTo>
                      <a:cubicBezTo>
                        <a:pt x="222783" y="10426"/>
                        <a:pt x="223279" y="9064"/>
                        <a:pt x="223860" y="7768"/>
                      </a:cubicBezTo>
                      <a:cubicBezTo>
                        <a:pt x="221917" y="5663"/>
                        <a:pt x="219431" y="4006"/>
                        <a:pt x="216506" y="3292"/>
                      </a:cubicBezTo>
                      <a:cubicBezTo>
                        <a:pt x="187770" y="-4319"/>
                        <a:pt x="157661" y="1396"/>
                        <a:pt x="133753" y="1910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6" name="Google Shape;1747;p65">
                  <a:extLst>
                    <a:ext uri="{FF2B5EF4-FFF2-40B4-BE49-F238E27FC236}">
                      <a16:creationId xmlns:a16="http://schemas.microsoft.com/office/drawing/2014/main" id="{AFA0322E-037A-0D31-ABF9-E92ACA4D916B}"/>
                    </a:ext>
                  </a:extLst>
                </p:cNvPr>
                <p:cNvSpPr/>
                <p:nvPr/>
              </p:nvSpPr>
              <p:spPr>
                <a:xfrm>
                  <a:off x="4302242" y="3435291"/>
                  <a:ext cx="270099" cy="631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099" h="631035" extrusionOk="0">
                      <a:moveTo>
                        <a:pt x="174955" y="700"/>
                      </a:moveTo>
                      <a:cubicBezTo>
                        <a:pt x="164325" y="-2005"/>
                        <a:pt x="153524" y="3357"/>
                        <a:pt x="149028" y="12920"/>
                      </a:cubicBezTo>
                      <a:cubicBezTo>
                        <a:pt x="148438" y="14216"/>
                        <a:pt x="147942" y="15578"/>
                        <a:pt x="147599" y="16997"/>
                      </a:cubicBezTo>
                      <a:lnTo>
                        <a:pt x="142342" y="37723"/>
                      </a:lnTo>
                      <a:lnTo>
                        <a:pt x="0" y="600194"/>
                      </a:lnTo>
                      <a:lnTo>
                        <a:pt x="29" y="600213"/>
                      </a:lnTo>
                      <a:lnTo>
                        <a:pt x="121787" y="631036"/>
                      </a:lnTo>
                      <a:lnTo>
                        <a:pt x="269415" y="47810"/>
                      </a:lnTo>
                      <a:cubicBezTo>
                        <a:pt x="272444" y="35790"/>
                        <a:pt x="265147" y="23541"/>
                        <a:pt x="253098" y="20483"/>
                      </a:cubicBezTo>
                      <a:lnTo>
                        <a:pt x="240249" y="17245"/>
                      </a:lnTo>
                      <a:lnTo>
                        <a:pt x="187804" y="3948"/>
                      </a:lnTo>
                      <a:lnTo>
                        <a:pt x="174955" y="70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7" name="Google Shape;1748;p65">
                  <a:extLst>
                    <a:ext uri="{FF2B5EF4-FFF2-40B4-BE49-F238E27FC236}">
                      <a16:creationId xmlns:a16="http://schemas.microsoft.com/office/drawing/2014/main" id="{437A569B-BC80-F0BF-60C6-5662F8D25335}"/>
                    </a:ext>
                  </a:extLst>
                </p:cNvPr>
                <p:cNvSpPr/>
                <p:nvPr/>
              </p:nvSpPr>
              <p:spPr>
                <a:xfrm>
                  <a:off x="4490046" y="3377755"/>
                  <a:ext cx="68018" cy="7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18" h="74780" extrusionOk="0">
                      <a:moveTo>
                        <a:pt x="15583" y="0"/>
                      </a:moveTo>
                      <a:lnTo>
                        <a:pt x="0" y="61484"/>
                      </a:lnTo>
                      <a:lnTo>
                        <a:pt x="52445" y="74781"/>
                      </a:lnTo>
                      <a:lnTo>
                        <a:pt x="52464" y="74752"/>
                      </a:lnTo>
                      <a:lnTo>
                        <a:pt x="68018" y="1324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8" name="Google Shape;1749;p65">
                  <a:extLst>
                    <a:ext uri="{FF2B5EF4-FFF2-40B4-BE49-F238E27FC236}">
                      <a16:creationId xmlns:a16="http://schemas.microsoft.com/office/drawing/2014/main" id="{DE9670E6-E8B3-A7CD-9127-F2A73E1061F0}"/>
                    </a:ext>
                  </a:extLst>
                </p:cNvPr>
                <p:cNvSpPr/>
                <p:nvPr/>
              </p:nvSpPr>
              <p:spPr>
                <a:xfrm>
                  <a:off x="4286992" y="4035485"/>
                  <a:ext cx="137036" cy="91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036" h="91163" extrusionOk="0">
                      <a:moveTo>
                        <a:pt x="15240" y="0"/>
                      </a:moveTo>
                      <a:lnTo>
                        <a:pt x="0" y="60284"/>
                      </a:lnTo>
                      <a:lnTo>
                        <a:pt x="29" y="60303"/>
                      </a:lnTo>
                      <a:lnTo>
                        <a:pt x="121768" y="91164"/>
                      </a:lnTo>
                      <a:lnTo>
                        <a:pt x="137036" y="30851"/>
                      </a:lnTo>
                      <a:lnTo>
                        <a:pt x="15278" y="2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9" name="Google Shape;1750;p65">
                  <a:extLst>
                    <a:ext uri="{FF2B5EF4-FFF2-40B4-BE49-F238E27FC236}">
                      <a16:creationId xmlns:a16="http://schemas.microsoft.com/office/drawing/2014/main" id="{258C80D7-41C3-721A-D07E-791F717945DA}"/>
                    </a:ext>
                  </a:extLst>
                </p:cNvPr>
                <p:cNvSpPr/>
                <p:nvPr/>
              </p:nvSpPr>
              <p:spPr>
                <a:xfrm>
                  <a:off x="4148994" y="4095769"/>
                  <a:ext cx="259756" cy="65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756" h="653605" extrusionOk="0">
                      <a:moveTo>
                        <a:pt x="138027" y="19"/>
                      </a:moveTo>
                      <a:lnTo>
                        <a:pt x="137998" y="0"/>
                      </a:lnTo>
                      <a:lnTo>
                        <a:pt x="18640" y="471554"/>
                      </a:lnTo>
                      <a:cubicBezTo>
                        <a:pt x="6277" y="520360"/>
                        <a:pt x="48" y="570509"/>
                        <a:pt x="10" y="620849"/>
                      </a:cubicBezTo>
                      <a:lnTo>
                        <a:pt x="0" y="632774"/>
                      </a:lnTo>
                      <a:cubicBezTo>
                        <a:pt x="28680" y="629145"/>
                        <a:pt x="57331" y="633784"/>
                        <a:pt x="79753" y="653605"/>
                      </a:cubicBezTo>
                      <a:lnTo>
                        <a:pt x="85754" y="642556"/>
                      </a:lnTo>
                      <a:cubicBezTo>
                        <a:pt x="109690" y="598275"/>
                        <a:pt x="128054" y="551193"/>
                        <a:pt x="140389" y="502377"/>
                      </a:cubicBezTo>
                      <a:lnTo>
                        <a:pt x="259756" y="30880"/>
                      </a:lnTo>
                      <a:lnTo>
                        <a:pt x="138027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0" name="Google Shape;1751;p65">
                  <a:extLst>
                    <a:ext uri="{FF2B5EF4-FFF2-40B4-BE49-F238E27FC236}">
                      <a16:creationId xmlns:a16="http://schemas.microsoft.com/office/drawing/2014/main" id="{C69E0AAC-A21B-B491-AE42-5940FB0B3C26}"/>
                    </a:ext>
                  </a:extLst>
                </p:cNvPr>
                <p:cNvSpPr/>
                <p:nvPr/>
              </p:nvSpPr>
              <p:spPr>
                <a:xfrm>
                  <a:off x="4148928" y="4727413"/>
                  <a:ext cx="79828" cy="143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28" h="143709" extrusionOk="0">
                      <a:moveTo>
                        <a:pt x="76" y="1130"/>
                      </a:moveTo>
                      <a:lnTo>
                        <a:pt x="0" y="134880"/>
                      </a:lnTo>
                      <a:cubicBezTo>
                        <a:pt x="0" y="144034"/>
                        <a:pt x="12221" y="147120"/>
                        <a:pt x="16574" y="139071"/>
                      </a:cubicBezTo>
                      <a:lnTo>
                        <a:pt x="75038" y="30896"/>
                      </a:lnTo>
                      <a:lnTo>
                        <a:pt x="79829" y="21961"/>
                      </a:lnTo>
                      <a:cubicBezTo>
                        <a:pt x="57407" y="2140"/>
                        <a:pt x="28746" y="-2499"/>
                        <a:pt x="76" y="1130"/>
                      </a:cubicBezTo>
                      <a:close/>
                    </a:path>
                  </a:pathLst>
                </a:custGeom>
                <a:solidFill>
                  <a:srgbClr val="A5C8E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86" name="Google Shape;1752;p65">
                <a:extLst>
                  <a:ext uri="{FF2B5EF4-FFF2-40B4-BE49-F238E27FC236}">
                    <a16:creationId xmlns:a16="http://schemas.microsoft.com/office/drawing/2014/main" id="{D1841417-D868-FF9F-5E01-779081230CA4}"/>
                  </a:ext>
                </a:extLst>
              </p:cNvPr>
              <p:cNvGrpSpPr/>
              <p:nvPr/>
            </p:nvGrpSpPr>
            <p:grpSpPr>
              <a:xfrm>
                <a:off x="1642946" y="2847221"/>
                <a:ext cx="293572" cy="407897"/>
                <a:chOff x="5143261" y="2893928"/>
                <a:chExt cx="391429" cy="543863"/>
              </a:xfrm>
            </p:grpSpPr>
            <p:grpSp>
              <p:nvGrpSpPr>
                <p:cNvPr id="1180" name="Google Shape;1753;p65">
                  <a:extLst>
                    <a:ext uri="{FF2B5EF4-FFF2-40B4-BE49-F238E27FC236}">
                      <a16:creationId xmlns:a16="http://schemas.microsoft.com/office/drawing/2014/main" id="{FECA264C-96A0-35F6-C0EF-873C98065675}"/>
                    </a:ext>
                  </a:extLst>
                </p:cNvPr>
                <p:cNvGrpSpPr/>
                <p:nvPr/>
              </p:nvGrpSpPr>
              <p:grpSpPr>
                <a:xfrm>
                  <a:off x="5143261" y="2893928"/>
                  <a:ext cx="391429" cy="543863"/>
                  <a:chOff x="5143261" y="2893928"/>
                  <a:chExt cx="391429" cy="543863"/>
                </a:xfrm>
              </p:grpSpPr>
              <p:sp>
                <p:nvSpPr>
                  <p:cNvPr id="1182" name="Google Shape;1754;p65">
                    <a:extLst>
                      <a:ext uri="{FF2B5EF4-FFF2-40B4-BE49-F238E27FC236}">
                        <a16:creationId xmlns:a16="http://schemas.microsoft.com/office/drawing/2014/main" id="{7E0E6CE7-B450-F86F-D3FE-6DD7BCF1DF7A}"/>
                      </a:ext>
                    </a:extLst>
                  </p:cNvPr>
                  <p:cNvSpPr/>
                  <p:nvPr/>
                </p:nvSpPr>
                <p:spPr>
                  <a:xfrm>
                    <a:off x="5143261" y="2893928"/>
                    <a:ext cx="391429" cy="5438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1429" h="543863" extrusionOk="0">
                        <a:moveTo>
                          <a:pt x="357435" y="862"/>
                        </a:moveTo>
                        <a:cubicBezTo>
                          <a:pt x="247183" y="29142"/>
                          <a:pt x="139532" y="27932"/>
                          <a:pt x="34166" y="909"/>
                        </a:cubicBezTo>
                        <a:cubicBezTo>
                          <a:pt x="16859" y="-3529"/>
                          <a:pt x="0" y="9501"/>
                          <a:pt x="0" y="27370"/>
                        </a:cubicBezTo>
                        <a:lnTo>
                          <a:pt x="0" y="327017"/>
                        </a:lnTo>
                        <a:cubicBezTo>
                          <a:pt x="0" y="341638"/>
                          <a:pt x="2715" y="356154"/>
                          <a:pt x="8306" y="369670"/>
                        </a:cubicBezTo>
                        <a:cubicBezTo>
                          <a:pt x="33071" y="429544"/>
                          <a:pt x="92964" y="490990"/>
                          <a:pt x="186395" y="543863"/>
                        </a:cubicBezTo>
                        <a:cubicBezTo>
                          <a:pt x="280835" y="494571"/>
                          <a:pt x="338385" y="443841"/>
                          <a:pt x="377276" y="373889"/>
                        </a:cubicBezTo>
                        <a:cubicBezTo>
                          <a:pt x="386610" y="357097"/>
                          <a:pt x="391430" y="338171"/>
                          <a:pt x="391430" y="318959"/>
                        </a:cubicBezTo>
                        <a:lnTo>
                          <a:pt x="391430" y="27389"/>
                        </a:lnTo>
                        <a:cubicBezTo>
                          <a:pt x="391430" y="9587"/>
                          <a:pt x="374675" y="-3558"/>
                          <a:pt x="357435" y="86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3" name="Google Shape;1755;p65">
                    <a:extLst>
                      <a:ext uri="{FF2B5EF4-FFF2-40B4-BE49-F238E27FC236}">
                        <a16:creationId xmlns:a16="http://schemas.microsoft.com/office/drawing/2014/main" id="{74A4CA59-91BA-CD3F-7002-760541C255BB}"/>
                      </a:ext>
                    </a:extLst>
                  </p:cNvPr>
                  <p:cNvSpPr/>
                  <p:nvPr/>
                </p:nvSpPr>
                <p:spPr>
                  <a:xfrm>
                    <a:off x="5176246" y="2939593"/>
                    <a:ext cx="325450" cy="4504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450" h="450420" extrusionOk="0">
                        <a:moveTo>
                          <a:pt x="297180" y="717"/>
                        </a:moveTo>
                        <a:cubicBezTo>
                          <a:pt x="205511" y="24234"/>
                          <a:pt x="116014" y="23225"/>
                          <a:pt x="28403" y="765"/>
                        </a:cubicBezTo>
                        <a:cubicBezTo>
                          <a:pt x="14011" y="-2931"/>
                          <a:pt x="0" y="7908"/>
                          <a:pt x="0" y="22767"/>
                        </a:cubicBezTo>
                        <a:lnTo>
                          <a:pt x="0" y="271894"/>
                        </a:lnTo>
                        <a:cubicBezTo>
                          <a:pt x="0" y="284048"/>
                          <a:pt x="2257" y="296125"/>
                          <a:pt x="6906" y="307355"/>
                        </a:cubicBezTo>
                        <a:cubicBezTo>
                          <a:pt x="27499" y="357142"/>
                          <a:pt x="74752" y="406463"/>
                          <a:pt x="152428" y="450421"/>
                        </a:cubicBezTo>
                        <a:cubicBezTo>
                          <a:pt x="230953" y="409444"/>
                          <a:pt x="281340" y="369020"/>
                          <a:pt x="313677" y="310861"/>
                        </a:cubicBezTo>
                        <a:cubicBezTo>
                          <a:pt x="321440" y="296897"/>
                          <a:pt x="325450" y="281161"/>
                          <a:pt x="325450" y="265188"/>
                        </a:cubicBezTo>
                        <a:lnTo>
                          <a:pt x="325450" y="22767"/>
                        </a:lnTo>
                        <a:cubicBezTo>
                          <a:pt x="325450" y="7975"/>
                          <a:pt x="311515" y="-2960"/>
                          <a:pt x="297180" y="717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4" name="Google Shape;1756;p65">
                    <a:extLst>
                      <a:ext uri="{FF2B5EF4-FFF2-40B4-BE49-F238E27FC236}">
                        <a16:creationId xmlns:a16="http://schemas.microsoft.com/office/drawing/2014/main" id="{08C7300D-29A5-89C4-5CCE-B00CA1F53B13}"/>
                      </a:ext>
                    </a:extLst>
                  </p:cNvPr>
                  <p:cNvSpPr/>
                  <p:nvPr/>
                </p:nvSpPr>
                <p:spPr>
                  <a:xfrm>
                    <a:off x="5201650" y="2939815"/>
                    <a:ext cx="2219" cy="3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9" h="390" extrusionOk="0">
                        <a:moveTo>
                          <a:pt x="2219" y="391"/>
                        </a:moveTo>
                        <a:cubicBezTo>
                          <a:pt x="1476" y="229"/>
                          <a:pt x="734" y="86"/>
                          <a:pt x="0" y="0"/>
                        </a:cubicBezTo>
                        <a:cubicBezTo>
                          <a:pt x="743" y="124"/>
                          <a:pt x="1476" y="257"/>
                          <a:pt x="2219" y="39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181" name="Google Shape;1757;p65">
                  <a:extLst>
                    <a:ext uri="{FF2B5EF4-FFF2-40B4-BE49-F238E27FC236}">
                      <a16:creationId xmlns:a16="http://schemas.microsoft.com/office/drawing/2014/main" id="{4C6F64A3-AEB4-43B8-9CA5-63B0603393F0}"/>
                    </a:ext>
                  </a:extLst>
                </p:cNvPr>
                <p:cNvSpPr/>
                <p:nvPr/>
              </p:nvSpPr>
              <p:spPr>
                <a:xfrm>
                  <a:off x="5201297" y="2998365"/>
                  <a:ext cx="275367" cy="275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367" h="275367" extrusionOk="0">
                      <a:moveTo>
                        <a:pt x="263395" y="125711"/>
                      </a:moveTo>
                      <a:lnTo>
                        <a:pt x="149657" y="125711"/>
                      </a:lnTo>
                      <a:lnTo>
                        <a:pt x="149657" y="11973"/>
                      </a:lnTo>
                      <a:cubicBezTo>
                        <a:pt x="149657" y="5363"/>
                        <a:pt x="144294" y="0"/>
                        <a:pt x="137684" y="0"/>
                      </a:cubicBezTo>
                      <a:cubicBezTo>
                        <a:pt x="131074" y="0"/>
                        <a:pt x="125711" y="5363"/>
                        <a:pt x="125711" y="11973"/>
                      </a:cubicBezTo>
                      <a:lnTo>
                        <a:pt x="125711" y="125711"/>
                      </a:lnTo>
                      <a:lnTo>
                        <a:pt x="11973" y="125711"/>
                      </a:lnTo>
                      <a:cubicBezTo>
                        <a:pt x="5363" y="125711"/>
                        <a:pt x="0" y="131074"/>
                        <a:pt x="0" y="137684"/>
                      </a:cubicBezTo>
                      <a:cubicBezTo>
                        <a:pt x="0" y="144294"/>
                        <a:pt x="5363" y="149657"/>
                        <a:pt x="11973" y="149657"/>
                      </a:cubicBezTo>
                      <a:lnTo>
                        <a:pt x="125711" y="149657"/>
                      </a:lnTo>
                      <a:lnTo>
                        <a:pt x="125711" y="263395"/>
                      </a:lnTo>
                      <a:cubicBezTo>
                        <a:pt x="125711" y="270005"/>
                        <a:pt x="131074" y="275368"/>
                        <a:pt x="137684" y="275368"/>
                      </a:cubicBezTo>
                      <a:cubicBezTo>
                        <a:pt x="144294" y="275368"/>
                        <a:pt x="149657" y="270005"/>
                        <a:pt x="149657" y="263395"/>
                      </a:cubicBezTo>
                      <a:lnTo>
                        <a:pt x="149657" y="149657"/>
                      </a:lnTo>
                      <a:lnTo>
                        <a:pt x="263395" y="149657"/>
                      </a:lnTo>
                      <a:cubicBezTo>
                        <a:pt x="270005" y="149657"/>
                        <a:pt x="275368" y="144294"/>
                        <a:pt x="275368" y="137684"/>
                      </a:cubicBezTo>
                      <a:cubicBezTo>
                        <a:pt x="275368" y="131074"/>
                        <a:pt x="270005" y="125711"/>
                        <a:pt x="263395" y="12571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87" name="Google Shape;1758;p65">
                <a:extLst>
                  <a:ext uri="{FF2B5EF4-FFF2-40B4-BE49-F238E27FC236}">
                    <a16:creationId xmlns:a16="http://schemas.microsoft.com/office/drawing/2014/main" id="{618D8C12-EB46-3E8F-BB7F-61DED873CC3A}"/>
                  </a:ext>
                </a:extLst>
              </p:cNvPr>
              <p:cNvGrpSpPr/>
              <p:nvPr/>
            </p:nvGrpSpPr>
            <p:grpSpPr>
              <a:xfrm>
                <a:off x="725910" y="2112133"/>
                <a:ext cx="2570056" cy="1179148"/>
                <a:chOff x="3920547" y="1913810"/>
                <a:chExt cx="3426742" cy="1572197"/>
              </a:xfrm>
            </p:grpSpPr>
            <p:sp>
              <p:nvSpPr>
                <p:cNvPr id="1176" name="Google Shape;1759;p65">
                  <a:extLst>
                    <a:ext uri="{FF2B5EF4-FFF2-40B4-BE49-F238E27FC236}">
                      <a16:creationId xmlns:a16="http://schemas.microsoft.com/office/drawing/2014/main" id="{B124568B-2ABF-2B2F-8CBE-F64D9BBD583E}"/>
                    </a:ext>
                  </a:extLst>
                </p:cNvPr>
                <p:cNvSpPr/>
                <p:nvPr/>
              </p:nvSpPr>
              <p:spPr>
                <a:xfrm>
                  <a:off x="3920547" y="3140640"/>
                  <a:ext cx="345366" cy="345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366" h="345367" extrusionOk="0">
                      <a:moveTo>
                        <a:pt x="0" y="108575"/>
                      </a:moveTo>
                      <a:lnTo>
                        <a:pt x="108575" y="108575"/>
                      </a:lnTo>
                      <a:lnTo>
                        <a:pt x="108575" y="0"/>
                      </a:lnTo>
                      <a:lnTo>
                        <a:pt x="236792" y="0"/>
                      </a:lnTo>
                      <a:lnTo>
                        <a:pt x="236792" y="108575"/>
                      </a:lnTo>
                      <a:lnTo>
                        <a:pt x="345367" y="108575"/>
                      </a:lnTo>
                      <a:lnTo>
                        <a:pt x="345367" y="236792"/>
                      </a:lnTo>
                      <a:lnTo>
                        <a:pt x="236792" y="236792"/>
                      </a:lnTo>
                      <a:lnTo>
                        <a:pt x="236792" y="345367"/>
                      </a:lnTo>
                      <a:lnTo>
                        <a:pt x="108575" y="345367"/>
                      </a:lnTo>
                      <a:lnTo>
                        <a:pt x="108575" y="236792"/>
                      </a:lnTo>
                      <a:lnTo>
                        <a:pt x="0" y="236792"/>
                      </a:lnTo>
                      <a:close/>
                    </a:path>
                  </a:pathLst>
                </a:custGeom>
                <a:solidFill>
                  <a:srgbClr val="E3FB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7" name="Google Shape;1760;p65">
                  <a:extLst>
                    <a:ext uri="{FF2B5EF4-FFF2-40B4-BE49-F238E27FC236}">
                      <a16:creationId xmlns:a16="http://schemas.microsoft.com/office/drawing/2014/main" id="{A2851F9C-6932-71CE-26E9-7335694CF735}"/>
                    </a:ext>
                  </a:extLst>
                </p:cNvPr>
                <p:cNvSpPr/>
                <p:nvPr/>
              </p:nvSpPr>
              <p:spPr>
                <a:xfrm>
                  <a:off x="7044328" y="1913810"/>
                  <a:ext cx="302961" cy="3029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961" h="302961" extrusionOk="0">
                      <a:moveTo>
                        <a:pt x="0" y="95240"/>
                      </a:moveTo>
                      <a:lnTo>
                        <a:pt x="95240" y="95240"/>
                      </a:lnTo>
                      <a:lnTo>
                        <a:pt x="95240" y="0"/>
                      </a:lnTo>
                      <a:lnTo>
                        <a:pt x="207721" y="0"/>
                      </a:lnTo>
                      <a:lnTo>
                        <a:pt x="207721" y="95240"/>
                      </a:lnTo>
                      <a:lnTo>
                        <a:pt x="302961" y="95240"/>
                      </a:lnTo>
                      <a:lnTo>
                        <a:pt x="302961" y="207721"/>
                      </a:lnTo>
                      <a:lnTo>
                        <a:pt x="207721" y="207721"/>
                      </a:lnTo>
                      <a:lnTo>
                        <a:pt x="207721" y="302962"/>
                      </a:lnTo>
                      <a:lnTo>
                        <a:pt x="95240" y="302962"/>
                      </a:lnTo>
                      <a:lnTo>
                        <a:pt x="95240" y="207721"/>
                      </a:lnTo>
                      <a:lnTo>
                        <a:pt x="0" y="207721"/>
                      </a:lnTo>
                      <a:close/>
                    </a:path>
                  </a:pathLst>
                </a:custGeom>
                <a:solidFill>
                  <a:srgbClr val="E3FB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8" name="Google Shape;1761;p65">
                  <a:extLst>
                    <a:ext uri="{FF2B5EF4-FFF2-40B4-BE49-F238E27FC236}">
                      <a16:creationId xmlns:a16="http://schemas.microsoft.com/office/drawing/2014/main" id="{67B3591A-4E42-1513-B39C-109029AEC9F6}"/>
                    </a:ext>
                  </a:extLst>
                </p:cNvPr>
                <p:cNvSpPr/>
                <p:nvPr/>
              </p:nvSpPr>
              <p:spPr>
                <a:xfrm>
                  <a:off x="4144403" y="2904639"/>
                  <a:ext cx="245906" cy="245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906" h="245906" extrusionOk="0">
                      <a:moveTo>
                        <a:pt x="0" y="77305"/>
                      </a:moveTo>
                      <a:lnTo>
                        <a:pt x="77305" y="77305"/>
                      </a:lnTo>
                      <a:lnTo>
                        <a:pt x="77305" y="0"/>
                      </a:lnTo>
                      <a:lnTo>
                        <a:pt x="168602" y="0"/>
                      </a:lnTo>
                      <a:lnTo>
                        <a:pt x="168602" y="77305"/>
                      </a:lnTo>
                      <a:lnTo>
                        <a:pt x="245907" y="77305"/>
                      </a:lnTo>
                      <a:lnTo>
                        <a:pt x="245907" y="168602"/>
                      </a:lnTo>
                      <a:lnTo>
                        <a:pt x="168602" y="168602"/>
                      </a:lnTo>
                      <a:lnTo>
                        <a:pt x="168602" y="245907"/>
                      </a:lnTo>
                      <a:lnTo>
                        <a:pt x="77305" y="245907"/>
                      </a:lnTo>
                      <a:lnTo>
                        <a:pt x="77305" y="168602"/>
                      </a:lnTo>
                      <a:lnTo>
                        <a:pt x="0" y="168602"/>
                      </a:lnTo>
                      <a:close/>
                    </a:path>
                  </a:pathLst>
                </a:custGeom>
                <a:solidFill>
                  <a:srgbClr val="E3FB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9" name="Google Shape;1762;p65">
                  <a:extLst>
                    <a:ext uri="{FF2B5EF4-FFF2-40B4-BE49-F238E27FC236}">
                      <a16:creationId xmlns:a16="http://schemas.microsoft.com/office/drawing/2014/main" id="{19A76A88-B825-7F63-17AE-EBE3929222DD}"/>
                    </a:ext>
                  </a:extLst>
                </p:cNvPr>
                <p:cNvSpPr/>
                <p:nvPr/>
              </p:nvSpPr>
              <p:spPr>
                <a:xfrm>
                  <a:off x="5518289" y="2240184"/>
                  <a:ext cx="236791" cy="236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91" h="236791" extrusionOk="0">
                      <a:moveTo>
                        <a:pt x="0" y="74438"/>
                      </a:moveTo>
                      <a:lnTo>
                        <a:pt x="74438" y="74438"/>
                      </a:lnTo>
                      <a:lnTo>
                        <a:pt x="74438" y="0"/>
                      </a:lnTo>
                      <a:lnTo>
                        <a:pt x="162344" y="0"/>
                      </a:lnTo>
                      <a:lnTo>
                        <a:pt x="162344" y="74438"/>
                      </a:lnTo>
                      <a:lnTo>
                        <a:pt x="236791" y="74438"/>
                      </a:lnTo>
                      <a:lnTo>
                        <a:pt x="236791" y="162354"/>
                      </a:lnTo>
                      <a:lnTo>
                        <a:pt x="162344" y="162354"/>
                      </a:lnTo>
                      <a:lnTo>
                        <a:pt x="162344" y="236792"/>
                      </a:lnTo>
                      <a:lnTo>
                        <a:pt x="74438" y="236792"/>
                      </a:lnTo>
                      <a:lnTo>
                        <a:pt x="74438" y="162354"/>
                      </a:lnTo>
                      <a:lnTo>
                        <a:pt x="0" y="16235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88" name="Google Shape;1763;p65">
                <a:extLst>
                  <a:ext uri="{FF2B5EF4-FFF2-40B4-BE49-F238E27FC236}">
                    <a16:creationId xmlns:a16="http://schemas.microsoft.com/office/drawing/2014/main" id="{FECB749D-295E-93DA-6BA5-A8D53551C807}"/>
                  </a:ext>
                </a:extLst>
              </p:cNvPr>
              <p:cNvGrpSpPr/>
              <p:nvPr/>
            </p:nvGrpSpPr>
            <p:grpSpPr>
              <a:xfrm>
                <a:off x="2001023" y="1820295"/>
                <a:ext cx="1380043" cy="1198729"/>
                <a:chOff x="5620698" y="1524693"/>
                <a:chExt cx="1840057" cy="1598305"/>
              </a:xfrm>
            </p:grpSpPr>
            <p:sp>
              <p:nvSpPr>
                <p:cNvPr id="1164" name="Google Shape;1764;p65">
                  <a:extLst>
                    <a:ext uri="{FF2B5EF4-FFF2-40B4-BE49-F238E27FC236}">
                      <a16:creationId xmlns:a16="http://schemas.microsoft.com/office/drawing/2014/main" id="{C145F086-0CF3-68E9-1C6E-896C366D822E}"/>
                    </a:ext>
                  </a:extLst>
                </p:cNvPr>
                <p:cNvSpPr/>
                <p:nvPr/>
              </p:nvSpPr>
              <p:spPr>
                <a:xfrm>
                  <a:off x="5620698" y="1771097"/>
                  <a:ext cx="529612" cy="77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612" h="776525" extrusionOk="0">
                      <a:moveTo>
                        <a:pt x="179903" y="0"/>
                      </a:moveTo>
                      <a:lnTo>
                        <a:pt x="183665" y="11525"/>
                      </a:lnTo>
                      <a:lnTo>
                        <a:pt x="191247" y="34842"/>
                      </a:lnTo>
                      <a:cubicBezTo>
                        <a:pt x="191199" y="34881"/>
                        <a:pt x="191114" y="34871"/>
                        <a:pt x="191066" y="34909"/>
                      </a:cubicBezTo>
                      <a:cubicBezTo>
                        <a:pt x="184484" y="37081"/>
                        <a:pt x="175683" y="40281"/>
                        <a:pt x="165548" y="44348"/>
                      </a:cubicBezTo>
                      <a:cubicBezTo>
                        <a:pt x="123496" y="61446"/>
                        <a:pt x="59421" y="94002"/>
                        <a:pt x="41304" y="131388"/>
                      </a:cubicBezTo>
                      <a:cubicBezTo>
                        <a:pt x="35894" y="142542"/>
                        <a:pt x="35246" y="153162"/>
                        <a:pt x="39237" y="163973"/>
                      </a:cubicBezTo>
                      <a:cubicBezTo>
                        <a:pt x="65279" y="234096"/>
                        <a:pt x="402016" y="612067"/>
                        <a:pt x="529613" y="751827"/>
                      </a:cubicBezTo>
                      <a:lnTo>
                        <a:pt x="520469" y="760162"/>
                      </a:lnTo>
                      <a:lnTo>
                        <a:pt x="502562" y="776526"/>
                      </a:lnTo>
                      <a:cubicBezTo>
                        <a:pt x="455127" y="724548"/>
                        <a:pt x="38104" y="266300"/>
                        <a:pt x="4909" y="176698"/>
                      </a:cubicBezTo>
                      <a:cubicBezTo>
                        <a:pt x="-2615" y="156343"/>
                        <a:pt x="-1501" y="135769"/>
                        <a:pt x="8329" y="115472"/>
                      </a:cubicBezTo>
                      <a:cubicBezTo>
                        <a:pt x="31227" y="68199"/>
                        <a:pt x="99112" y="32909"/>
                        <a:pt x="142346" y="14430"/>
                      </a:cubicBezTo>
                      <a:cubicBezTo>
                        <a:pt x="152461" y="10135"/>
                        <a:pt x="161205" y="6677"/>
                        <a:pt x="167692" y="4277"/>
                      </a:cubicBezTo>
                      <a:cubicBezTo>
                        <a:pt x="174588" y="1810"/>
                        <a:pt x="178998" y="314"/>
                        <a:pt x="1799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5" name="Google Shape;1765;p65">
                  <a:extLst>
                    <a:ext uri="{FF2B5EF4-FFF2-40B4-BE49-F238E27FC236}">
                      <a16:creationId xmlns:a16="http://schemas.microsoft.com/office/drawing/2014/main" id="{BB58F6B2-CE9E-B4CE-64FC-C3B03B840A74}"/>
                    </a:ext>
                  </a:extLst>
                </p:cNvPr>
                <p:cNvSpPr/>
                <p:nvPr/>
              </p:nvSpPr>
              <p:spPr>
                <a:xfrm>
                  <a:off x="6754634" y="2394318"/>
                  <a:ext cx="706121" cy="728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6121" h="728680" extrusionOk="0">
                      <a:moveTo>
                        <a:pt x="644452" y="31204"/>
                      </a:moveTo>
                      <a:cubicBezTo>
                        <a:pt x="626012" y="10125"/>
                        <a:pt x="610000" y="1143"/>
                        <a:pt x="607885" y="0"/>
                      </a:cubicBezTo>
                      <a:lnTo>
                        <a:pt x="590350" y="32766"/>
                      </a:lnTo>
                      <a:cubicBezTo>
                        <a:pt x="590845" y="33004"/>
                        <a:pt x="603990" y="40491"/>
                        <a:pt x="619411" y="59369"/>
                      </a:cubicBezTo>
                      <a:cubicBezTo>
                        <a:pt x="625221" y="66456"/>
                        <a:pt x="631384" y="75190"/>
                        <a:pt x="637270" y="85773"/>
                      </a:cubicBezTo>
                      <a:cubicBezTo>
                        <a:pt x="669188" y="143142"/>
                        <a:pt x="694115" y="254851"/>
                        <a:pt x="622573" y="456933"/>
                      </a:cubicBezTo>
                      <a:cubicBezTo>
                        <a:pt x="582825" y="569128"/>
                        <a:pt x="525046" y="552222"/>
                        <a:pt x="506044" y="546649"/>
                      </a:cubicBezTo>
                      <a:cubicBezTo>
                        <a:pt x="494128" y="543144"/>
                        <a:pt x="481974" y="537429"/>
                        <a:pt x="469725" y="530009"/>
                      </a:cubicBezTo>
                      <a:cubicBezTo>
                        <a:pt x="480679" y="476307"/>
                        <a:pt x="479231" y="419872"/>
                        <a:pt x="468468" y="370037"/>
                      </a:cubicBezTo>
                      <a:cubicBezTo>
                        <a:pt x="444827" y="260585"/>
                        <a:pt x="380467" y="183794"/>
                        <a:pt x="300456" y="169612"/>
                      </a:cubicBezTo>
                      <a:cubicBezTo>
                        <a:pt x="288884" y="167545"/>
                        <a:pt x="278425" y="168002"/>
                        <a:pt x="269510" y="170755"/>
                      </a:cubicBezTo>
                      <a:cubicBezTo>
                        <a:pt x="253174" y="175698"/>
                        <a:pt x="241754" y="188271"/>
                        <a:pt x="237315" y="207245"/>
                      </a:cubicBezTo>
                      <a:cubicBezTo>
                        <a:pt x="220570" y="278578"/>
                        <a:pt x="316697" y="463534"/>
                        <a:pt x="427672" y="546421"/>
                      </a:cubicBezTo>
                      <a:cubicBezTo>
                        <a:pt x="413413" y="595570"/>
                        <a:pt x="386315" y="640013"/>
                        <a:pt x="343157" y="669636"/>
                      </a:cubicBezTo>
                      <a:cubicBezTo>
                        <a:pt x="312582" y="690582"/>
                        <a:pt x="281559" y="696411"/>
                        <a:pt x="248412" y="687438"/>
                      </a:cubicBezTo>
                      <a:cubicBezTo>
                        <a:pt x="179603" y="668960"/>
                        <a:pt x="117824" y="591722"/>
                        <a:pt x="78400" y="530743"/>
                      </a:cubicBezTo>
                      <a:cubicBezTo>
                        <a:pt x="50692" y="487956"/>
                        <a:pt x="33966" y="453257"/>
                        <a:pt x="33604" y="452380"/>
                      </a:cubicBezTo>
                      <a:lnTo>
                        <a:pt x="0" y="468325"/>
                      </a:lnTo>
                      <a:cubicBezTo>
                        <a:pt x="1753" y="471983"/>
                        <a:pt x="19774" y="509549"/>
                        <a:pt x="49663" y="555041"/>
                      </a:cubicBezTo>
                      <a:cubicBezTo>
                        <a:pt x="83172" y="606000"/>
                        <a:pt x="131559" y="666979"/>
                        <a:pt x="188614" y="701373"/>
                      </a:cubicBezTo>
                      <a:cubicBezTo>
                        <a:pt x="188652" y="701421"/>
                        <a:pt x="188652" y="701421"/>
                        <a:pt x="188652" y="701421"/>
                      </a:cubicBezTo>
                      <a:cubicBezTo>
                        <a:pt x="204711" y="711060"/>
                        <a:pt x="221418" y="718652"/>
                        <a:pt x="238706" y="723319"/>
                      </a:cubicBezTo>
                      <a:cubicBezTo>
                        <a:pt x="282416" y="735149"/>
                        <a:pt x="324602" y="727377"/>
                        <a:pt x="364141" y="700259"/>
                      </a:cubicBezTo>
                      <a:cubicBezTo>
                        <a:pt x="411832" y="667512"/>
                        <a:pt x="442674" y="619935"/>
                        <a:pt x="459943" y="567290"/>
                      </a:cubicBezTo>
                      <a:cubicBezTo>
                        <a:pt x="465811" y="570471"/>
                        <a:pt x="471668" y="573338"/>
                        <a:pt x="477536" y="575815"/>
                      </a:cubicBezTo>
                      <a:cubicBezTo>
                        <a:pt x="483613" y="578368"/>
                        <a:pt x="489604" y="580511"/>
                        <a:pt x="495605" y="582273"/>
                      </a:cubicBezTo>
                      <a:cubicBezTo>
                        <a:pt x="517960" y="588883"/>
                        <a:pt x="550602" y="592303"/>
                        <a:pt x="582854" y="573929"/>
                      </a:cubicBezTo>
                      <a:cubicBezTo>
                        <a:pt x="587350" y="571367"/>
                        <a:pt x="591779" y="568395"/>
                        <a:pt x="596208" y="564956"/>
                      </a:cubicBezTo>
                      <a:cubicBezTo>
                        <a:pt x="618782" y="547440"/>
                        <a:pt x="640499" y="517770"/>
                        <a:pt x="657568" y="469364"/>
                      </a:cubicBezTo>
                      <a:cubicBezTo>
                        <a:pt x="736187" y="247422"/>
                        <a:pt x="704612" y="123958"/>
                        <a:pt x="665559" y="59988"/>
                      </a:cubicBezTo>
                      <a:cubicBezTo>
                        <a:pt x="662206" y="54474"/>
                        <a:pt x="658796" y="49473"/>
                        <a:pt x="655377" y="44863"/>
                      </a:cubicBezTo>
                      <a:cubicBezTo>
                        <a:pt x="651681" y="39824"/>
                        <a:pt x="648024" y="35309"/>
                        <a:pt x="644452" y="31204"/>
                      </a:cubicBezTo>
                      <a:close/>
                      <a:moveTo>
                        <a:pt x="273425" y="215760"/>
                      </a:moveTo>
                      <a:cubicBezTo>
                        <a:pt x="274101" y="212846"/>
                        <a:pt x="274882" y="209769"/>
                        <a:pt x="277482" y="207740"/>
                      </a:cubicBezTo>
                      <a:cubicBezTo>
                        <a:pt x="280235" y="205607"/>
                        <a:pt x="285017" y="204597"/>
                        <a:pt x="293989" y="206216"/>
                      </a:cubicBezTo>
                      <a:cubicBezTo>
                        <a:pt x="358759" y="217703"/>
                        <a:pt x="411756" y="283521"/>
                        <a:pt x="432130" y="377895"/>
                      </a:cubicBezTo>
                      <a:cubicBezTo>
                        <a:pt x="440741" y="417881"/>
                        <a:pt x="442903" y="462486"/>
                        <a:pt x="436502" y="505625"/>
                      </a:cubicBezTo>
                      <a:cubicBezTo>
                        <a:pt x="344853" y="427835"/>
                        <a:pt x="260432" y="271110"/>
                        <a:pt x="273425" y="21576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6" name="Google Shape;1766;p65">
                  <a:extLst>
                    <a:ext uri="{FF2B5EF4-FFF2-40B4-BE49-F238E27FC236}">
                      <a16:creationId xmlns:a16="http://schemas.microsoft.com/office/drawing/2014/main" id="{B24DBCE3-F8D7-C4BD-653C-5D0C87AFB673}"/>
                    </a:ext>
                  </a:extLst>
                </p:cNvPr>
                <p:cNvSpPr/>
                <p:nvPr/>
              </p:nvSpPr>
              <p:spPr>
                <a:xfrm>
                  <a:off x="6563258" y="2630071"/>
                  <a:ext cx="280244" cy="324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244" h="324187" extrusionOk="0">
                      <a:moveTo>
                        <a:pt x="280245" y="266643"/>
                      </a:moveTo>
                      <a:cubicBezTo>
                        <a:pt x="279749" y="270520"/>
                        <a:pt x="275577" y="299133"/>
                        <a:pt x="249564" y="314963"/>
                      </a:cubicBezTo>
                      <a:cubicBezTo>
                        <a:pt x="231162" y="326165"/>
                        <a:pt x="212665" y="324374"/>
                        <a:pt x="206864" y="323574"/>
                      </a:cubicBezTo>
                      <a:cubicBezTo>
                        <a:pt x="137913" y="234696"/>
                        <a:pt x="68952" y="145818"/>
                        <a:pt x="0" y="56931"/>
                      </a:cubicBezTo>
                      <a:lnTo>
                        <a:pt x="73390" y="0"/>
                      </a:lnTo>
                      <a:lnTo>
                        <a:pt x="280245" y="26664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67" name="Google Shape;1767;p65">
                  <a:extLst>
                    <a:ext uri="{FF2B5EF4-FFF2-40B4-BE49-F238E27FC236}">
                      <a16:creationId xmlns:a16="http://schemas.microsoft.com/office/drawing/2014/main" id="{A0A76711-365A-8D24-4354-C7780DEE3875}"/>
                    </a:ext>
                  </a:extLst>
                </p:cNvPr>
                <p:cNvGrpSpPr/>
                <p:nvPr/>
              </p:nvGrpSpPr>
              <p:grpSpPr>
                <a:xfrm>
                  <a:off x="5909016" y="1524693"/>
                  <a:ext cx="701657" cy="664827"/>
                  <a:chOff x="5909016" y="1524693"/>
                  <a:chExt cx="701657" cy="664827"/>
                </a:xfrm>
              </p:grpSpPr>
              <p:sp>
                <p:nvSpPr>
                  <p:cNvPr id="1173" name="Google Shape;1768;p65">
                    <a:extLst>
                      <a:ext uri="{FF2B5EF4-FFF2-40B4-BE49-F238E27FC236}">
                        <a16:creationId xmlns:a16="http://schemas.microsoft.com/office/drawing/2014/main" id="{3677A590-898C-CFC3-39A6-3A432CE06D7C}"/>
                      </a:ext>
                    </a:extLst>
                  </p:cNvPr>
                  <p:cNvSpPr/>
                  <p:nvPr/>
                </p:nvSpPr>
                <p:spPr>
                  <a:xfrm>
                    <a:off x="5938761" y="1524693"/>
                    <a:ext cx="671912" cy="664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1912" h="664827" extrusionOk="0">
                        <a:moveTo>
                          <a:pt x="671913" y="644768"/>
                        </a:moveTo>
                        <a:lnTo>
                          <a:pt x="641270" y="664828"/>
                        </a:lnTo>
                        <a:cubicBezTo>
                          <a:pt x="537639" y="506532"/>
                          <a:pt x="255222" y="86384"/>
                          <a:pt x="193748" y="43760"/>
                        </a:cubicBezTo>
                        <a:cubicBezTo>
                          <a:pt x="184309" y="37216"/>
                          <a:pt x="173831" y="35216"/>
                          <a:pt x="161706" y="37664"/>
                        </a:cubicBezTo>
                        <a:cubicBezTo>
                          <a:pt x="111147" y="47874"/>
                          <a:pt x="50149" y="128627"/>
                          <a:pt x="30909" y="158898"/>
                        </a:cubicBezTo>
                        <a:lnTo>
                          <a:pt x="0" y="139248"/>
                        </a:lnTo>
                        <a:cubicBezTo>
                          <a:pt x="3162" y="134276"/>
                          <a:pt x="78391" y="17118"/>
                          <a:pt x="154457" y="1764"/>
                        </a:cubicBezTo>
                        <a:cubicBezTo>
                          <a:pt x="176556" y="-2694"/>
                          <a:pt x="196796" y="1307"/>
                          <a:pt x="214617" y="13661"/>
                        </a:cubicBezTo>
                        <a:cubicBezTo>
                          <a:pt x="293160" y="68115"/>
                          <a:pt x="633384" y="585904"/>
                          <a:pt x="671913" y="64476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4" name="Google Shape;1769;p65">
                    <a:extLst>
                      <a:ext uri="{FF2B5EF4-FFF2-40B4-BE49-F238E27FC236}">
                        <a16:creationId xmlns:a16="http://schemas.microsoft.com/office/drawing/2014/main" id="{8F3D79E8-5198-57D3-CDB7-69F3E1F71F4E}"/>
                      </a:ext>
                    </a:extLst>
                  </p:cNvPr>
                  <p:cNvSpPr/>
                  <p:nvPr/>
                </p:nvSpPr>
                <p:spPr>
                  <a:xfrm>
                    <a:off x="5927359" y="1561585"/>
                    <a:ext cx="100050" cy="1308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050" h="130816" extrusionOk="0">
                        <a:moveTo>
                          <a:pt x="11392" y="102337"/>
                        </a:moveTo>
                        <a:lnTo>
                          <a:pt x="38500" y="119548"/>
                        </a:lnTo>
                        <a:cubicBezTo>
                          <a:pt x="35528" y="123787"/>
                          <a:pt x="33004" y="127597"/>
                          <a:pt x="30937" y="130816"/>
                        </a:cubicBezTo>
                        <a:lnTo>
                          <a:pt x="0" y="111157"/>
                        </a:lnTo>
                        <a:cubicBezTo>
                          <a:pt x="2429" y="107413"/>
                          <a:pt x="46025" y="39519"/>
                          <a:pt x="100051" y="0"/>
                        </a:cubicBezTo>
                        <a:cubicBezTo>
                          <a:pt x="51445" y="40043"/>
                          <a:pt x="13649" y="98879"/>
                          <a:pt x="11392" y="102337"/>
                        </a:cubicBezTo>
                        <a:close/>
                      </a:path>
                    </a:pathLst>
                  </a:custGeom>
                  <a:solidFill>
                    <a:srgbClr val="72A2BA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5" name="Google Shape;1770;p65">
                    <a:extLst>
                      <a:ext uri="{FF2B5EF4-FFF2-40B4-BE49-F238E27FC236}">
                        <a16:creationId xmlns:a16="http://schemas.microsoft.com/office/drawing/2014/main" id="{238A0E0A-E866-F346-6B2D-00FD819D633C}"/>
                      </a:ext>
                    </a:extLst>
                  </p:cNvPr>
                  <p:cNvSpPr/>
                  <p:nvPr/>
                </p:nvSpPr>
                <p:spPr>
                  <a:xfrm>
                    <a:off x="5909016" y="1613565"/>
                    <a:ext cx="92144" cy="1034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44" h="103494" extrusionOk="0">
                        <a:moveTo>
                          <a:pt x="81932" y="97972"/>
                        </a:moveTo>
                        <a:lnTo>
                          <a:pt x="81932" y="97972"/>
                        </a:lnTo>
                        <a:cubicBezTo>
                          <a:pt x="70435" y="106887"/>
                          <a:pt x="53738" y="104782"/>
                          <a:pt x="44813" y="93286"/>
                        </a:cubicBezTo>
                        <a:lnTo>
                          <a:pt x="5522" y="42641"/>
                        </a:lnTo>
                        <a:cubicBezTo>
                          <a:pt x="-3393" y="31145"/>
                          <a:pt x="-1288" y="14447"/>
                          <a:pt x="10209" y="5522"/>
                        </a:cubicBezTo>
                        <a:lnTo>
                          <a:pt x="10209" y="5522"/>
                        </a:lnTo>
                        <a:cubicBezTo>
                          <a:pt x="21705" y="-3393"/>
                          <a:pt x="38403" y="-1288"/>
                          <a:pt x="47327" y="10209"/>
                        </a:cubicBezTo>
                        <a:lnTo>
                          <a:pt x="86618" y="60853"/>
                        </a:lnTo>
                        <a:cubicBezTo>
                          <a:pt x="95543" y="72350"/>
                          <a:pt x="93429" y="89057"/>
                          <a:pt x="81932" y="97972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168" name="Google Shape;1771;p65">
                  <a:extLst>
                    <a:ext uri="{FF2B5EF4-FFF2-40B4-BE49-F238E27FC236}">
                      <a16:creationId xmlns:a16="http://schemas.microsoft.com/office/drawing/2014/main" id="{00DC5E4C-B63E-5E3A-3887-FC0F1E14F8A2}"/>
                    </a:ext>
                  </a:extLst>
                </p:cNvPr>
                <p:cNvSpPr/>
                <p:nvPr/>
              </p:nvSpPr>
              <p:spPr>
                <a:xfrm>
                  <a:off x="6049260" y="2086194"/>
                  <a:ext cx="710245" cy="680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245" h="680090" extrusionOk="0">
                      <a:moveTo>
                        <a:pt x="462372" y="56912"/>
                      </a:moveTo>
                      <a:lnTo>
                        <a:pt x="565842" y="190281"/>
                      </a:lnTo>
                      <a:cubicBezTo>
                        <a:pt x="649034" y="297504"/>
                        <a:pt x="629422" y="452495"/>
                        <a:pt x="522246" y="535638"/>
                      </a:cubicBezTo>
                      <a:cubicBezTo>
                        <a:pt x="415024" y="618830"/>
                        <a:pt x="260071" y="599265"/>
                        <a:pt x="176889" y="492042"/>
                      </a:cubicBezTo>
                      <a:lnTo>
                        <a:pt x="73409" y="358673"/>
                      </a:lnTo>
                      <a:lnTo>
                        <a:pt x="0" y="415633"/>
                      </a:lnTo>
                      <a:lnTo>
                        <a:pt x="103470" y="549002"/>
                      </a:lnTo>
                      <a:cubicBezTo>
                        <a:pt x="129292" y="582282"/>
                        <a:pt x="160192" y="609467"/>
                        <a:pt x="194158" y="630241"/>
                      </a:cubicBezTo>
                      <a:cubicBezTo>
                        <a:pt x="194281" y="630298"/>
                        <a:pt x="194405" y="630355"/>
                        <a:pt x="194529" y="630422"/>
                      </a:cubicBezTo>
                      <a:cubicBezTo>
                        <a:pt x="194929" y="630736"/>
                        <a:pt x="195367" y="631003"/>
                        <a:pt x="195863" y="631241"/>
                      </a:cubicBezTo>
                      <a:cubicBezTo>
                        <a:pt x="198968" y="633155"/>
                        <a:pt x="202054" y="634936"/>
                        <a:pt x="205216" y="636727"/>
                      </a:cubicBezTo>
                      <a:cubicBezTo>
                        <a:pt x="205254" y="636775"/>
                        <a:pt x="205340" y="636784"/>
                        <a:pt x="205378" y="636832"/>
                      </a:cubicBezTo>
                      <a:cubicBezTo>
                        <a:pt x="209036" y="638861"/>
                        <a:pt x="212741" y="640852"/>
                        <a:pt x="216465" y="642757"/>
                      </a:cubicBezTo>
                      <a:cubicBezTo>
                        <a:pt x="220066" y="644604"/>
                        <a:pt x="223704" y="646414"/>
                        <a:pt x="227324" y="648090"/>
                      </a:cubicBezTo>
                      <a:cubicBezTo>
                        <a:pt x="227533" y="648157"/>
                        <a:pt x="227743" y="648233"/>
                        <a:pt x="227905" y="648338"/>
                      </a:cubicBezTo>
                      <a:cubicBezTo>
                        <a:pt x="231153" y="649834"/>
                        <a:pt x="234448" y="651300"/>
                        <a:pt x="237754" y="652672"/>
                      </a:cubicBezTo>
                      <a:cubicBezTo>
                        <a:pt x="243031" y="654996"/>
                        <a:pt x="248412" y="657149"/>
                        <a:pt x="253870" y="659101"/>
                      </a:cubicBezTo>
                      <a:cubicBezTo>
                        <a:pt x="256280" y="660016"/>
                        <a:pt x="258737" y="660892"/>
                        <a:pt x="261156" y="661721"/>
                      </a:cubicBezTo>
                      <a:cubicBezTo>
                        <a:pt x="262614" y="662207"/>
                        <a:pt x="263995" y="662692"/>
                        <a:pt x="265414" y="663131"/>
                      </a:cubicBezTo>
                      <a:cubicBezTo>
                        <a:pt x="268548" y="664178"/>
                        <a:pt x="271691" y="665140"/>
                        <a:pt x="274872" y="666064"/>
                      </a:cubicBezTo>
                      <a:cubicBezTo>
                        <a:pt x="275377" y="666217"/>
                        <a:pt x="275797" y="666350"/>
                        <a:pt x="276301" y="666502"/>
                      </a:cubicBezTo>
                      <a:cubicBezTo>
                        <a:pt x="279321" y="667407"/>
                        <a:pt x="282350" y="668226"/>
                        <a:pt x="285426" y="669007"/>
                      </a:cubicBezTo>
                      <a:cubicBezTo>
                        <a:pt x="289427" y="670074"/>
                        <a:pt x="293399" y="671017"/>
                        <a:pt x="297418" y="671913"/>
                      </a:cubicBezTo>
                      <a:cubicBezTo>
                        <a:pt x="299571" y="672398"/>
                        <a:pt x="301733" y="672894"/>
                        <a:pt x="303952" y="673256"/>
                      </a:cubicBezTo>
                      <a:cubicBezTo>
                        <a:pt x="306915" y="673894"/>
                        <a:pt x="309848" y="674475"/>
                        <a:pt x="312782" y="674980"/>
                      </a:cubicBezTo>
                      <a:cubicBezTo>
                        <a:pt x="316697" y="675646"/>
                        <a:pt x="320583" y="676266"/>
                        <a:pt x="324555" y="676818"/>
                      </a:cubicBezTo>
                      <a:cubicBezTo>
                        <a:pt x="324641" y="676827"/>
                        <a:pt x="324726" y="676837"/>
                        <a:pt x="324812" y="676846"/>
                      </a:cubicBezTo>
                      <a:cubicBezTo>
                        <a:pt x="328822" y="677437"/>
                        <a:pt x="332861" y="677866"/>
                        <a:pt x="336852" y="678323"/>
                      </a:cubicBezTo>
                      <a:cubicBezTo>
                        <a:pt x="337156" y="678323"/>
                        <a:pt x="337414" y="678351"/>
                        <a:pt x="337671" y="678380"/>
                      </a:cubicBezTo>
                      <a:cubicBezTo>
                        <a:pt x="341709" y="678799"/>
                        <a:pt x="345672" y="679132"/>
                        <a:pt x="349691" y="679332"/>
                      </a:cubicBezTo>
                      <a:cubicBezTo>
                        <a:pt x="353873" y="679647"/>
                        <a:pt x="358112" y="679828"/>
                        <a:pt x="362283" y="679923"/>
                      </a:cubicBezTo>
                      <a:cubicBezTo>
                        <a:pt x="366094" y="680056"/>
                        <a:pt x="369866" y="680142"/>
                        <a:pt x="373666" y="680056"/>
                      </a:cubicBezTo>
                      <a:cubicBezTo>
                        <a:pt x="383458" y="680028"/>
                        <a:pt x="393268" y="679533"/>
                        <a:pt x="402993" y="678628"/>
                      </a:cubicBezTo>
                      <a:cubicBezTo>
                        <a:pt x="405460" y="678418"/>
                        <a:pt x="407832" y="678199"/>
                        <a:pt x="410223" y="677885"/>
                      </a:cubicBezTo>
                      <a:cubicBezTo>
                        <a:pt x="411632" y="677713"/>
                        <a:pt x="413138" y="677561"/>
                        <a:pt x="414547" y="677389"/>
                      </a:cubicBezTo>
                      <a:cubicBezTo>
                        <a:pt x="416005" y="677180"/>
                        <a:pt x="417557" y="676989"/>
                        <a:pt x="419015" y="676780"/>
                      </a:cubicBezTo>
                      <a:cubicBezTo>
                        <a:pt x="429521" y="675275"/>
                        <a:pt x="439989" y="673332"/>
                        <a:pt x="450266" y="670846"/>
                      </a:cubicBezTo>
                      <a:cubicBezTo>
                        <a:pt x="451704" y="670503"/>
                        <a:pt x="453133" y="670160"/>
                        <a:pt x="454571" y="669827"/>
                      </a:cubicBezTo>
                      <a:cubicBezTo>
                        <a:pt x="457267" y="669122"/>
                        <a:pt x="459972" y="668417"/>
                        <a:pt x="462629" y="667664"/>
                      </a:cubicBezTo>
                      <a:cubicBezTo>
                        <a:pt x="464744" y="667102"/>
                        <a:pt x="466735" y="666483"/>
                        <a:pt x="468811" y="665874"/>
                      </a:cubicBezTo>
                      <a:cubicBezTo>
                        <a:pt x="483184" y="661597"/>
                        <a:pt x="497300" y="656292"/>
                        <a:pt x="511150" y="650024"/>
                      </a:cubicBezTo>
                      <a:cubicBezTo>
                        <a:pt x="513045" y="649176"/>
                        <a:pt x="515026" y="648252"/>
                        <a:pt x="516932" y="647319"/>
                      </a:cubicBezTo>
                      <a:cubicBezTo>
                        <a:pt x="524933" y="643585"/>
                        <a:pt x="532762" y="639442"/>
                        <a:pt x="540468" y="634927"/>
                      </a:cubicBezTo>
                      <a:lnTo>
                        <a:pt x="540506" y="634975"/>
                      </a:lnTo>
                      <a:cubicBezTo>
                        <a:pt x="549326" y="629907"/>
                        <a:pt x="557946" y="624383"/>
                        <a:pt x="566395" y="618449"/>
                      </a:cubicBezTo>
                      <a:cubicBezTo>
                        <a:pt x="568347" y="617087"/>
                        <a:pt x="570271" y="615677"/>
                        <a:pt x="572186" y="614267"/>
                      </a:cubicBezTo>
                      <a:cubicBezTo>
                        <a:pt x="574491" y="612553"/>
                        <a:pt x="576844" y="610810"/>
                        <a:pt x="579158" y="609009"/>
                      </a:cubicBezTo>
                      <a:cubicBezTo>
                        <a:pt x="591608" y="599351"/>
                        <a:pt x="603180" y="588978"/>
                        <a:pt x="613867" y="578063"/>
                      </a:cubicBezTo>
                      <a:cubicBezTo>
                        <a:pt x="730406" y="458981"/>
                        <a:pt x="744169" y="268662"/>
                        <a:pt x="639204" y="133369"/>
                      </a:cubicBezTo>
                      <a:lnTo>
                        <a:pt x="535734" y="0"/>
                      </a:lnTo>
                      <a:lnTo>
                        <a:pt x="462372" y="5691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9" name="Google Shape;1772;p65">
                  <a:extLst>
                    <a:ext uri="{FF2B5EF4-FFF2-40B4-BE49-F238E27FC236}">
                      <a16:creationId xmlns:a16="http://schemas.microsoft.com/office/drawing/2014/main" id="{282FA181-DC7B-0DE7-0FB3-4F0E2A7D273D}"/>
                    </a:ext>
                  </a:extLst>
                </p:cNvPr>
                <p:cNvSpPr/>
                <p:nvPr/>
              </p:nvSpPr>
              <p:spPr>
                <a:xfrm>
                  <a:off x="5751817" y="1735560"/>
                  <a:ext cx="92051" cy="10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51" h="103450" extrusionOk="0">
                      <a:moveTo>
                        <a:pt x="47288" y="10201"/>
                      </a:moveTo>
                      <a:lnTo>
                        <a:pt x="86579" y="60845"/>
                      </a:lnTo>
                      <a:cubicBezTo>
                        <a:pt x="89084" y="64074"/>
                        <a:pt x="90674" y="67713"/>
                        <a:pt x="91455" y="71513"/>
                      </a:cubicBezTo>
                      <a:cubicBezTo>
                        <a:pt x="93513" y="81038"/>
                        <a:pt x="90208" y="91411"/>
                        <a:pt x="82045" y="97821"/>
                      </a:cubicBezTo>
                      <a:lnTo>
                        <a:pt x="81902" y="97935"/>
                      </a:lnTo>
                      <a:cubicBezTo>
                        <a:pt x="70424" y="106841"/>
                        <a:pt x="53718" y="104736"/>
                        <a:pt x="44812" y="93249"/>
                      </a:cubicBezTo>
                      <a:lnTo>
                        <a:pt x="5521" y="42605"/>
                      </a:lnTo>
                      <a:cubicBezTo>
                        <a:pt x="1063" y="36861"/>
                        <a:pt x="-613" y="29822"/>
                        <a:pt x="197" y="23088"/>
                      </a:cubicBezTo>
                      <a:cubicBezTo>
                        <a:pt x="1092" y="16373"/>
                        <a:pt x="4464" y="9963"/>
                        <a:pt x="10207" y="5514"/>
                      </a:cubicBezTo>
                      <a:cubicBezTo>
                        <a:pt x="20142" y="-2191"/>
                        <a:pt x="34001" y="-1667"/>
                        <a:pt x="43288" y="6124"/>
                      </a:cubicBezTo>
                      <a:cubicBezTo>
                        <a:pt x="44735" y="7305"/>
                        <a:pt x="46088" y="8658"/>
                        <a:pt x="47288" y="1020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0" name="Google Shape;1773;p65">
                  <a:extLst>
                    <a:ext uri="{FF2B5EF4-FFF2-40B4-BE49-F238E27FC236}">
                      <a16:creationId xmlns:a16="http://schemas.microsoft.com/office/drawing/2014/main" id="{7B25DFB2-B419-025A-BFBB-12563A801F8B}"/>
                    </a:ext>
                  </a:extLst>
                </p:cNvPr>
                <p:cNvSpPr/>
                <p:nvPr/>
              </p:nvSpPr>
              <p:spPr>
                <a:xfrm>
                  <a:off x="7278391" y="2334837"/>
                  <a:ext cx="154389" cy="154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389" h="154383" extrusionOk="0">
                      <a:moveTo>
                        <a:pt x="138202" y="29896"/>
                      </a:moveTo>
                      <a:cubicBezTo>
                        <a:pt x="158938" y="56613"/>
                        <a:pt x="159338" y="92694"/>
                        <a:pt x="141774" y="119459"/>
                      </a:cubicBezTo>
                      <a:cubicBezTo>
                        <a:pt x="141212" y="120431"/>
                        <a:pt x="140583" y="121307"/>
                        <a:pt x="139955" y="122193"/>
                      </a:cubicBezTo>
                      <a:cubicBezTo>
                        <a:pt x="135726" y="128099"/>
                        <a:pt x="130563" y="133499"/>
                        <a:pt x="124533" y="138176"/>
                      </a:cubicBezTo>
                      <a:cubicBezTo>
                        <a:pt x="121009" y="140910"/>
                        <a:pt x="117314" y="143310"/>
                        <a:pt x="113504" y="145272"/>
                      </a:cubicBezTo>
                      <a:cubicBezTo>
                        <a:pt x="80928" y="162741"/>
                        <a:pt x="39609" y="154692"/>
                        <a:pt x="16225" y="124546"/>
                      </a:cubicBezTo>
                      <a:cubicBezTo>
                        <a:pt x="-9931" y="90827"/>
                        <a:pt x="-3816" y="42345"/>
                        <a:pt x="29903" y="16189"/>
                      </a:cubicBezTo>
                      <a:cubicBezTo>
                        <a:pt x="38970" y="9150"/>
                        <a:pt x="49086" y="4474"/>
                        <a:pt x="59573" y="2054"/>
                      </a:cubicBezTo>
                      <a:cubicBezTo>
                        <a:pt x="88053" y="-4671"/>
                        <a:pt x="119085" y="5245"/>
                        <a:pt x="138202" y="2989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1" name="Google Shape;1774;p65">
                  <a:extLst>
                    <a:ext uri="{FF2B5EF4-FFF2-40B4-BE49-F238E27FC236}">
                      <a16:creationId xmlns:a16="http://schemas.microsoft.com/office/drawing/2014/main" id="{21567AB1-359E-6E7A-AC51-B7808D973ECD}"/>
                    </a:ext>
                  </a:extLst>
                </p:cNvPr>
                <p:cNvSpPr/>
                <p:nvPr/>
              </p:nvSpPr>
              <p:spPr>
                <a:xfrm>
                  <a:off x="7333373" y="2335291"/>
                  <a:ext cx="99407" cy="15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07" h="153914" extrusionOk="0">
                      <a:moveTo>
                        <a:pt x="83220" y="29442"/>
                      </a:moveTo>
                      <a:cubicBezTo>
                        <a:pt x="103956" y="56159"/>
                        <a:pt x="104356" y="92240"/>
                        <a:pt x="86792" y="119005"/>
                      </a:cubicBezTo>
                      <a:cubicBezTo>
                        <a:pt x="86230" y="119977"/>
                        <a:pt x="85601" y="120853"/>
                        <a:pt x="84973" y="121739"/>
                      </a:cubicBezTo>
                      <a:cubicBezTo>
                        <a:pt x="80744" y="127645"/>
                        <a:pt x="75581" y="133045"/>
                        <a:pt x="69552" y="137722"/>
                      </a:cubicBezTo>
                      <a:cubicBezTo>
                        <a:pt x="66027" y="140456"/>
                        <a:pt x="62332" y="142856"/>
                        <a:pt x="58522" y="144818"/>
                      </a:cubicBezTo>
                      <a:cubicBezTo>
                        <a:pt x="40186" y="154638"/>
                        <a:pt x="19126" y="156381"/>
                        <a:pt x="0" y="150657"/>
                      </a:cubicBezTo>
                      <a:cubicBezTo>
                        <a:pt x="14907" y="152143"/>
                        <a:pt x="30242" y="149295"/>
                        <a:pt x="44053" y="141903"/>
                      </a:cubicBezTo>
                      <a:cubicBezTo>
                        <a:pt x="47863" y="139951"/>
                        <a:pt x="51568" y="137541"/>
                        <a:pt x="55083" y="134817"/>
                      </a:cubicBezTo>
                      <a:cubicBezTo>
                        <a:pt x="61113" y="130140"/>
                        <a:pt x="66275" y="124739"/>
                        <a:pt x="70504" y="118834"/>
                      </a:cubicBezTo>
                      <a:cubicBezTo>
                        <a:pt x="71133" y="117958"/>
                        <a:pt x="71771" y="117081"/>
                        <a:pt x="72323" y="116110"/>
                      </a:cubicBezTo>
                      <a:cubicBezTo>
                        <a:pt x="89888" y="89354"/>
                        <a:pt x="89478" y="53273"/>
                        <a:pt x="68752" y="26546"/>
                      </a:cubicBezTo>
                      <a:cubicBezTo>
                        <a:pt x="58531" y="13383"/>
                        <a:pt x="44920" y="4391"/>
                        <a:pt x="30071" y="0"/>
                      </a:cubicBezTo>
                      <a:cubicBezTo>
                        <a:pt x="50359" y="2019"/>
                        <a:pt x="69752" y="12078"/>
                        <a:pt x="83220" y="294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2" name="Google Shape;1775;p65">
                  <a:extLst>
                    <a:ext uri="{FF2B5EF4-FFF2-40B4-BE49-F238E27FC236}">
                      <a16:creationId xmlns:a16="http://schemas.microsoft.com/office/drawing/2014/main" id="{9C06CA98-0F7E-FE3C-7082-23A3A5414287}"/>
                    </a:ext>
                  </a:extLst>
                </p:cNvPr>
                <p:cNvSpPr/>
                <p:nvPr/>
              </p:nvSpPr>
              <p:spPr>
                <a:xfrm rot="-4969302">
                  <a:off x="7309774" y="2366433"/>
                  <a:ext cx="91220" cy="9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89" h="91189" extrusionOk="0">
                      <a:moveTo>
                        <a:pt x="91190" y="45595"/>
                      </a:moveTo>
                      <a:cubicBezTo>
                        <a:pt x="91190" y="70776"/>
                        <a:pt x="70776" y="91189"/>
                        <a:pt x="45595" y="91189"/>
                      </a:cubicBezTo>
                      <a:cubicBezTo>
                        <a:pt x="20414" y="91189"/>
                        <a:pt x="0" y="70776"/>
                        <a:pt x="0" y="45595"/>
                      </a:cubicBezTo>
                      <a:cubicBezTo>
                        <a:pt x="0" y="20413"/>
                        <a:pt x="20414" y="0"/>
                        <a:pt x="45595" y="0"/>
                      </a:cubicBezTo>
                      <a:cubicBezTo>
                        <a:pt x="70776" y="0"/>
                        <a:pt x="91190" y="20413"/>
                        <a:pt x="91190" y="455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89" name="Google Shape;1776;p65">
                <a:extLst>
                  <a:ext uri="{FF2B5EF4-FFF2-40B4-BE49-F238E27FC236}">
                    <a16:creationId xmlns:a16="http://schemas.microsoft.com/office/drawing/2014/main" id="{197F7971-EEF0-8253-9582-81F18D12A2F2}"/>
                  </a:ext>
                </a:extLst>
              </p:cNvPr>
              <p:cNvGrpSpPr/>
              <p:nvPr/>
            </p:nvGrpSpPr>
            <p:grpSpPr>
              <a:xfrm>
                <a:off x="2096049" y="2804267"/>
                <a:ext cx="1573226" cy="1524800"/>
                <a:chOff x="5747398" y="2836656"/>
                <a:chExt cx="2097635" cy="2033066"/>
              </a:xfrm>
            </p:grpSpPr>
            <p:grpSp>
              <p:nvGrpSpPr>
                <p:cNvPr id="1105" name="Google Shape;1777;p65">
                  <a:extLst>
                    <a:ext uri="{FF2B5EF4-FFF2-40B4-BE49-F238E27FC236}">
                      <a16:creationId xmlns:a16="http://schemas.microsoft.com/office/drawing/2014/main" id="{EBAB1615-B45A-E03F-1543-D72990F33A43}"/>
                    </a:ext>
                  </a:extLst>
                </p:cNvPr>
                <p:cNvGrpSpPr/>
                <p:nvPr/>
              </p:nvGrpSpPr>
              <p:grpSpPr>
                <a:xfrm>
                  <a:off x="5747398" y="2964683"/>
                  <a:ext cx="1642805" cy="1905039"/>
                  <a:chOff x="5747398" y="2964683"/>
                  <a:chExt cx="1642805" cy="1905039"/>
                </a:xfrm>
              </p:grpSpPr>
              <p:grpSp>
                <p:nvGrpSpPr>
                  <p:cNvPr id="1129" name="Google Shape;1778;p65">
                    <a:extLst>
                      <a:ext uri="{FF2B5EF4-FFF2-40B4-BE49-F238E27FC236}">
                        <a16:creationId xmlns:a16="http://schemas.microsoft.com/office/drawing/2014/main" id="{9720FDC7-4599-9DB4-C560-01C574AEF9A1}"/>
                      </a:ext>
                    </a:extLst>
                  </p:cNvPr>
                  <p:cNvGrpSpPr/>
                  <p:nvPr/>
                </p:nvGrpSpPr>
                <p:grpSpPr>
                  <a:xfrm>
                    <a:off x="6486941" y="2964683"/>
                    <a:ext cx="213372" cy="322986"/>
                    <a:chOff x="6486941" y="2964683"/>
                    <a:chExt cx="213372" cy="322986"/>
                  </a:xfrm>
                </p:grpSpPr>
                <p:sp>
                  <p:nvSpPr>
                    <p:cNvPr id="1159" name="Google Shape;1779;p65">
                      <a:extLst>
                        <a:ext uri="{FF2B5EF4-FFF2-40B4-BE49-F238E27FC236}">
                          <a16:creationId xmlns:a16="http://schemas.microsoft.com/office/drawing/2014/main" id="{A6FC8892-9B8A-F814-921F-B03CB25300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59405" y="3123590"/>
                      <a:ext cx="86977" cy="1640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77" h="164079" extrusionOk="0">
                          <a:moveTo>
                            <a:pt x="86977" y="106651"/>
                          </a:moveTo>
                          <a:cubicBezTo>
                            <a:pt x="86920" y="111947"/>
                            <a:pt x="86339" y="117081"/>
                            <a:pt x="85301" y="121949"/>
                          </a:cubicBezTo>
                          <a:cubicBezTo>
                            <a:pt x="80072" y="146437"/>
                            <a:pt x="63270" y="164287"/>
                            <a:pt x="43543" y="164078"/>
                          </a:cubicBezTo>
                          <a:lnTo>
                            <a:pt x="42200" y="164068"/>
                          </a:lnTo>
                          <a:cubicBezTo>
                            <a:pt x="18550" y="163811"/>
                            <a:pt x="-338" y="137703"/>
                            <a:pt x="5" y="105727"/>
                          </a:cubicBezTo>
                          <a:lnTo>
                            <a:pt x="995" y="12840"/>
                          </a:lnTo>
                          <a:lnTo>
                            <a:pt x="81662" y="0"/>
                          </a:lnTo>
                          <a:lnTo>
                            <a:pt x="86977" y="106651"/>
                          </a:lnTo>
                          <a:close/>
                        </a:path>
                      </a:pathLst>
                    </a:custGeom>
                    <a:solidFill>
                      <a:srgbClr val="F4B3B3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0" name="Google Shape;1780;p65">
                      <a:extLst>
                        <a:ext uri="{FF2B5EF4-FFF2-40B4-BE49-F238E27FC236}">
                          <a16:creationId xmlns:a16="http://schemas.microsoft.com/office/drawing/2014/main" id="{1C68FB29-C03A-BEB3-F2DD-8FC0664ADB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9907" y="3015987"/>
                      <a:ext cx="125972" cy="1690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972" h="169062" extrusionOk="0">
                          <a:moveTo>
                            <a:pt x="53928" y="732"/>
                          </a:moveTo>
                          <a:cubicBezTo>
                            <a:pt x="53928" y="732"/>
                            <a:pt x="29277" y="6638"/>
                            <a:pt x="13599" y="30660"/>
                          </a:cubicBezTo>
                          <a:cubicBezTo>
                            <a:pt x="-2003" y="54548"/>
                            <a:pt x="-13909" y="125195"/>
                            <a:pt x="35268" y="158038"/>
                          </a:cubicBezTo>
                          <a:cubicBezTo>
                            <a:pt x="84398" y="190870"/>
                            <a:pt x="124194" y="144217"/>
                            <a:pt x="125784" y="98725"/>
                          </a:cubicBezTo>
                          <a:cubicBezTo>
                            <a:pt x="127442" y="53243"/>
                            <a:pt x="119298" y="-7355"/>
                            <a:pt x="53928" y="732"/>
                          </a:cubicBezTo>
                          <a:close/>
                        </a:path>
                      </a:pathLst>
                    </a:custGeom>
                    <a:solidFill>
                      <a:srgbClr val="F4B3B3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1" name="Google Shape;1781;p65">
                      <a:extLst>
                        <a:ext uri="{FF2B5EF4-FFF2-40B4-BE49-F238E27FC236}">
                          <a16:creationId xmlns:a16="http://schemas.microsoft.com/office/drawing/2014/main" id="{933D9EEC-C695-8A06-933D-367B212C20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60400" y="3075376"/>
                      <a:ext cx="27446" cy="407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446" h="40796" extrusionOk="0">
                          <a:moveTo>
                            <a:pt x="24749" y="25049"/>
                          </a:moveTo>
                          <a:cubicBezTo>
                            <a:pt x="20329" y="35946"/>
                            <a:pt x="11690" y="42880"/>
                            <a:pt x="5603" y="40232"/>
                          </a:cubicBezTo>
                          <a:cubicBezTo>
                            <a:pt x="-530" y="37737"/>
                            <a:pt x="-1797" y="26726"/>
                            <a:pt x="2641" y="15820"/>
                          </a:cubicBezTo>
                          <a:cubicBezTo>
                            <a:pt x="7156" y="4809"/>
                            <a:pt x="15738" y="-1992"/>
                            <a:pt x="21872" y="522"/>
                          </a:cubicBezTo>
                          <a:cubicBezTo>
                            <a:pt x="27968" y="2999"/>
                            <a:pt x="29273" y="14038"/>
                            <a:pt x="24749" y="25049"/>
                          </a:cubicBezTo>
                          <a:close/>
                        </a:path>
                      </a:pathLst>
                    </a:custGeom>
                    <a:solidFill>
                      <a:srgbClr val="F4B3B3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2" name="Google Shape;1782;p65">
                      <a:extLst>
                        <a:ext uri="{FF2B5EF4-FFF2-40B4-BE49-F238E27FC236}">
                          <a16:creationId xmlns:a16="http://schemas.microsoft.com/office/drawing/2014/main" id="{7F70868E-1C26-0BFA-E18B-5FBEAB34BB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86941" y="2964683"/>
                      <a:ext cx="213372" cy="19110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3372" h="191101" extrusionOk="0">
                          <a:moveTo>
                            <a:pt x="182977" y="108377"/>
                          </a:moveTo>
                          <a:cubicBezTo>
                            <a:pt x="189893" y="104557"/>
                            <a:pt x="204637" y="94975"/>
                            <a:pt x="210419" y="77344"/>
                          </a:cubicBezTo>
                          <a:cubicBezTo>
                            <a:pt x="214048" y="66295"/>
                            <a:pt x="215581" y="47741"/>
                            <a:pt x="207561" y="43664"/>
                          </a:cubicBezTo>
                          <a:cubicBezTo>
                            <a:pt x="204132" y="41921"/>
                            <a:pt x="199780" y="43226"/>
                            <a:pt x="196170" y="45016"/>
                          </a:cubicBezTo>
                          <a:cubicBezTo>
                            <a:pt x="203866" y="34748"/>
                            <a:pt x="201427" y="20537"/>
                            <a:pt x="192340" y="14012"/>
                          </a:cubicBezTo>
                          <a:cubicBezTo>
                            <a:pt x="182558" y="6993"/>
                            <a:pt x="166994" y="10241"/>
                            <a:pt x="160470" y="22461"/>
                          </a:cubicBezTo>
                          <a:cubicBezTo>
                            <a:pt x="159756" y="21070"/>
                            <a:pt x="149821" y="2487"/>
                            <a:pt x="128447" y="220"/>
                          </a:cubicBezTo>
                          <a:cubicBezTo>
                            <a:pt x="113302" y="-1380"/>
                            <a:pt x="98376" y="5831"/>
                            <a:pt x="89871" y="18823"/>
                          </a:cubicBezTo>
                          <a:cubicBezTo>
                            <a:pt x="68430" y="8278"/>
                            <a:pt x="44408" y="12174"/>
                            <a:pt x="31530" y="26900"/>
                          </a:cubicBezTo>
                          <a:cubicBezTo>
                            <a:pt x="20586" y="39416"/>
                            <a:pt x="21462" y="55446"/>
                            <a:pt x="21805" y="59571"/>
                          </a:cubicBezTo>
                          <a:cubicBezTo>
                            <a:pt x="6174" y="73725"/>
                            <a:pt x="2164" y="87374"/>
                            <a:pt x="888" y="94223"/>
                          </a:cubicBezTo>
                          <a:cubicBezTo>
                            <a:pt x="-5494" y="128360"/>
                            <a:pt x="22910" y="169680"/>
                            <a:pt x="73707" y="191101"/>
                          </a:cubicBezTo>
                          <a:cubicBezTo>
                            <a:pt x="73088" y="165060"/>
                            <a:pt x="72478" y="139019"/>
                            <a:pt x="71859" y="112977"/>
                          </a:cubicBezTo>
                          <a:cubicBezTo>
                            <a:pt x="78374" y="104576"/>
                            <a:pt x="97357" y="82459"/>
                            <a:pt x="130038" y="74048"/>
                          </a:cubicBezTo>
                          <a:cubicBezTo>
                            <a:pt x="147059" y="69667"/>
                            <a:pt x="161860" y="70543"/>
                            <a:pt x="171528" y="71972"/>
                          </a:cubicBezTo>
                          <a:lnTo>
                            <a:pt x="182977" y="108377"/>
                          </a:lnTo>
                          <a:close/>
                        </a:path>
                      </a:pathLst>
                    </a:custGeom>
                    <a:solidFill>
                      <a:srgbClr val="063E8E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63" name="Google Shape;1783;p65">
                      <a:extLst>
                        <a:ext uri="{FF2B5EF4-FFF2-40B4-BE49-F238E27FC236}">
                          <a16:creationId xmlns:a16="http://schemas.microsoft.com/office/drawing/2014/main" id="{C14ACD9F-6D5F-F9AE-6D97-90FE1C27FF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39458" y="3090171"/>
                      <a:ext cx="30579" cy="437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79" h="43738" extrusionOk="0">
                          <a:moveTo>
                            <a:pt x="29324" y="17188"/>
                          </a:moveTo>
                          <a:cubicBezTo>
                            <a:pt x="32658" y="28989"/>
                            <a:pt x="29133" y="40639"/>
                            <a:pt x="21352" y="43268"/>
                          </a:cubicBezTo>
                          <a:cubicBezTo>
                            <a:pt x="13636" y="45744"/>
                            <a:pt x="4588" y="38200"/>
                            <a:pt x="1273" y="26399"/>
                          </a:cubicBezTo>
                          <a:cubicBezTo>
                            <a:pt x="-2099" y="14588"/>
                            <a:pt x="1463" y="2948"/>
                            <a:pt x="9179" y="481"/>
                          </a:cubicBezTo>
                          <a:cubicBezTo>
                            <a:pt x="16903" y="-2005"/>
                            <a:pt x="25952" y="5377"/>
                            <a:pt x="29324" y="17188"/>
                          </a:cubicBezTo>
                          <a:close/>
                        </a:path>
                      </a:pathLst>
                    </a:custGeom>
                    <a:solidFill>
                      <a:srgbClr val="F4B3B3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130" name="Google Shape;1784;p65">
                    <a:extLst>
                      <a:ext uri="{FF2B5EF4-FFF2-40B4-BE49-F238E27FC236}">
                        <a16:creationId xmlns:a16="http://schemas.microsoft.com/office/drawing/2014/main" id="{B8F43BF8-A4F2-27CB-E9CD-42C4491C44BE}"/>
                      </a:ext>
                    </a:extLst>
                  </p:cNvPr>
                  <p:cNvSpPr/>
                  <p:nvPr/>
                </p:nvSpPr>
                <p:spPr>
                  <a:xfrm>
                    <a:off x="6645278" y="3183197"/>
                    <a:ext cx="198624" cy="9746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8624" h="974603" extrusionOk="0">
                        <a:moveTo>
                          <a:pt x="0" y="0"/>
                        </a:moveTo>
                        <a:cubicBezTo>
                          <a:pt x="4620" y="9163"/>
                          <a:pt x="18679" y="37233"/>
                          <a:pt x="28185" y="57807"/>
                        </a:cubicBezTo>
                        <a:cubicBezTo>
                          <a:pt x="39691" y="82744"/>
                          <a:pt x="65580" y="244754"/>
                          <a:pt x="68456" y="279263"/>
                        </a:cubicBezTo>
                        <a:cubicBezTo>
                          <a:pt x="68980" y="285579"/>
                          <a:pt x="70161" y="312791"/>
                          <a:pt x="71752" y="353044"/>
                        </a:cubicBezTo>
                        <a:cubicBezTo>
                          <a:pt x="72419" y="370265"/>
                          <a:pt x="73181" y="389877"/>
                          <a:pt x="73962" y="411251"/>
                        </a:cubicBezTo>
                        <a:cubicBezTo>
                          <a:pt x="74076" y="414071"/>
                          <a:pt x="74181" y="416909"/>
                          <a:pt x="74276" y="419786"/>
                        </a:cubicBezTo>
                        <a:cubicBezTo>
                          <a:pt x="74324" y="420929"/>
                          <a:pt x="74362" y="422081"/>
                          <a:pt x="74409" y="423234"/>
                        </a:cubicBezTo>
                        <a:cubicBezTo>
                          <a:pt x="74629" y="428968"/>
                          <a:pt x="74838" y="434816"/>
                          <a:pt x="75057" y="440760"/>
                        </a:cubicBezTo>
                        <a:lnTo>
                          <a:pt x="75067" y="440760"/>
                        </a:lnTo>
                        <a:cubicBezTo>
                          <a:pt x="75905" y="463505"/>
                          <a:pt x="76781" y="487747"/>
                          <a:pt x="77696" y="512864"/>
                        </a:cubicBezTo>
                        <a:cubicBezTo>
                          <a:pt x="77772" y="515036"/>
                          <a:pt x="77848" y="517198"/>
                          <a:pt x="77934" y="519389"/>
                        </a:cubicBezTo>
                        <a:cubicBezTo>
                          <a:pt x="78124" y="524599"/>
                          <a:pt x="78296" y="529838"/>
                          <a:pt x="78486" y="535124"/>
                        </a:cubicBezTo>
                        <a:cubicBezTo>
                          <a:pt x="78810" y="544144"/>
                          <a:pt x="79143" y="553250"/>
                          <a:pt x="79467" y="562432"/>
                        </a:cubicBezTo>
                        <a:cubicBezTo>
                          <a:pt x="79715" y="569243"/>
                          <a:pt x="79953" y="576091"/>
                          <a:pt x="80201" y="582949"/>
                        </a:cubicBezTo>
                        <a:cubicBezTo>
                          <a:pt x="82163" y="638023"/>
                          <a:pt x="84144" y="694534"/>
                          <a:pt x="85973" y="746836"/>
                        </a:cubicBezTo>
                        <a:cubicBezTo>
                          <a:pt x="90326" y="871842"/>
                          <a:pt x="93764" y="972864"/>
                          <a:pt x="93764" y="972864"/>
                        </a:cubicBezTo>
                        <a:cubicBezTo>
                          <a:pt x="149219" y="979323"/>
                          <a:pt x="198625" y="965711"/>
                          <a:pt x="198625" y="965711"/>
                        </a:cubicBezTo>
                        <a:cubicBezTo>
                          <a:pt x="198625" y="965711"/>
                          <a:pt x="193815" y="835333"/>
                          <a:pt x="187519" y="673532"/>
                        </a:cubicBezTo>
                        <a:cubicBezTo>
                          <a:pt x="186719" y="653167"/>
                          <a:pt x="185899" y="632298"/>
                          <a:pt x="185071" y="611143"/>
                        </a:cubicBezTo>
                        <a:cubicBezTo>
                          <a:pt x="184271" y="591036"/>
                          <a:pt x="183470" y="570652"/>
                          <a:pt x="182651" y="550164"/>
                        </a:cubicBezTo>
                        <a:cubicBezTo>
                          <a:pt x="182375" y="543173"/>
                          <a:pt x="182089" y="536181"/>
                          <a:pt x="181813" y="529181"/>
                        </a:cubicBezTo>
                        <a:cubicBezTo>
                          <a:pt x="181356" y="517598"/>
                          <a:pt x="180889" y="506016"/>
                          <a:pt x="180423" y="494443"/>
                        </a:cubicBezTo>
                        <a:cubicBezTo>
                          <a:pt x="180156" y="487737"/>
                          <a:pt x="179870" y="481032"/>
                          <a:pt x="179604" y="474345"/>
                        </a:cubicBezTo>
                        <a:cubicBezTo>
                          <a:pt x="179518" y="472040"/>
                          <a:pt x="179413" y="469725"/>
                          <a:pt x="179327" y="467420"/>
                        </a:cubicBezTo>
                        <a:cubicBezTo>
                          <a:pt x="179165" y="463629"/>
                          <a:pt x="179013" y="459848"/>
                          <a:pt x="178861" y="456057"/>
                        </a:cubicBezTo>
                        <a:cubicBezTo>
                          <a:pt x="170698" y="255422"/>
                          <a:pt x="162449" y="69999"/>
                          <a:pt x="159582" y="60912"/>
                        </a:cubicBezTo>
                        <a:cubicBezTo>
                          <a:pt x="154353" y="44329"/>
                          <a:pt x="51426" y="26318"/>
                          <a:pt x="12830" y="8449"/>
                        </a:cubicBezTo>
                        <a:cubicBezTo>
                          <a:pt x="6744" y="5620"/>
                          <a:pt x="2257" y="281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131" name="Google Shape;1785;p65">
                    <a:extLst>
                      <a:ext uri="{FF2B5EF4-FFF2-40B4-BE49-F238E27FC236}">
                        <a16:creationId xmlns:a16="http://schemas.microsoft.com/office/drawing/2014/main" id="{9A76CE9B-8A92-B8B4-0A41-F9AE318B2F69}"/>
                      </a:ext>
                    </a:extLst>
                  </p:cNvPr>
                  <p:cNvGrpSpPr/>
                  <p:nvPr/>
                </p:nvGrpSpPr>
                <p:grpSpPr>
                  <a:xfrm>
                    <a:off x="5747398" y="3636178"/>
                    <a:ext cx="1403334" cy="1233544"/>
                    <a:chOff x="5747398" y="3636178"/>
                    <a:chExt cx="1403334" cy="1233544"/>
                  </a:xfrm>
                </p:grpSpPr>
                <p:sp>
                  <p:nvSpPr>
                    <p:cNvPr id="1144" name="Google Shape;1786;p65">
                      <a:extLst>
                        <a:ext uri="{FF2B5EF4-FFF2-40B4-BE49-F238E27FC236}">
                          <a16:creationId xmlns:a16="http://schemas.microsoft.com/office/drawing/2014/main" id="{60F40602-F881-9987-7C89-73D4CCCF67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91717" y="4231928"/>
                      <a:ext cx="65665" cy="1432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665" h="143236" extrusionOk="0">
                          <a:moveTo>
                            <a:pt x="18012" y="143237"/>
                          </a:moveTo>
                          <a:lnTo>
                            <a:pt x="0" y="11687"/>
                          </a:lnTo>
                          <a:lnTo>
                            <a:pt x="46996" y="0"/>
                          </a:lnTo>
                          <a:lnTo>
                            <a:pt x="65665" y="136331"/>
                          </a:lnTo>
                          <a:cubicBezTo>
                            <a:pt x="35252" y="140846"/>
                            <a:pt x="18012" y="143237"/>
                            <a:pt x="18012" y="143237"/>
                          </a:cubicBezTo>
                          <a:close/>
                        </a:path>
                      </a:pathLst>
                    </a:custGeom>
                    <a:solidFill>
                      <a:srgbClr val="F4B3B3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5" name="Google Shape;1787;p65">
                      <a:extLst>
                        <a:ext uri="{FF2B5EF4-FFF2-40B4-BE49-F238E27FC236}">
                          <a16:creationId xmlns:a16="http://schemas.microsoft.com/office/drawing/2014/main" id="{0E750AB3-9B84-9F46-3C79-5BD821732E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47398" y="4232062"/>
                      <a:ext cx="164255" cy="3036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4255" h="303634" extrusionOk="0">
                          <a:moveTo>
                            <a:pt x="142738" y="0"/>
                          </a:moveTo>
                          <a:lnTo>
                            <a:pt x="16389" y="17297"/>
                          </a:lnTo>
                          <a:cubicBezTo>
                            <a:pt x="6007" y="18717"/>
                            <a:pt x="-1242" y="28261"/>
                            <a:pt x="177" y="38624"/>
                          </a:cubicBezTo>
                          <a:lnTo>
                            <a:pt x="34229" y="287274"/>
                          </a:lnTo>
                          <a:cubicBezTo>
                            <a:pt x="35649" y="297628"/>
                            <a:pt x="45193" y="304876"/>
                            <a:pt x="55575" y="303457"/>
                          </a:cubicBezTo>
                          <a:cubicBezTo>
                            <a:pt x="57489" y="303200"/>
                            <a:pt x="64795" y="302790"/>
                            <a:pt x="73349" y="296342"/>
                          </a:cubicBezTo>
                          <a:cubicBezTo>
                            <a:pt x="81616" y="290093"/>
                            <a:pt x="91075" y="278197"/>
                            <a:pt x="98009" y="255299"/>
                          </a:cubicBezTo>
                          <a:cubicBezTo>
                            <a:pt x="107886" y="222723"/>
                            <a:pt x="112163" y="208093"/>
                            <a:pt x="126308" y="182775"/>
                          </a:cubicBezTo>
                          <a:cubicBezTo>
                            <a:pt x="132461" y="171783"/>
                            <a:pt x="141062" y="164411"/>
                            <a:pt x="164255" y="157201"/>
                          </a:cubicBezTo>
                          <a:lnTo>
                            <a:pt x="142738" y="0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6" name="Google Shape;1788;p65">
                      <a:extLst>
                        <a:ext uri="{FF2B5EF4-FFF2-40B4-BE49-F238E27FC236}">
                          <a16:creationId xmlns:a16="http://schemas.microsoft.com/office/drawing/2014/main" id="{CB20699F-12CD-6864-85B5-745A9624B1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47407" y="4246845"/>
                      <a:ext cx="73348" cy="28886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48" h="288861" extrusionOk="0">
                          <a:moveTo>
                            <a:pt x="34791" y="0"/>
                          </a:moveTo>
                          <a:lnTo>
                            <a:pt x="16389" y="2524"/>
                          </a:lnTo>
                          <a:cubicBezTo>
                            <a:pt x="6007" y="3943"/>
                            <a:pt x="-1242" y="13487"/>
                            <a:pt x="177" y="23851"/>
                          </a:cubicBezTo>
                          <a:lnTo>
                            <a:pt x="34229" y="272501"/>
                          </a:lnTo>
                          <a:cubicBezTo>
                            <a:pt x="35649" y="282854"/>
                            <a:pt x="45193" y="290103"/>
                            <a:pt x="55575" y="288684"/>
                          </a:cubicBezTo>
                          <a:cubicBezTo>
                            <a:pt x="57489" y="288427"/>
                            <a:pt x="64795" y="288017"/>
                            <a:pt x="73348" y="281569"/>
                          </a:cubicBezTo>
                          <a:lnTo>
                            <a:pt x="34791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7" name="Google Shape;1789;p65">
                      <a:extLst>
                        <a:ext uri="{FF2B5EF4-FFF2-40B4-BE49-F238E27FC236}">
                          <a16:creationId xmlns:a16="http://schemas.microsoft.com/office/drawing/2014/main" id="{50016D78-300F-1215-702B-C192F8017C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26705" y="4425098"/>
                      <a:ext cx="34236" cy="203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236" h="20352" extrusionOk="0">
                          <a:moveTo>
                            <a:pt x="32904" y="20352"/>
                          </a:moveTo>
                          <a:cubicBezTo>
                            <a:pt x="32456" y="20352"/>
                            <a:pt x="32027" y="20133"/>
                            <a:pt x="31770" y="19733"/>
                          </a:cubicBezTo>
                          <a:cubicBezTo>
                            <a:pt x="31656" y="19543"/>
                            <a:pt x="19902" y="1407"/>
                            <a:pt x="1442" y="2760"/>
                          </a:cubicBezTo>
                          <a:cubicBezTo>
                            <a:pt x="728" y="2826"/>
                            <a:pt x="61" y="2265"/>
                            <a:pt x="4" y="1522"/>
                          </a:cubicBezTo>
                          <a:cubicBezTo>
                            <a:pt x="-53" y="788"/>
                            <a:pt x="499" y="141"/>
                            <a:pt x="1242" y="83"/>
                          </a:cubicBezTo>
                          <a:cubicBezTo>
                            <a:pt x="21264" y="-1403"/>
                            <a:pt x="33523" y="17485"/>
                            <a:pt x="34027" y="18295"/>
                          </a:cubicBezTo>
                          <a:cubicBezTo>
                            <a:pt x="34427" y="18924"/>
                            <a:pt x="34237" y="19743"/>
                            <a:pt x="33608" y="20143"/>
                          </a:cubicBezTo>
                          <a:cubicBezTo>
                            <a:pt x="33399" y="20286"/>
                            <a:pt x="33151" y="20352"/>
                            <a:pt x="32904" y="20352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8" name="Google Shape;1790;p65">
                      <a:extLst>
                        <a:ext uri="{FF2B5EF4-FFF2-40B4-BE49-F238E27FC236}">
                          <a16:creationId xmlns:a16="http://schemas.microsoft.com/office/drawing/2014/main" id="{8DAA9240-E07B-0911-A649-6EF1871060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5458" y="4405358"/>
                      <a:ext cx="34246" cy="203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246" h="20356" extrusionOk="0">
                          <a:moveTo>
                            <a:pt x="32903" y="20356"/>
                          </a:moveTo>
                          <a:cubicBezTo>
                            <a:pt x="32456" y="20356"/>
                            <a:pt x="32027" y="20137"/>
                            <a:pt x="31770" y="19737"/>
                          </a:cubicBezTo>
                          <a:cubicBezTo>
                            <a:pt x="31656" y="19556"/>
                            <a:pt x="19873" y="1421"/>
                            <a:pt x="1442" y="2764"/>
                          </a:cubicBezTo>
                          <a:cubicBezTo>
                            <a:pt x="728" y="2821"/>
                            <a:pt x="61" y="2269"/>
                            <a:pt x="4" y="1526"/>
                          </a:cubicBezTo>
                          <a:cubicBezTo>
                            <a:pt x="-53" y="792"/>
                            <a:pt x="499" y="144"/>
                            <a:pt x="1242" y="87"/>
                          </a:cubicBezTo>
                          <a:cubicBezTo>
                            <a:pt x="21245" y="-1437"/>
                            <a:pt x="33523" y="17489"/>
                            <a:pt x="34037" y="18299"/>
                          </a:cubicBezTo>
                          <a:cubicBezTo>
                            <a:pt x="34437" y="18928"/>
                            <a:pt x="34246" y="19747"/>
                            <a:pt x="33618" y="20147"/>
                          </a:cubicBezTo>
                          <a:cubicBezTo>
                            <a:pt x="33399" y="20290"/>
                            <a:pt x="33151" y="20356"/>
                            <a:pt x="32903" y="20356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49" name="Google Shape;1791;p65">
                      <a:extLst>
                        <a:ext uri="{FF2B5EF4-FFF2-40B4-BE49-F238E27FC236}">
                          <a16:creationId xmlns:a16="http://schemas.microsoft.com/office/drawing/2014/main" id="{90E79D65-768B-4DA6-D6D8-829C1FE2E4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46040" y="4387416"/>
                      <a:ext cx="34236" cy="203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236" h="20353" extrusionOk="0">
                          <a:moveTo>
                            <a:pt x="32904" y="20353"/>
                          </a:moveTo>
                          <a:cubicBezTo>
                            <a:pt x="32456" y="20353"/>
                            <a:pt x="32027" y="20134"/>
                            <a:pt x="31770" y="19734"/>
                          </a:cubicBezTo>
                          <a:cubicBezTo>
                            <a:pt x="31656" y="19553"/>
                            <a:pt x="19902" y="1418"/>
                            <a:pt x="1442" y="2761"/>
                          </a:cubicBezTo>
                          <a:cubicBezTo>
                            <a:pt x="718" y="2847"/>
                            <a:pt x="61" y="2266"/>
                            <a:pt x="4" y="1523"/>
                          </a:cubicBezTo>
                          <a:cubicBezTo>
                            <a:pt x="-53" y="789"/>
                            <a:pt x="499" y="141"/>
                            <a:pt x="1242" y="84"/>
                          </a:cubicBezTo>
                          <a:cubicBezTo>
                            <a:pt x="21245" y="-1411"/>
                            <a:pt x="33523" y="17486"/>
                            <a:pt x="34027" y="18296"/>
                          </a:cubicBezTo>
                          <a:cubicBezTo>
                            <a:pt x="34427" y="18925"/>
                            <a:pt x="34237" y="19744"/>
                            <a:pt x="33608" y="20144"/>
                          </a:cubicBezTo>
                          <a:cubicBezTo>
                            <a:pt x="33399" y="20287"/>
                            <a:pt x="33151" y="20353"/>
                            <a:pt x="32904" y="2035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0" name="Google Shape;1792;p65">
                      <a:extLst>
                        <a:ext uri="{FF2B5EF4-FFF2-40B4-BE49-F238E27FC236}">
                          <a16:creationId xmlns:a16="http://schemas.microsoft.com/office/drawing/2014/main" id="{96F91739-2203-7BDB-8ADA-2DB14A22C5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22845" y="3817829"/>
                      <a:ext cx="684599" cy="5798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84599" h="579834" extrusionOk="0">
                          <a:moveTo>
                            <a:pt x="684600" y="211531"/>
                          </a:moveTo>
                          <a:cubicBezTo>
                            <a:pt x="684600" y="211531"/>
                            <a:pt x="538982" y="465172"/>
                            <a:pt x="521208" y="485708"/>
                          </a:cubicBezTo>
                          <a:cubicBezTo>
                            <a:pt x="508264" y="500644"/>
                            <a:pt x="257156" y="543563"/>
                            <a:pt x="120834" y="565918"/>
                          </a:cubicBezTo>
                          <a:cubicBezTo>
                            <a:pt x="103089" y="568843"/>
                            <a:pt x="87268" y="571414"/>
                            <a:pt x="74219" y="573510"/>
                          </a:cubicBezTo>
                          <a:cubicBezTo>
                            <a:pt x="49501" y="577482"/>
                            <a:pt x="34547" y="579834"/>
                            <a:pt x="34547" y="579834"/>
                          </a:cubicBezTo>
                          <a:lnTo>
                            <a:pt x="0" y="405622"/>
                          </a:lnTo>
                          <a:lnTo>
                            <a:pt x="42405" y="397469"/>
                          </a:lnTo>
                          <a:lnTo>
                            <a:pt x="88754" y="388573"/>
                          </a:lnTo>
                          <a:lnTo>
                            <a:pt x="399374" y="328956"/>
                          </a:lnTo>
                          <a:lnTo>
                            <a:pt x="543439" y="0"/>
                          </a:lnTo>
                          <a:cubicBezTo>
                            <a:pt x="653263" y="61141"/>
                            <a:pt x="684600" y="211531"/>
                            <a:pt x="684600" y="211531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1" name="Google Shape;1793;p65">
                      <a:extLst>
                        <a:ext uri="{FF2B5EF4-FFF2-40B4-BE49-F238E27FC236}">
                          <a16:creationId xmlns:a16="http://schemas.microsoft.com/office/drawing/2014/main" id="{5CEBECFA-6F3F-9C7C-70EB-3686BBD4EF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8344" y="4675098"/>
                      <a:ext cx="137979" cy="481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7979" h="48148" extrusionOk="0">
                          <a:moveTo>
                            <a:pt x="137979" y="48149"/>
                          </a:moveTo>
                          <a:lnTo>
                            <a:pt x="5201" y="48149"/>
                          </a:lnTo>
                          <a:lnTo>
                            <a:pt x="0" y="0"/>
                          </a:lnTo>
                          <a:lnTo>
                            <a:pt x="137608" y="0"/>
                          </a:lnTo>
                          <a:cubicBezTo>
                            <a:pt x="137951" y="30756"/>
                            <a:pt x="137979" y="48149"/>
                            <a:pt x="137979" y="48149"/>
                          </a:cubicBezTo>
                          <a:close/>
                        </a:path>
                      </a:pathLst>
                    </a:custGeom>
                    <a:solidFill>
                      <a:srgbClr val="F4B3B3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2" name="Google Shape;1794;p65">
                      <a:extLst>
                        <a:ext uri="{FF2B5EF4-FFF2-40B4-BE49-F238E27FC236}">
                          <a16:creationId xmlns:a16="http://schemas.microsoft.com/office/drawing/2014/main" id="{EB4D8DE4-1B79-663A-7747-6619E65314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1886" y="4723247"/>
                      <a:ext cx="288846" cy="1464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8846" h="146475" extrusionOk="0">
                          <a:moveTo>
                            <a:pt x="0" y="0"/>
                          </a:moveTo>
                          <a:lnTo>
                            <a:pt x="0" y="127521"/>
                          </a:lnTo>
                          <a:cubicBezTo>
                            <a:pt x="0" y="137998"/>
                            <a:pt x="8468" y="146475"/>
                            <a:pt x="18926" y="146475"/>
                          </a:cubicBezTo>
                          <a:lnTo>
                            <a:pt x="269900" y="146475"/>
                          </a:lnTo>
                          <a:cubicBezTo>
                            <a:pt x="280359" y="146475"/>
                            <a:pt x="288827" y="138008"/>
                            <a:pt x="288827" y="127521"/>
                          </a:cubicBezTo>
                          <a:cubicBezTo>
                            <a:pt x="288827" y="125587"/>
                            <a:pt x="289417" y="118301"/>
                            <a:pt x="284188" y="108947"/>
                          </a:cubicBezTo>
                          <a:cubicBezTo>
                            <a:pt x="279121" y="99917"/>
                            <a:pt x="268615" y="88925"/>
                            <a:pt x="246869" y="78953"/>
                          </a:cubicBezTo>
                          <a:cubicBezTo>
                            <a:pt x="215932" y="64741"/>
                            <a:pt x="202016" y="58522"/>
                            <a:pt x="178861" y="41072"/>
                          </a:cubicBezTo>
                          <a:cubicBezTo>
                            <a:pt x="168812" y="33490"/>
                            <a:pt x="162668" y="23956"/>
                            <a:pt x="158677" y="0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3" name="Google Shape;1795;p65">
                      <a:extLst>
                        <a:ext uri="{FF2B5EF4-FFF2-40B4-BE49-F238E27FC236}">
                          <a16:creationId xmlns:a16="http://schemas.microsoft.com/office/drawing/2014/main" id="{BE3B8F0C-7A8F-9957-3517-A0228DD812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1886" y="4832194"/>
                      <a:ext cx="288846" cy="3752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8846" h="37528" extrusionOk="0">
                          <a:moveTo>
                            <a:pt x="0" y="0"/>
                          </a:moveTo>
                          <a:lnTo>
                            <a:pt x="0" y="18574"/>
                          </a:lnTo>
                          <a:cubicBezTo>
                            <a:pt x="0" y="29051"/>
                            <a:pt x="8468" y="37529"/>
                            <a:pt x="18926" y="37529"/>
                          </a:cubicBezTo>
                          <a:lnTo>
                            <a:pt x="269900" y="37529"/>
                          </a:lnTo>
                          <a:cubicBezTo>
                            <a:pt x="280359" y="37529"/>
                            <a:pt x="288827" y="29061"/>
                            <a:pt x="288827" y="18574"/>
                          </a:cubicBezTo>
                          <a:cubicBezTo>
                            <a:pt x="288827" y="16640"/>
                            <a:pt x="289417" y="9354"/>
                            <a:pt x="284188" y="0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4" name="Google Shape;1796;p65">
                      <a:extLst>
                        <a:ext uri="{FF2B5EF4-FFF2-40B4-BE49-F238E27FC236}">
                          <a16:creationId xmlns:a16="http://schemas.microsoft.com/office/drawing/2014/main" id="{57F823E5-83BA-907B-CC17-27621697A9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44773" y="4780934"/>
                      <a:ext cx="24383" cy="315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383" h="31552" extrusionOk="0">
                          <a:moveTo>
                            <a:pt x="1346" y="31553"/>
                          </a:moveTo>
                          <a:cubicBezTo>
                            <a:pt x="1317" y="31553"/>
                            <a:pt x="1288" y="31553"/>
                            <a:pt x="1260" y="31553"/>
                          </a:cubicBezTo>
                          <a:cubicBezTo>
                            <a:pt x="527" y="31505"/>
                            <a:pt x="-45" y="30876"/>
                            <a:pt x="3" y="30134"/>
                          </a:cubicBezTo>
                          <a:cubicBezTo>
                            <a:pt x="1231" y="10055"/>
                            <a:pt x="21624" y="511"/>
                            <a:pt x="22491" y="120"/>
                          </a:cubicBezTo>
                          <a:cubicBezTo>
                            <a:pt x="23167" y="-185"/>
                            <a:pt x="23958" y="111"/>
                            <a:pt x="24263" y="777"/>
                          </a:cubicBezTo>
                          <a:cubicBezTo>
                            <a:pt x="24568" y="1454"/>
                            <a:pt x="24273" y="2244"/>
                            <a:pt x="23606" y="2549"/>
                          </a:cubicBezTo>
                          <a:cubicBezTo>
                            <a:pt x="23406" y="2635"/>
                            <a:pt x="3813" y="11836"/>
                            <a:pt x="2679" y="30295"/>
                          </a:cubicBezTo>
                          <a:cubicBezTo>
                            <a:pt x="2641" y="31000"/>
                            <a:pt x="2051" y="31553"/>
                            <a:pt x="1346" y="3155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5" name="Google Shape;1797;p65">
                      <a:extLst>
                        <a:ext uri="{FF2B5EF4-FFF2-40B4-BE49-F238E27FC236}">
                          <a16:creationId xmlns:a16="http://schemas.microsoft.com/office/drawing/2014/main" id="{CA0E4F1B-23D5-F4D1-93B6-1B43E08229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6408" y="4769580"/>
                      <a:ext cx="24383" cy="315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383" h="31552" extrusionOk="0">
                          <a:moveTo>
                            <a:pt x="1346" y="31553"/>
                          </a:moveTo>
                          <a:cubicBezTo>
                            <a:pt x="1317" y="31553"/>
                            <a:pt x="1289" y="31553"/>
                            <a:pt x="1260" y="31553"/>
                          </a:cubicBezTo>
                          <a:cubicBezTo>
                            <a:pt x="517" y="31505"/>
                            <a:pt x="-45" y="30876"/>
                            <a:pt x="3" y="30134"/>
                          </a:cubicBezTo>
                          <a:cubicBezTo>
                            <a:pt x="1232" y="10055"/>
                            <a:pt x="21624" y="511"/>
                            <a:pt x="22491" y="120"/>
                          </a:cubicBezTo>
                          <a:cubicBezTo>
                            <a:pt x="23168" y="-185"/>
                            <a:pt x="23958" y="111"/>
                            <a:pt x="24263" y="777"/>
                          </a:cubicBezTo>
                          <a:cubicBezTo>
                            <a:pt x="24568" y="1454"/>
                            <a:pt x="24273" y="2244"/>
                            <a:pt x="23606" y="2549"/>
                          </a:cubicBezTo>
                          <a:cubicBezTo>
                            <a:pt x="23406" y="2635"/>
                            <a:pt x="3813" y="11836"/>
                            <a:pt x="2679" y="30295"/>
                          </a:cubicBezTo>
                          <a:cubicBezTo>
                            <a:pt x="2641" y="31010"/>
                            <a:pt x="2051" y="31553"/>
                            <a:pt x="1346" y="3155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6" name="Google Shape;1798;p65">
                      <a:extLst>
                        <a:ext uri="{FF2B5EF4-FFF2-40B4-BE49-F238E27FC236}">
                          <a16:creationId xmlns:a16="http://schemas.microsoft.com/office/drawing/2014/main" id="{3DE4675D-6266-2C39-61DA-66DDF43DDA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10063" y="4756664"/>
                      <a:ext cx="24383" cy="315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383" h="31552" extrusionOk="0">
                          <a:moveTo>
                            <a:pt x="1346" y="31553"/>
                          </a:moveTo>
                          <a:cubicBezTo>
                            <a:pt x="1317" y="31553"/>
                            <a:pt x="1289" y="31553"/>
                            <a:pt x="1260" y="31553"/>
                          </a:cubicBezTo>
                          <a:cubicBezTo>
                            <a:pt x="527" y="31505"/>
                            <a:pt x="-45" y="30876"/>
                            <a:pt x="3" y="30133"/>
                          </a:cubicBezTo>
                          <a:cubicBezTo>
                            <a:pt x="1241" y="10055"/>
                            <a:pt x="21624" y="511"/>
                            <a:pt x="22491" y="120"/>
                          </a:cubicBezTo>
                          <a:cubicBezTo>
                            <a:pt x="23168" y="-185"/>
                            <a:pt x="23958" y="111"/>
                            <a:pt x="24263" y="777"/>
                          </a:cubicBezTo>
                          <a:cubicBezTo>
                            <a:pt x="24568" y="1454"/>
                            <a:pt x="24273" y="2244"/>
                            <a:pt x="23606" y="2549"/>
                          </a:cubicBezTo>
                          <a:cubicBezTo>
                            <a:pt x="23406" y="2635"/>
                            <a:pt x="3813" y="11836"/>
                            <a:pt x="2679" y="30295"/>
                          </a:cubicBezTo>
                          <a:cubicBezTo>
                            <a:pt x="2641" y="31000"/>
                            <a:pt x="2051" y="31553"/>
                            <a:pt x="1346" y="3155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7" name="Google Shape;1799;p65">
                      <a:extLst>
                        <a:ext uri="{FF2B5EF4-FFF2-40B4-BE49-F238E27FC236}">
                          <a16:creationId xmlns:a16="http://schemas.microsoft.com/office/drawing/2014/main" id="{6B857A59-A20D-CF45-88B1-22C4A3E9AF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55057" y="3636178"/>
                      <a:ext cx="563238" cy="104720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3238" h="1047207" extrusionOk="0">
                          <a:moveTo>
                            <a:pt x="563238" y="1047207"/>
                          </a:moveTo>
                          <a:lnTo>
                            <a:pt x="396227" y="1047207"/>
                          </a:lnTo>
                          <a:lnTo>
                            <a:pt x="385797" y="1006945"/>
                          </a:lnTo>
                          <a:lnTo>
                            <a:pt x="373548" y="959710"/>
                          </a:lnTo>
                          <a:lnTo>
                            <a:pt x="269611" y="558508"/>
                          </a:lnTo>
                          <a:cubicBezTo>
                            <a:pt x="269611" y="558508"/>
                            <a:pt x="99171" y="318287"/>
                            <a:pt x="30514" y="220999"/>
                          </a:cubicBezTo>
                          <a:cubicBezTo>
                            <a:pt x="-11167" y="161944"/>
                            <a:pt x="-2242" y="66161"/>
                            <a:pt x="11217" y="0"/>
                          </a:cubicBezTo>
                          <a:lnTo>
                            <a:pt x="288109" y="0"/>
                          </a:lnTo>
                          <a:cubicBezTo>
                            <a:pt x="285908" y="28442"/>
                            <a:pt x="283470" y="59160"/>
                            <a:pt x="281594" y="80020"/>
                          </a:cubicBezTo>
                          <a:cubicBezTo>
                            <a:pt x="277174" y="129216"/>
                            <a:pt x="462626" y="464067"/>
                            <a:pt x="493430" y="519074"/>
                          </a:cubicBezTo>
                          <a:cubicBezTo>
                            <a:pt x="515842" y="559070"/>
                            <a:pt x="542569" y="820226"/>
                            <a:pt x="555485" y="959710"/>
                          </a:cubicBezTo>
                          <a:cubicBezTo>
                            <a:pt x="557142" y="977722"/>
                            <a:pt x="558590" y="993734"/>
                            <a:pt x="559743" y="1006945"/>
                          </a:cubicBezTo>
                          <a:cubicBezTo>
                            <a:pt x="561981" y="1032091"/>
                            <a:pt x="563238" y="1047207"/>
                            <a:pt x="563238" y="1047207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8" name="Google Shape;1800;p65">
                      <a:extLst>
                        <a:ext uri="{FF2B5EF4-FFF2-40B4-BE49-F238E27FC236}">
                          <a16:creationId xmlns:a16="http://schemas.microsoft.com/office/drawing/2014/main" id="{C5614856-CDCC-2729-B212-047791E6EB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94642" y="3773278"/>
                      <a:ext cx="323002" cy="79920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002" h="799207" extrusionOk="0">
                          <a:moveTo>
                            <a:pt x="321669" y="799207"/>
                          </a:moveTo>
                          <a:cubicBezTo>
                            <a:pt x="321031" y="799207"/>
                            <a:pt x="320460" y="798741"/>
                            <a:pt x="320345" y="798093"/>
                          </a:cubicBezTo>
                          <a:cubicBezTo>
                            <a:pt x="319755" y="794588"/>
                            <a:pt x="261414" y="447383"/>
                            <a:pt x="255337" y="420351"/>
                          </a:cubicBezTo>
                          <a:cubicBezTo>
                            <a:pt x="249298" y="393509"/>
                            <a:pt x="2706" y="5975"/>
                            <a:pt x="210" y="2060"/>
                          </a:cubicBezTo>
                          <a:cubicBezTo>
                            <a:pt x="-190" y="1432"/>
                            <a:pt x="1" y="603"/>
                            <a:pt x="619" y="212"/>
                          </a:cubicBezTo>
                          <a:cubicBezTo>
                            <a:pt x="1248" y="-188"/>
                            <a:pt x="2077" y="-7"/>
                            <a:pt x="2467" y="622"/>
                          </a:cubicBezTo>
                          <a:cubicBezTo>
                            <a:pt x="12640" y="16605"/>
                            <a:pt x="251803" y="392471"/>
                            <a:pt x="257947" y="419760"/>
                          </a:cubicBezTo>
                          <a:cubicBezTo>
                            <a:pt x="264043" y="446859"/>
                            <a:pt x="322393" y="794140"/>
                            <a:pt x="322984" y="797645"/>
                          </a:cubicBezTo>
                          <a:cubicBezTo>
                            <a:pt x="323108" y="798379"/>
                            <a:pt x="322612" y="799065"/>
                            <a:pt x="321888" y="799189"/>
                          </a:cubicBezTo>
                          <a:cubicBezTo>
                            <a:pt x="321812" y="799198"/>
                            <a:pt x="321746" y="799207"/>
                            <a:pt x="321669" y="799207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132" name="Google Shape;1801;p65">
                    <a:extLst>
                      <a:ext uri="{FF2B5EF4-FFF2-40B4-BE49-F238E27FC236}">
                        <a16:creationId xmlns:a16="http://schemas.microsoft.com/office/drawing/2014/main" id="{EC95449C-347B-6D4E-151F-2757F5F4C669}"/>
                      </a:ext>
                    </a:extLst>
                  </p:cNvPr>
                  <p:cNvSpPr/>
                  <p:nvPr/>
                </p:nvSpPr>
                <p:spPr>
                  <a:xfrm>
                    <a:off x="7216048" y="3347956"/>
                    <a:ext cx="174155" cy="1110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155" h="111009" extrusionOk="0">
                        <a:moveTo>
                          <a:pt x="119478" y="67071"/>
                        </a:moveTo>
                        <a:cubicBezTo>
                          <a:pt x="125012" y="69880"/>
                          <a:pt x="163208" y="61984"/>
                          <a:pt x="163312" y="71195"/>
                        </a:cubicBezTo>
                        <a:cubicBezTo>
                          <a:pt x="163408" y="80396"/>
                          <a:pt x="100628" y="85082"/>
                          <a:pt x="100628" y="85082"/>
                        </a:cubicBezTo>
                        <a:cubicBezTo>
                          <a:pt x="100628" y="85082"/>
                          <a:pt x="117516" y="88378"/>
                          <a:pt x="121469" y="88473"/>
                        </a:cubicBezTo>
                        <a:cubicBezTo>
                          <a:pt x="125431" y="88568"/>
                          <a:pt x="142614" y="84958"/>
                          <a:pt x="140852" y="94874"/>
                        </a:cubicBezTo>
                        <a:cubicBezTo>
                          <a:pt x="139100" y="104789"/>
                          <a:pt x="94084" y="100484"/>
                          <a:pt x="89465" y="99789"/>
                        </a:cubicBezTo>
                        <a:cubicBezTo>
                          <a:pt x="84855" y="99094"/>
                          <a:pt x="77902" y="100770"/>
                          <a:pt x="72425" y="99198"/>
                        </a:cubicBezTo>
                        <a:cubicBezTo>
                          <a:pt x="66957" y="97636"/>
                          <a:pt x="46459" y="93912"/>
                          <a:pt x="39944" y="94007"/>
                        </a:cubicBezTo>
                        <a:cubicBezTo>
                          <a:pt x="38440" y="94036"/>
                          <a:pt x="36087" y="94960"/>
                          <a:pt x="33382" y="96369"/>
                        </a:cubicBezTo>
                        <a:cubicBezTo>
                          <a:pt x="24400" y="101037"/>
                          <a:pt x="11398" y="111009"/>
                          <a:pt x="11398" y="111009"/>
                        </a:cubicBezTo>
                        <a:cubicBezTo>
                          <a:pt x="9036" y="109933"/>
                          <a:pt x="-7652" y="74567"/>
                          <a:pt x="4226" y="60479"/>
                        </a:cubicBezTo>
                        <a:cubicBezTo>
                          <a:pt x="4226" y="60479"/>
                          <a:pt x="6978" y="58831"/>
                          <a:pt x="10998" y="56307"/>
                        </a:cubicBezTo>
                        <a:cubicBezTo>
                          <a:pt x="20475" y="50364"/>
                          <a:pt x="37039" y="39553"/>
                          <a:pt x="41554" y="33962"/>
                        </a:cubicBezTo>
                        <a:cubicBezTo>
                          <a:pt x="47974" y="25989"/>
                          <a:pt x="105495" y="-2757"/>
                          <a:pt x="109220" y="215"/>
                        </a:cubicBezTo>
                        <a:cubicBezTo>
                          <a:pt x="118411" y="7530"/>
                          <a:pt x="99933" y="20665"/>
                          <a:pt x="93199" y="22884"/>
                        </a:cubicBezTo>
                        <a:cubicBezTo>
                          <a:pt x="86474" y="25094"/>
                          <a:pt x="73758" y="32866"/>
                          <a:pt x="73758" y="32866"/>
                        </a:cubicBezTo>
                        <a:cubicBezTo>
                          <a:pt x="73758" y="32866"/>
                          <a:pt x="85055" y="35305"/>
                          <a:pt x="91341" y="35267"/>
                        </a:cubicBezTo>
                        <a:cubicBezTo>
                          <a:pt x="97618" y="35219"/>
                          <a:pt x="110420" y="33419"/>
                          <a:pt x="125774" y="28790"/>
                        </a:cubicBezTo>
                        <a:cubicBezTo>
                          <a:pt x="141119" y="24151"/>
                          <a:pt x="156635" y="16807"/>
                          <a:pt x="163931" y="26103"/>
                        </a:cubicBezTo>
                        <a:cubicBezTo>
                          <a:pt x="171218" y="35400"/>
                          <a:pt x="107553" y="50878"/>
                          <a:pt x="107553" y="50878"/>
                        </a:cubicBezTo>
                        <a:cubicBezTo>
                          <a:pt x="114278" y="52383"/>
                          <a:pt x="132366" y="47668"/>
                          <a:pt x="140062" y="46096"/>
                        </a:cubicBezTo>
                        <a:cubicBezTo>
                          <a:pt x="147748" y="44525"/>
                          <a:pt x="173180" y="38476"/>
                          <a:pt x="174142" y="46849"/>
                        </a:cubicBezTo>
                        <a:cubicBezTo>
                          <a:pt x="175142" y="55755"/>
                          <a:pt x="119478" y="67071"/>
                          <a:pt x="119478" y="67071"/>
                        </a:cubicBezTo>
                        <a:close/>
                      </a:path>
                    </a:pathLst>
                  </a:custGeom>
                  <a:solidFill>
                    <a:srgbClr val="F4B3B3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3" name="Google Shape;1802;p65">
                    <a:extLst>
                      <a:ext uri="{FF2B5EF4-FFF2-40B4-BE49-F238E27FC236}">
                        <a16:creationId xmlns:a16="http://schemas.microsoft.com/office/drawing/2014/main" id="{855DF665-3ACC-E50F-5B7F-B6E952481058}"/>
                      </a:ext>
                    </a:extLst>
                  </p:cNvPr>
                  <p:cNvSpPr/>
                  <p:nvPr/>
                </p:nvSpPr>
                <p:spPr>
                  <a:xfrm>
                    <a:off x="7216038" y="3404263"/>
                    <a:ext cx="33381" cy="547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381" h="54702" extrusionOk="0">
                        <a:moveTo>
                          <a:pt x="33382" y="40062"/>
                        </a:moveTo>
                        <a:cubicBezTo>
                          <a:pt x="24400" y="44729"/>
                          <a:pt x="11398" y="54702"/>
                          <a:pt x="11398" y="54702"/>
                        </a:cubicBezTo>
                        <a:cubicBezTo>
                          <a:pt x="9036" y="53626"/>
                          <a:pt x="-7652" y="18259"/>
                          <a:pt x="4226" y="4172"/>
                        </a:cubicBezTo>
                        <a:cubicBezTo>
                          <a:pt x="4226" y="4172"/>
                          <a:pt x="6978" y="2524"/>
                          <a:pt x="10998" y="0"/>
                        </a:cubicBezTo>
                        <a:cubicBezTo>
                          <a:pt x="20466" y="7153"/>
                          <a:pt x="29352" y="29032"/>
                          <a:pt x="33382" y="40062"/>
                        </a:cubicBezTo>
                        <a:close/>
                      </a:path>
                    </a:pathLst>
                  </a:custGeom>
                  <a:solidFill>
                    <a:srgbClr val="15EAD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4" name="Google Shape;1803;p65">
                    <a:extLst>
                      <a:ext uri="{FF2B5EF4-FFF2-40B4-BE49-F238E27FC236}">
                        <a16:creationId xmlns:a16="http://schemas.microsoft.com/office/drawing/2014/main" id="{EB55B4E9-B12D-7F08-4771-B15994F1E5E9}"/>
                      </a:ext>
                    </a:extLst>
                  </p:cNvPr>
                  <p:cNvSpPr/>
                  <p:nvPr/>
                </p:nvSpPr>
                <p:spPr>
                  <a:xfrm>
                    <a:off x="6695046" y="3242195"/>
                    <a:ext cx="547325" cy="3501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7325" h="350123" extrusionOk="0">
                        <a:moveTo>
                          <a:pt x="0" y="77029"/>
                        </a:moveTo>
                        <a:cubicBezTo>
                          <a:pt x="0" y="77029"/>
                          <a:pt x="1429" y="79686"/>
                          <a:pt x="4134" y="84439"/>
                        </a:cubicBezTo>
                        <a:cubicBezTo>
                          <a:pt x="4401" y="84896"/>
                          <a:pt x="4667" y="85382"/>
                          <a:pt x="4953" y="85868"/>
                        </a:cubicBezTo>
                        <a:cubicBezTo>
                          <a:pt x="5134" y="86201"/>
                          <a:pt x="5315" y="86535"/>
                          <a:pt x="5515" y="86868"/>
                        </a:cubicBezTo>
                        <a:cubicBezTo>
                          <a:pt x="5639" y="87068"/>
                          <a:pt x="5753" y="87287"/>
                          <a:pt x="5877" y="87497"/>
                        </a:cubicBezTo>
                        <a:cubicBezTo>
                          <a:pt x="6163" y="88011"/>
                          <a:pt x="6477" y="88544"/>
                          <a:pt x="6791" y="89087"/>
                        </a:cubicBezTo>
                        <a:cubicBezTo>
                          <a:pt x="7591" y="90497"/>
                          <a:pt x="8477" y="92021"/>
                          <a:pt x="9439" y="93650"/>
                        </a:cubicBezTo>
                        <a:cubicBezTo>
                          <a:pt x="9839" y="94326"/>
                          <a:pt x="10239" y="95021"/>
                          <a:pt x="10658" y="95745"/>
                        </a:cubicBezTo>
                        <a:cubicBezTo>
                          <a:pt x="10735" y="95879"/>
                          <a:pt x="10811" y="96002"/>
                          <a:pt x="10887" y="96126"/>
                        </a:cubicBezTo>
                        <a:cubicBezTo>
                          <a:pt x="11344" y="96898"/>
                          <a:pt x="11792" y="97669"/>
                          <a:pt x="12278" y="98488"/>
                        </a:cubicBezTo>
                        <a:cubicBezTo>
                          <a:pt x="14716" y="102594"/>
                          <a:pt x="17497" y="107204"/>
                          <a:pt x="20584" y="112243"/>
                        </a:cubicBezTo>
                        <a:cubicBezTo>
                          <a:pt x="21489" y="113719"/>
                          <a:pt x="22412" y="115224"/>
                          <a:pt x="23384" y="116767"/>
                        </a:cubicBezTo>
                        <a:cubicBezTo>
                          <a:pt x="23498" y="116948"/>
                          <a:pt x="23603" y="117119"/>
                          <a:pt x="23708" y="117300"/>
                        </a:cubicBezTo>
                        <a:cubicBezTo>
                          <a:pt x="24775" y="119005"/>
                          <a:pt x="25880" y="120777"/>
                          <a:pt x="27022" y="122587"/>
                        </a:cubicBezTo>
                        <a:cubicBezTo>
                          <a:pt x="28547" y="124997"/>
                          <a:pt x="30128" y="127492"/>
                          <a:pt x="31766" y="130035"/>
                        </a:cubicBezTo>
                        <a:cubicBezTo>
                          <a:pt x="35214" y="135407"/>
                          <a:pt x="38900" y="141037"/>
                          <a:pt x="42805" y="146885"/>
                        </a:cubicBezTo>
                        <a:cubicBezTo>
                          <a:pt x="44872" y="149962"/>
                          <a:pt x="46996" y="153114"/>
                          <a:pt x="49197" y="156324"/>
                        </a:cubicBezTo>
                        <a:cubicBezTo>
                          <a:pt x="50197" y="157801"/>
                          <a:pt x="51225" y="159277"/>
                          <a:pt x="52264" y="160763"/>
                        </a:cubicBezTo>
                        <a:cubicBezTo>
                          <a:pt x="53169" y="162077"/>
                          <a:pt x="54083" y="163401"/>
                          <a:pt x="55026" y="164735"/>
                        </a:cubicBezTo>
                        <a:cubicBezTo>
                          <a:pt x="55588" y="165545"/>
                          <a:pt x="56159" y="166364"/>
                          <a:pt x="56740" y="167164"/>
                        </a:cubicBezTo>
                        <a:cubicBezTo>
                          <a:pt x="59084" y="170545"/>
                          <a:pt x="61503" y="173926"/>
                          <a:pt x="63989" y="177346"/>
                        </a:cubicBezTo>
                        <a:cubicBezTo>
                          <a:pt x="64837" y="178537"/>
                          <a:pt x="65704" y="179727"/>
                          <a:pt x="66570" y="180908"/>
                        </a:cubicBezTo>
                        <a:cubicBezTo>
                          <a:pt x="68075" y="182975"/>
                          <a:pt x="69599" y="185061"/>
                          <a:pt x="71142" y="187119"/>
                        </a:cubicBezTo>
                        <a:cubicBezTo>
                          <a:pt x="71761" y="187985"/>
                          <a:pt x="72390" y="188824"/>
                          <a:pt x="73028" y="189671"/>
                        </a:cubicBezTo>
                        <a:cubicBezTo>
                          <a:pt x="84430" y="204959"/>
                          <a:pt x="96860" y="220637"/>
                          <a:pt x="110119" y="235925"/>
                        </a:cubicBezTo>
                        <a:cubicBezTo>
                          <a:pt x="111595" y="237630"/>
                          <a:pt x="113081" y="239335"/>
                          <a:pt x="114567" y="241011"/>
                        </a:cubicBezTo>
                        <a:cubicBezTo>
                          <a:pt x="116043" y="242688"/>
                          <a:pt x="117529" y="244345"/>
                          <a:pt x="119024" y="245993"/>
                        </a:cubicBezTo>
                        <a:cubicBezTo>
                          <a:pt x="119034" y="246031"/>
                          <a:pt x="119053" y="246040"/>
                          <a:pt x="119072" y="246050"/>
                        </a:cubicBezTo>
                        <a:cubicBezTo>
                          <a:pt x="120358" y="247479"/>
                          <a:pt x="121663" y="248917"/>
                          <a:pt x="122968" y="250336"/>
                        </a:cubicBezTo>
                        <a:cubicBezTo>
                          <a:pt x="124063" y="251536"/>
                          <a:pt x="125178" y="252746"/>
                          <a:pt x="126292" y="253937"/>
                        </a:cubicBezTo>
                        <a:cubicBezTo>
                          <a:pt x="129559" y="257423"/>
                          <a:pt x="132845" y="260880"/>
                          <a:pt x="136179" y="264271"/>
                        </a:cubicBezTo>
                        <a:cubicBezTo>
                          <a:pt x="137065" y="265176"/>
                          <a:pt x="137951" y="266081"/>
                          <a:pt x="138836" y="266976"/>
                        </a:cubicBezTo>
                        <a:cubicBezTo>
                          <a:pt x="138960" y="267100"/>
                          <a:pt x="139084" y="267214"/>
                          <a:pt x="139208" y="267348"/>
                        </a:cubicBezTo>
                        <a:cubicBezTo>
                          <a:pt x="140151" y="268291"/>
                          <a:pt x="141084" y="269215"/>
                          <a:pt x="142037" y="270148"/>
                        </a:cubicBezTo>
                        <a:cubicBezTo>
                          <a:pt x="144056" y="272148"/>
                          <a:pt x="146085" y="274130"/>
                          <a:pt x="148133" y="276082"/>
                        </a:cubicBezTo>
                        <a:cubicBezTo>
                          <a:pt x="149171" y="277101"/>
                          <a:pt x="150238" y="278101"/>
                          <a:pt x="151305" y="279092"/>
                        </a:cubicBezTo>
                        <a:cubicBezTo>
                          <a:pt x="152514" y="280235"/>
                          <a:pt x="153743" y="281378"/>
                          <a:pt x="154972" y="282512"/>
                        </a:cubicBezTo>
                        <a:cubicBezTo>
                          <a:pt x="156200" y="283655"/>
                          <a:pt x="157429" y="284779"/>
                          <a:pt x="158677" y="285893"/>
                        </a:cubicBezTo>
                        <a:cubicBezTo>
                          <a:pt x="159639" y="286760"/>
                          <a:pt x="160611" y="287626"/>
                          <a:pt x="161573" y="288484"/>
                        </a:cubicBezTo>
                        <a:cubicBezTo>
                          <a:pt x="163087" y="289817"/>
                          <a:pt x="164611" y="291170"/>
                          <a:pt x="166145" y="292475"/>
                        </a:cubicBezTo>
                        <a:cubicBezTo>
                          <a:pt x="175308" y="300342"/>
                          <a:pt x="184652" y="307695"/>
                          <a:pt x="194158" y="314315"/>
                        </a:cubicBezTo>
                        <a:cubicBezTo>
                          <a:pt x="217151" y="330356"/>
                          <a:pt x="241011" y="342214"/>
                          <a:pt x="264995" y="347339"/>
                        </a:cubicBezTo>
                        <a:cubicBezTo>
                          <a:pt x="272520" y="348948"/>
                          <a:pt x="280035" y="349882"/>
                          <a:pt x="287569" y="350072"/>
                        </a:cubicBezTo>
                        <a:cubicBezTo>
                          <a:pt x="290894" y="350177"/>
                          <a:pt x="294218" y="350120"/>
                          <a:pt x="297552" y="349920"/>
                        </a:cubicBezTo>
                        <a:cubicBezTo>
                          <a:pt x="300171" y="349748"/>
                          <a:pt x="302771" y="349558"/>
                          <a:pt x="305362" y="349329"/>
                        </a:cubicBezTo>
                        <a:cubicBezTo>
                          <a:pt x="316287" y="348386"/>
                          <a:pt x="326965" y="346920"/>
                          <a:pt x="337366" y="345005"/>
                        </a:cubicBezTo>
                        <a:cubicBezTo>
                          <a:pt x="341081" y="344319"/>
                          <a:pt x="344767" y="343586"/>
                          <a:pt x="348415" y="342805"/>
                        </a:cubicBezTo>
                        <a:cubicBezTo>
                          <a:pt x="466792" y="317211"/>
                          <a:pt x="547326" y="236696"/>
                          <a:pt x="547326" y="236696"/>
                        </a:cubicBezTo>
                        <a:lnTo>
                          <a:pt x="547154" y="234515"/>
                        </a:lnTo>
                        <a:cubicBezTo>
                          <a:pt x="546859" y="230648"/>
                          <a:pt x="546487" y="226809"/>
                          <a:pt x="546049" y="222990"/>
                        </a:cubicBezTo>
                        <a:cubicBezTo>
                          <a:pt x="544487" y="209140"/>
                          <a:pt x="542077" y="195548"/>
                          <a:pt x="538839" y="182432"/>
                        </a:cubicBezTo>
                        <a:cubicBezTo>
                          <a:pt x="536600" y="173326"/>
                          <a:pt x="533972" y="164430"/>
                          <a:pt x="530962" y="155810"/>
                        </a:cubicBezTo>
                        <a:cubicBezTo>
                          <a:pt x="528447" y="148590"/>
                          <a:pt x="525656" y="141570"/>
                          <a:pt x="522618" y="134788"/>
                        </a:cubicBezTo>
                        <a:cubicBezTo>
                          <a:pt x="514941" y="139275"/>
                          <a:pt x="507473" y="143494"/>
                          <a:pt x="500215" y="147428"/>
                        </a:cubicBezTo>
                        <a:cubicBezTo>
                          <a:pt x="428682" y="186271"/>
                          <a:pt x="376942" y="199225"/>
                          <a:pt x="337376" y="199625"/>
                        </a:cubicBezTo>
                        <a:cubicBezTo>
                          <a:pt x="327012" y="199749"/>
                          <a:pt x="317468" y="198996"/>
                          <a:pt x="308639" y="197615"/>
                        </a:cubicBezTo>
                        <a:cubicBezTo>
                          <a:pt x="301152" y="196444"/>
                          <a:pt x="294151" y="194834"/>
                          <a:pt x="287579" y="192919"/>
                        </a:cubicBezTo>
                        <a:cubicBezTo>
                          <a:pt x="284369" y="191995"/>
                          <a:pt x="281264" y="190986"/>
                          <a:pt x="278263" y="189919"/>
                        </a:cubicBezTo>
                        <a:cubicBezTo>
                          <a:pt x="267033" y="185957"/>
                          <a:pt x="257051" y="181270"/>
                          <a:pt x="247840" y="176679"/>
                        </a:cubicBezTo>
                        <a:cubicBezTo>
                          <a:pt x="220761" y="163249"/>
                          <a:pt x="188890" y="119415"/>
                          <a:pt x="161325" y="77714"/>
                        </a:cubicBezTo>
                        <a:cubicBezTo>
                          <a:pt x="144513" y="52264"/>
                          <a:pt x="129311" y="27613"/>
                          <a:pt x="117758" y="11135"/>
                        </a:cubicBezTo>
                        <a:cubicBezTo>
                          <a:pt x="114748" y="6810"/>
                          <a:pt x="111995" y="3086"/>
                          <a:pt x="109509" y="0"/>
                        </a:cubicBezTo>
                        <a:lnTo>
                          <a:pt x="108985" y="381"/>
                        </a:lnTo>
                        <a:lnTo>
                          <a:pt x="48663" y="42805"/>
                        </a:lnTo>
                        <a:lnTo>
                          <a:pt x="40862" y="48292"/>
                        </a:lnTo>
                        <a:lnTo>
                          <a:pt x="21393" y="61979"/>
                        </a:lnTo>
                        <a:lnTo>
                          <a:pt x="15669" y="65999"/>
                        </a:lnTo>
                        <a:lnTo>
                          <a:pt x="2029" y="75600"/>
                        </a:lnTo>
                        <a:lnTo>
                          <a:pt x="0" y="77029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5" name="Google Shape;1804;p65">
                    <a:extLst>
                      <a:ext uri="{FF2B5EF4-FFF2-40B4-BE49-F238E27FC236}">
                        <a16:creationId xmlns:a16="http://schemas.microsoft.com/office/drawing/2014/main" id="{C360B1E1-7A73-7207-C5D0-26534CF719F9}"/>
                      </a:ext>
                    </a:extLst>
                  </p:cNvPr>
                  <p:cNvSpPr/>
                  <p:nvPr/>
                </p:nvSpPr>
                <p:spPr>
                  <a:xfrm>
                    <a:off x="6516100" y="3197351"/>
                    <a:ext cx="258346" cy="6132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346" h="613229" extrusionOk="0">
                        <a:moveTo>
                          <a:pt x="0" y="13345"/>
                        </a:moveTo>
                        <a:cubicBezTo>
                          <a:pt x="13087" y="58979"/>
                          <a:pt x="185709" y="62094"/>
                          <a:pt x="134931" y="0"/>
                        </a:cubicBezTo>
                        <a:cubicBezTo>
                          <a:pt x="155686" y="22050"/>
                          <a:pt x="183718" y="56445"/>
                          <a:pt x="206197" y="103889"/>
                        </a:cubicBezTo>
                        <a:cubicBezTo>
                          <a:pt x="238125" y="171269"/>
                          <a:pt x="242297" y="229991"/>
                          <a:pt x="245469" y="281645"/>
                        </a:cubicBezTo>
                        <a:cubicBezTo>
                          <a:pt x="252527" y="396716"/>
                          <a:pt x="256622" y="507282"/>
                          <a:pt x="258346" y="613229"/>
                        </a:cubicBezTo>
                        <a:cubicBezTo>
                          <a:pt x="200139" y="613229"/>
                          <a:pt x="141932" y="613229"/>
                          <a:pt x="83725" y="613229"/>
                        </a:cubicBezTo>
                        <a:lnTo>
                          <a:pt x="0" y="13345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6" name="Google Shape;1805;p65">
                    <a:extLst>
                      <a:ext uri="{FF2B5EF4-FFF2-40B4-BE49-F238E27FC236}">
                        <a16:creationId xmlns:a16="http://schemas.microsoft.com/office/drawing/2014/main" id="{D62781DD-AB76-ED47-0CB8-CBFC04169529}"/>
                      </a:ext>
                    </a:extLst>
                  </p:cNvPr>
                  <p:cNvSpPr/>
                  <p:nvPr/>
                </p:nvSpPr>
                <p:spPr>
                  <a:xfrm>
                    <a:off x="6327954" y="3168514"/>
                    <a:ext cx="298950" cy="9993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950" h="999384" extrusionOk="0">
                        <a:moveTo>
                          <a:pt x="1417" y="957906"/>
                        </a:moveTo>
                        <a:cubicBezTo>
                          <a:pt x="4103" y="977385"/>
                          <a:pt x="1160" y="960325"/>
                          <a:pt x="1779" y="960916"/>
                        </a:cubicBezTo>
                        <a:cubicBezTo>
                          <a:pt x="9552" y="968326"/>
                          <a:pt x="6218" y="964040"/>
                          <a:pt x="16267" y="968212"/>
                        </a:cubicBezTo>
                        <a:cubicBezTo>
                          <a:pt x="30726" y="974213"/>
                          <a:pt x="51414" y="979718"/>
                          <a:pt x="70207" y="984576"/>
                        </a:cubicBezTo>
                        <a:cubicBezTo>
                          <a:pt x="77027" y="986338"/>
                          <a:pt x="87933" y="988805"/>
                          <a:pt x="98115" y="990643"/>
                        </a:cubicBezTo>
                        <a:cubicBezTo>
                          <a:pt x="114574" y="993615"/>
                          <a:pt x="131833" y="996225"/>
                          <a:pt x="150960" y="997892"/>
                        </a:cubicBezTo>
                        <a:cubicBezTo>
                          <a:pt x="181592" y="1000559"/>
                          <a:pt x="216644" y="999292"/>
                          <a:pt x="248039" y="996911"/>
                        </a:cubicBezTo>
                        <a:cubicBezTo>
                          <a:pt x="250220" y="929464"/>
                          <a:pt x="249686" y="889907"/>
                          <a:pt x="255982" y="814983"/>
                        </a:cubicBezTo>
                        <a:cubicBezTo>
                          <a:pt x="259602" y="771873"/>
                          <a:pt x="270070" y="685338"/>
                          <a:pt x="275642" y="632703"/>
                        </a:cubicBezTo>
                        <a:cubicBezTo>
                          <a:pt x="277042" y="619511"/>
                          <a:pt x="279290" y="599528"/>
                          <a:pt x="280709" y="585812"/>
                        </a:cubicBezTo>
                        <a:cubicBezTo>
                          <a:pt x="280938" y="583573"/>
                          <a:pt x="281262" y="580649"/>
                          <a:pt x="281519" y="578239"/>
                        </a:cubicBezTo>
                        <a:cubicBezTo>
                          <a:pt x="282281" y="570981"/>
                          <a:pt x="283100" y="563247"/>
                          <a:pt x="283833" y="555960"/>
                        </a:cubicBezTo>
                        <a:cubicBezTo>
                          <a:pt x="284138" y="552960"/>
                          <a:pt x="284481" y="549750"/>
                          <a:pt x="284748" y="546921"/>
                        </a:cubicBezTo>
                        <a:cubicBezTo>
                          <a:pt x="285405" y="540101"/>
                          <a:pt x="286177" y="532072"/>
                          <a:pt x="286767" y="525671"/>
                        </a:cubicBezTo>
                        <a:cubicBezTo>
                          <a:pt x="289520" y="496019"/>
                          <a:pt x="292006" y="466740"/>
                          <a:pt x="294216" y="437545"/>
                        </a:cubicBezTo>
                        <a:cubicBezTo>
                          <a:pt x="294521" y="433469"/>
                          <a:pt x="294730" y="430583"/>
                          <a:pt x="295006" y="426811"/>
                        </a:cubicBezTo>
                        <a:cubicBezTo>
                          <a:pt x="295578" y="418876"/>
                          <a:pt x="296635" y="402046"/>
                          <a:pt x="296988" y="396398"/>
                        </a:cubicBezTo>
                        <a:cubicBezTo>
                          <a:pt x="297502" y="388149"/>
                          <a:pt x="297473" y="386549"/>
                          <a:pt x="297778" y="381110"/>
                        </a:cubicBezTo>
                        <a:cubicBezTo>
                          <a:pt x="297940" y="378195"/>
                          <a:pt x="297845" y="375519"/>
                          <a:pt x="297902" y="373918"/>
                        </a:cubicBezTo>
                        <a:cubicBezTo>
                          <a:pt x="301093" y="284717"/>
                          <a:pt x="298883" y="175208"/>
                          <a:pt x="264050" y="98570"/>
                        </a:cubicBezTo>
                        <a:cubicBezTo>
                          <a:pt x="248782" y="64985"/>
                          <a:pt x="240981" y="58784"/>
                          <a:pt x="228646" y="35952"/>
                        </a:cubicBezTo>
                        <a:cubicBezTo>
                          <a:pt x="220635" y="21122"/>
                          <a:pt x="218359" y="19893"/>
                          <a:pt x="212472" y="9692"/>
                        </a:cubicBezTo>
                        <a:cubicBezTo>
                          <a:pt x="209529" y="4606"/>
                          <a:pt x="209434" y="4891"/>
                          <a:pt x="207948" y="2567"/>
                        </a:cubicBezTo>
                        <a:cubicBezTo>
                          <a:pt x="206462" y="243"/>
                          <a:pt x="207510" y="119"/>
                          <a:pt x="206214" y="5"/>
                        </a:cubicBezTo>
                        <a:cubicBezTo>
                          <a:pt x="204919" y="-119"/>
                          <a:pt x="205909" y="2053"/>
                          <a:pt x="205566" y="3263"/>
                        </a:cubicBezTo>
                        <a:cubicBezTo>
                          <a:pt x="204309" y="7730"/>
                          <a:pt x="202414" y="12035"/>
                          <a:pt x="199385" y="16102"/>
                        </a:cubicBezTo>
                        <a:cubicBezTo>
                          <a:pt x="198204" y="17684"/>
                          <a:pt x="196213" y="19960"/>
                          <a:pt x="194641" y="21512"/>
                        </a:cubicBezTo>
                        <a:cubicBezTo>
                          <a:pt x="194517" y="21636"/>
                          <a:pt x="194413" y="21779"/>
                          <a:pt x="194203" y="21970"/>
                        </a:cubicBezTo>
                        <a:cubicBezTo>
                          <a:pt x="190860" y="24999"/>
                          <a:pt x="189288" y="26627"/>
                          <a:pt x="185173" y="29628"/>
                        </a:cubicBezTo>
                        <a:cubicBezTo>
                          <a:pt x="181068" y="32628"/>
                          <a:pt x="178106" y="34819"/>
                          <a:pt x="172334" y="38334"/>
                        </a:cubicBezTo>
                        <a:cubicBezTo>
                          <a:pt x="166562" y="41848"/>
                          <a:pt x="159494" y="45916"/>
                          <a:pt x="151588" y="50002"/>
                        </a:cubicBezTo>
                        <a:cubicBezTo>
                          <a:pt x="143683" y="54088"/>
                          <a:pt x="132291" y="59660"/>
                          <a:pt x="122928" y="63927"/>
                        </a:cubicBezTo>
                        <a:cubicBezTo>
                          <a:pt x="118803" y="65813"/>
                          <a:pt x="112136" y="68833"/>
                          <a:pt x="107649" y="70757"/>
                        </a:cubicBezTo>
                        <a:cubicBezTo>
                          <a:pt x="108050" y="105656"/>
                          <a:pt x="108412" y="138527"/>
                          <a:pt x="108202" y="174341"/>
                        </a:cubicBezTo>
                        <a:cubicBezTo>
                          <a:pt x="108192" y="176703"/>
                          <a:pt x="108145" y="182704"/>
                          <a:pt x="108021" y="187838"/>
                        </a:cubicBezTo>
                        <a:cubicBezTo>
                          <a:pt x="106945" y="231186"/>
                          <a:pt x="104773" y="275792"/>
                          <a:pt x="100096" y="319921"/>
                        </a:cubicBezTo>
                        <a:cubicBezTo>
                          <a:pt x="99077" y="329513"/>
                          <a:pt x="97924" y="340609"/>
                          <a:pt x="96791" y="350944"/>
                        </a:cubicBezTo>
                        <a:cubicBezTo>
                          <a:pt x="95353" y="364041"/>
                          <a:pt x="93819" y="378319"/>
                          <a:pt x="92295" y="391740"/>
                        </a:cubicBezTo>
                        <a:cubicBezTo>
                          <a:pt x="91800" y="396131"/>
                          <a:pt x="91200" y="400922"/>
                          <a:pt x="90657" y="405418"/>
                        </a:cubicBezTo>
                        <a:cubicBezTo>
                          <a:pt x="90590" y="405970"/>
                          <a:pt x="90552" y="406361"/>
                          <a:pt x="90447" y="407161"/>
                        </a:cubicBezTo>
                        <a:cubicBezTo>
                          <a:pt x="90343" y="407961"/>
                          <a:pt x="90190" y="409437"/>
                          <a:pt x="90038" y="410494"/>
                        </a:cubicBezTo>
                        <a:cubicBezTo>
                          <a:pt x="89247" y="415876"/>
                          <a:pt x="88657" y="422429"/>
                          <a:pt x="87838" y="428240"/>
                        </a:cubicBezTo>
                        <a:cubicBezTo>
                          <a:pt x="72712" y="535691"/>
                          <a:pt x="55310" y="658116"/>
                          <a:pt x="35850" y="760595"/>
                        </a:cubicBezTo>
                        <a:cubicBezTo>
                          <a:pt x="22153" y="832671"/>
                          <a:pt x="-6708" y="898927"/>
                          <a:pt x="1417" y="957906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7" name="Google Shape;1806;p65">
                    <a:extLst>
                      <a:ext uri="{FF2B5EF4-FFF2-40B4-BE49-F238E27FC236}">
                        <a16:creationId xmlns:a16="http://schemas.microsoft.com/office/drawing/2014/main" id="{FFEF4F31-B14A-0B20-445A-C85FF41748BA}"/>
                      </a:ext>
                    </a:extLst>
                  </p:cNvPr>
                  <p:cNvSpPr/>
                  <p:nvPr/>
                </p:nvSpPr>
                <p:spPr>
                  <a:xfrm>
                    <a:off x="6489501" y="3177911"/>
                    <a:ext cx="48601" cy="1343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01" h="134359" extrusionOk="0">
                        <a:moveTo>
                          <a:pt x="9949" y="35900"/>
                        </a:moveTo>
                        <a:cubicBezTo>
                          <a:pt x="10768" y="33214"/>
                          <a:pt x="11883" y="30432"/>
                          <a:pt x="13588" y="27556"/>
                        </a:cubicBezTo>
                        <a:cubicBezTo>
                          <a:pt x="16293" y="23012"/>
                          <a:pt x="20465" y="18250"/>
                          <a:pt x="27285" y="13364"/>
                        </a:cubicBezTo>
                        <a:cubicBezTo>
                          <a:pt x="30571" y="8620"/>
                          <a:pt x="32219" y="4267"/>
                          <a:pt x="33048" y="0"/>
                        </a:cubicBezTo>
                        <a:cubicBezTo>
                          <a:pt x="18398" y="8039"/>
                          <a:pt x="6587" y="18612"/>
                          <a:pt x="2034" y="33461"/>
                        </a:cubicBezTo>
                        <a:cubicBezTo>
                          <a:pt x="1701" y="34538"/>
                          <a:pt x="1415" y="35633"/>
                          <a:pt x="1167" y="36738"/>
                        </a:cubicBezTo>
                        <a:cubicBezTo>
                          <a:pt x="-4252" y="60798"/>
                          <a:pt x="9168" y="92783"/>
                          <a:pt x="42115" y="134360"/>
                        </a:cubicBezTo>
                        <a:lnTo>
                          <a:pt x="48602" y="129216"/>
                        </a:lnTo>
                        <a:cubicBezTo>
                          <a:pt x="15950" y="88030"/>
                          <a:pt x="3310" y="57502"/>
                          <a:pt x="9949" y="3590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8" name="Google Shape;1807;p65">
                    <a:extLst>
                      <a:ext uri="{FF2B5EF4-FFF2-40B4-BE49-F238E27FC236}">
                        <a16:creationId xmlns:a16="http://schemas.microsoft.com/office/drawing/2014/main" id="{7524091F-2F7B-F0FF-644B-438B51BAAB0C}"/>
                      </a:ext>
                    </a:extLst>
                  </p:cNvPr>
                  <p:cNvSpPr/>
                  <p:nvPr/>
                </p:nvSpPr>
                <p:spPr>
                  <a:xfrm>
                    <a:off x="6665090" y="3190827"/>
                    <a:ext cx="89287" cy="165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287" h="165611" extrusionOk="0">
                        <a:moveTo>
                          <a:pt x="79505" y="134312"/>
                        </a:moveTo>
                        <a:cubicBezTo>
                          <a:pt x="80286" y="127597"/>
                          <a:pt x="80943" y="119167"/>
                          <a:pt x="80981" y="109766"/>
                        </a:cubicBezTo>
                        <a:cubicBezTo>
                          <a:pt x="81115" y="71457"/>
                          <a:pt x="70552" y="48101"/>
                          <a:pt x="61674" y="35252"/>
                        </a:cubicBezTo>
                        <a:cubicBezTo>
                          <a:pt x="48120" y="15640"/>
                          <a:pt x="27756" y="3781"/>
                          <a:pt x="1162" y="0"/>
                        </a:cubicBezTo>
                        <a:lnTo>
                          <a:pt x="0" y="8192"/>
                        </a:lnTo>
                        <a:cubicBezTo>
                          <a:pt x="24212" y="11630"/>
                          <a:pt x="42663" y="22308"/>
                          <a:pt x="54855" y="39929"/>
                        </a:cubicBezTo>
                        <a:cubicBezTo>
                          <a:pt x="69704" y="61389"/>
                          <a:pt x="72761" y="89630"/>
                          <a:pt x="72714" y="109538"/>
                        </a:cubicBezTo>
                        <a:cubicBezTo>
                          <a:pt x="72695" y="118443"/>
                          <a:pt x="72066" y="126530"/>
                          <a:pt x="71323" y="132998"/>
                        </a:cubicBezTo>
                        <a:cubicBezTo>
                          <a:pt x="63055" y="133817"/>
                          <a:pt x="56597" y="140779"/>
                          <a:pt x="56597" y="149266"/>
                        </a:cubicBezTo>
                        <a:cubicBezTo>
                          <a:pt x="56597" y="158296"/>
                          <a:pt x="63913" y="165611"/>
                          <a:pt x="72942" y="165611"/>
                        </a:cubicBezTo>
                        <a:cubicBezTo>
                          <a:pt x="81972" y="165611"/>
                          <a:pt x="89287" y="158296"/>
                          <a:pt x="89287" y="149266"/>
                        </a:cubicBezTo>
                        <a:cubicBezTo>
                          <a:pt x="89278" y="142589"/>
                          <a:pt x="85258" y="136846"/>
                          <a:pt x="79505" y="134312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9" name="Google Shape;1808;p65">
                    <a:extLst>
                      <a:ext uri="{FF2B5EF4-FFF2-40B4-BE49-F238E27FC236}">
                        <a16:creationId xmlns:a16="http://schemas.microsoft.com/office/drawing/2014/main" id="{B9FB49CE-E460-4D75-5AE5-A71F741F77BF}"/>
                      </a:ext>
                    </a:extLst>
                  </p:cNvPr>
                  <p:cNvSpPr/>
                  <p:nvPr/>
                </p:nvSpPr>
                <p:spPr>
                  <a:xfrm>
                    <a:off x="6822243" y="3723513"/>
                    <a:ext cx="57308" cy="1079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308" h="107939" extrusionOk="0">
                        <a:moveTo>
                          <a:pt x="51682" y="0"/>
                        </a:moveTo>
                        <a:cubicBezTo>
                          <a:pt x="62264" y="0"/>
                          <a:pt x="61112" y="116376"/>
                          <a:pt x="19897" y="107451"/>
                        </a:cubicBezTo>
                        <a:cubicBezTo>
                          <a:pt x="-21327" y="98527"/>
                          <a:pt x="7534" y="0"/>
                          <a:pt x="51682" y="0"/>
                        </a:cubicBezTo>
                        <a:close/>
                      </a:path>
                    </a:pathLst>
                  </a:custGeom>
                  <a:solidFill>
                    <a:srgbClr val="2E353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0" name="Google Shape;1809;p65">
                    <a:extLst>
                      <a:ext uri="{FF2B5EF4-FFF2-40B4-BE49-F238E27FC236}">
                        <a16:creationId xmlns:a16="http://schemas.microsoft.com/office/drawing/2014/main" id="{E7518CA1-0D0D-CF4C-BE52-510772AAFE59}"/>
                      </a:ext>
                    </a:extLst>
                  </p:cNvPr>
                  <p:cNvSpPr/>
                  <p:nvPr/>
                </p:nvSpPr>
                <p:spPr>
                  <a:xfrm>
                    <a:off x="6810009" y="3735895"/>
                    <a:ext cx="219895" cy="1455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9895" h="145587" extrusionOk="0">
                        <a:moveTo>
                          <a:pt x="143450" y="74409"/>
                        </a:moveTo>
                        <a:cubicBezTo>
                          <a:pt x="149346" y="80839"/>
                          <a:pt x="171539" y="89002"/>
                          <a:pt x="180655" y="92916"/>
                        </a:cubicBezTo>
                        <a:cubicBezTo>
                          <a:pt x="189770" y="96831"/>
                          <a:pt x="216411" y="106632"/>
                          <a:pt x="213944" y="120539"/>
                        </a:cubicBezTo>
                        <a:cubicBezTo>
                          <a:pt x="211477" y="134455"/>
                          <a:pt x="182169" y="115719"/>
                          <a:pt x="178121" y="112319"/>
                        </a:cubicBezTo>
                        <a:cubicBezTo>
                          <a:pt x="174073" y="108918"/>
                          <a:pt x="144155" y="99869"/>
                          <a:pt x="144155" y="99869"/>
                        </a:cubicBezTo>
                        <a:cubicBezTo>
                          <a:pt x="147869" y="106804"/>
                          <a:pt x="193227" y="126178"/>
                          <a:pt x="186693" y="135798"/>
                        </a:cubicBezTo>
                        <a:cubicBezTo>
                          <a:pt x="180150" y="145428"/>
                          <a:pt x="135697" y="119224"/>
                          <a:pt x="132287" y="115138"/>
                        </a:cubicBezTo>
                        <a:cubicBezTo>
                          <a:pt x="128934" y="111128"/>
                          <a:pt x="112103" y="105146"/>
                          <a:pt x="111579" y="104975"/>
                        </a:cubicBezTo>
                        <a:cubicBezTo>
                          <a:pt x="112036" y="105442"/>
                          <a:pt x="126791" y="120615"/>
                          <a:pt x="130772" y="123539"/>
                        </a:cubicBezTo>
                        <a:cubicBezTo>
                          <a:pt x="134811" y="126502"/>
                          <a:pt x="155261" y="135150"/>
                          <a:pt x="146279" y="144170"/>
                        </a:cubicBezTo>
                        <a:cubicBezTo>
                          <a:pt x="137297" y="153210"/>
                          <a:pt x="93663" y="116224"/>
                          <a:pt x="89367" y="112176"/>
                        </a:cubicBezTo>
                        <a:cubicBezTo>
                          <a:pt x="85081" y="108128"/>
                          <a:pt x="76651" y="104851"/>
                          <a:pt x="72089" y="99260"/>
                        </a:cubicBezTo>
                        <a:cubicBezTo>
                          <a:pt x="68421" y="94764"/>
                          <a:pt x="55648" y="81791"/>
                          <a:pt x="47257" y="74514"/>
                        </a:cubicBezTo>
                        <a:cubicBezTo>
                          <a:pt x="45228" y="72742"/>
                          <a:pt x="43447" y="71323"/>
                          <a:pt x="42113" y="70418"/>
                        </a:cubicBezTo>
                        <a:cubicBezTo>
                          <a:pt x="35274" y="65818"/>
                          <a:pt x="194" y="67446"/>
                          <a:pt x="194" y="67446"/>
                        </a:cubicBezTo>
                        <a:cubicBezTo>
                          <a:pt x="-1483" y="64618"/>
                          <a:pt x="7652" y="6067"/>
                          <a:pt x="30150" y="0"/>
                        </a:cubicBezTo>
                        <a:cubicBezTo>
                          <a:pt x="30150" y="0"/>
                          <a:pt x="45657" y="4467"/>
                          <a:pt x="60925" y="7391"/>
                        </a:cubicBezTo>
                        <a:cubicBezTo>
                          <a:pt x="71527" y="9420"/>
                          <a:pt x="82033" y="10696"/>
                          <a:pt x="87129" y="9201"/>
                        </a:cubicBezTo>
                        <a:cubicBezTo>
                          <a:pt x="99549" y="5553"/>
                          <a:pt x="126810" y="6115"/>
                          <a:pt x="139325" y="14106"/>
                        </a:cubicBezTo>
                        <a:cubicBezTo>
                          <a:pt x="151860" y="22098"/>
                          <a:pt x="186189" y="8830"/>
                          <a:pt x="181759" y="23012"/>
                        </a:cubicBezTo>
                        <a:cubicBezTo>
                          <a:pt x="177321" y="37195"/>
                          <a:pt x="157347" y="37547"/>
                          <a:pt x="148765" y="34976"/>
                        </a:cubicBezTo>
                        <a:cubicBezTo>
                          <a:pt x="140183" y="32423"/>
                          <a:pt x="121371" y="31299"/>
                          <a:pt x="121371" y="31299"/>
                        </a:cubicBezTo>
                        <a:cubicBezTo>
                          <a:pt x="121371" y="31299"/>
                          <a:pt x="131334" y="41996"/>
                          <a:pt x="137887" y="46492"/>
                        </a:cubicBezTo>
                        <a:cubicBezTo>
                          <a:pt x="144441" y="50968"/>
                          <a:pt x="159033" y="58360"/>
                          <a:pt x="178321" y="64627"/>
                        </a:cubicBezTo>
                        <a:cubicBezTo>
                          <a:pt x="197619" y="70895"/>
                          <a:pt x="219021" y="74466"/>
                          <a:pt x="219888" y="89383"/>
                        </a:cubicBezTo>
                        <a:cubicBezTo>
                          <a:pt x="220745" y="104308"/>
                          <a:pt x="143450" y="74409"/>
                          <a:pt x="143450" y="74409"/>
                        </a:cubicBezTo>
                        <a:close/>
                      </a:path>
                    </a:pathLst>
                  </a:custGeom>
                  <a:solidFill>
                    <a:srgbClr val="F4B3B3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1" name="Google Shape;1810;p65">
                    <a:extLst>
                      <a:ext uri="{FF2B5EF4-FFF2-40B4-BE49-F238E27FC236}">
                        <a16:creationId xmlns:a16="http://schemas.microsoft.com/office/drawing/2014/main" id="{F5CC0E91-9CE3-05CA-00A3-F85B1FA3E947}"/>
                      </a:ext>
                    </a:extLst>
                  </p:cNvPr>
                  <p:cNvSpPr/>
                  <p:nvPr/>
                </p:nvSpPr>
                <p:spPr>
                  <a:xfrm>
                    <a:off x="6810019" y="3735895"/>
                    <a:ext cx="60925" cy="745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925" h="74514" extrusionOk="0">
                        <a:moveTo>
                          <a:pt x="60925" y="7391"/>
                        </a:moveTo>
                        <a:cubicBezTo>
                          <a:pt x="40885" y="28356"/>
                          <a:pt x="37989" y="55283"/>
                          <a:pt x="47257" y="74514"/>
                        </a:cubicBezTo>
                        <a:cubicBezTo>
                          <a:pt x="45228" y="72742"/>
                          <a:pt x="43447" y="71323"/>
                          <a:pt x="42113" y="70418"/>
                        </a:cubicBezTo>
                        <a:cubicBezTo>
                          <a:pt x="35274" y="65818"/>
                          <a:pt x="194" y="67446"/>
                          <a:pt x="194" y="67446"/>
                        </a:cubicBezTo>
                        <a:cubicBezTo>
                          <a:pt x="-1483" y="64618"/>
                          <a:pt x="7652" y="6067"/>
                          <a:pt x="30150" y="0"/>
                        </a:cubicBezTo>
                        <a:cubicBezTo>
                          <a:pt x="30141" y="0"/>
                          <a:pt x="45647" y="4477"/>
                          <a:pt x="60925" y="7391"/>
                        </a:cubicBezTo>
                        <a:close/>
                      </a:path>
                    </a:pathLst>
                  </a:custGeom>
                  <a:solidFill>
                    <a:srgbClr val="15EAD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2" name="Google Shape;1811;p65">
                    <a:extLst>
                      <a:ext uri="{FF2B5EF4-FFF2-40B4-BE49-F238E27FC236}">
                        <a16:creationId xmlns:a16="http://schemas.microsoft.com/office/drawing/2014/main" id="{912F4415-28F9-CB2B-A46B-DA6854CEA95C}"/>
                      </a:ext>
                    </a:extLst>
                  </p:cNvPr>
                  <p:cNvSpPr/>
                  <p:nvPr/>
                </p:nvSpPr>
                <p:spPr>
                  <a:xfrm>
                    <a:off x="6377461" y="3234666"/>
                    <a:ext cx="496464" cy="5963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6464" h="596308" extrusionOk="0">
                        <a:moveTo>
                          <a:pt x="1050" y="129563"/>
                        </a:moveTo>
                        <a:cubicBezTo>
                          <a:pt x="1393" y="134516"/>
                          <a:pt x="1822" y="139584"/>
                          <a:pt x="2327" y="144737"/>
                        </a:cubicBezTo>
                        <a:cubicBezTo>
                          <a:pt x="4832" y="170416"/>
                          <a:pt x="9289" y="198429"/>
                          <a:pt x="15290" y="227061"/>
                        </a:cubicBezTo>
                        <a:cubicBezTo>
                          <a:pt x="24406" y="270619"/>
                          <a:pt x="37074" y="315587"/>
                          <a:pt x="51828" y="355839"/>
                        </a:cubicBezTo>
                        <a:cubicBezTo>
                          <a:pt x="52076" y="356525"/>
                          <a:pt x="52343" y="357220"/>
                          <a:pt x="52590" y="357906"/>
                        </a:cubicBezTo>
                        <a:cubicBezTo>
                          <a:pt x="74536" y="417266"/>
                          <a:pt x="100987" y="466129"/>
                          <a:pt x="127199" y="484703"/>
                        </a:cubicBezTo>
                        <a:cubicBezTo>
                          <a:pt x="164185" y="510925"/>
                          <a:pt x="247367" y="539053"/>
                          <a:pt x="321890" y="560512"/>
                        </a:cubicBezTo>
                        <a:cubicBezTo>
                          <a:pt x="328939" y="562541"/>
                          <a:pt x="335902" y="564503"/>
                          <a:pt x="342731" y="566418"/>
                        </a:cubicBezTo>
                        <a:cubicBezTo>
                          <a:pt x="365000" y="572600"/>
                          <a:pt x="385956" y="578076"/>
                          <a:pt x="404005" y="582601"/>
                        </a:cubicBezTo>
                        <a:cubicBezTo>
                          <a:pt x="439134" y="591383"/>
                          <a:pt x="463279" y="596574"/>
                          <a:pt x="464670" y="596298"/>
                        </a:cubicBezTo>
                        <a:cubicBezTo>
                          <a:pt x="464670" y="596298"/>
                          <a:pt x="451811" y="537291"/>
                          <a:pt x="470500" y="506496"/>
                        </a:cubicBezTo>
                        <a:cubicBezTo>
                          <a:pt x="473471" y="501600"/>
                          <a:pt x="477234" y="497419"/>
                          <a:pt x="481977" y="494304"/>
                        </a:cubicBezTo>
                        <a:cubicBezTo>
                          <a:pt x="486054" y="491628"/>
                          <a:pt x="490835" y="489722"/>
                          <a:pt x="496465" y="488837"/>
                        </a:cubicBezTo>
                        <a:cubicBezTo>
                          <a:pt x="496465" y="488837"/>
                          <a:pt x="474948" y="483007"/>
                          <a:pt x="444515" y="474244"/>
                        </a:cubicBezTo>
                        <a:cubicBezTo>
                          <a:pt x="430923" y="470330"/>
                          <a:pt x="415578" y="465834"/>
                          <a:pt x="399567" y="460986"/>
                        </a:cubicBezTo>
                        <a:cubicBezTo>
                          <a:pt x="380926" y="455347"/>
                          <a:pt x="361400" y="449279"/>
                          <a:pt x="342740" y="443174"/>
                        </a:cubicBezTo>
                        <a:cubicBezTo>
                          <a:pt x="333273" y="440059"/>
                          <a:pt x="324014" y="436945"/>
                          <a:pt x="315213" y="433868"/>
                        </a:cubicBezTo>
                        <a:cubicBezTo>
                          <a:pt x="310403" y="432172"/>
                          <a:pt x="305726" y="430506"/>
                          <a:pt x="301231" y="428858"/>
                        </a:cubicBezTo>
                        <a:cubicBezTo>
                          <a:pt x="275266" y="419323"/>
                          <a:pt x="255168" y="410494"/>
                          <a:pt x="248233" y="404055"/>
                        </a:cubicBezTo>
                        <a:cubicBezTo>
                          <a:pt x="244738" y="400797"/>
                          <a:pt x="240880" y="391082"/>
                          <a:pt x="236556" y="376689"/>
                        </a:cubicBezTo>
                        <a:cubicBezTo>
                          <a:pt x="226164" y="342114"/>
                          <a:pt x="213124" y="280630"/>
                          <a:pt x="195999" y="217222"/>
                        </a:cubicBezTo>
                        <a:cubicBezTo>
                          <a:pt x="187026" y="184027"/>
                          <a:pt x="176939" y="150309"/>
                          <a:pt x="165518" y="119667"/>
                        </a:cubicBezTo>
                        <a:lnTo>
                          <a:pt x="165518" y="119657"/>
                        </a:lnTo>
                        <a:cubicBezTo>
                          <a:pt x="145440" y="65736"/>
                          <a:pt x="121265" y="21292"/>
                          <a:pt x="91881" y="5853"/>
                        </a:cubicBezTo>
                        <a:cubicBezTo>
                          <a:pt x="81984" y="642"/>
                          <a:pt x="71488" y="-1272"/>
                          <a:pt x="60362" y="852"/>
                        </a:cubicBezTo>
                        <a:cubicBezTo>
                          <a:pt x="60362" y="852"/>
                          <a:pt x="60229" y="852"/>
                          <a:pt x="59981" y="880"/>
                        </a:cubicBezTo>
                        <a:cubicBezTo>
                          <a:pt x="55952" y="1119"/>
                          <a:pt x="20310" y="4586"/>
                          <a:pt x="6327" y="48248"/>
                        </a:cubicBezTo>
                        <a:cubicBezTo>
                          <a:pt x="3279" y="57802"/>
                          <a:pt x="1374" y="69613"/>
                          <a:pt x="526" y="83167"/>
                        </a:cubicBezTo>
                        <a:cubicBezTo>
                          <a:pt x="-331" y="96997"/>
                          <a:pt x="-131" y="112656"/>
                          <a:pt x="1050" y="129563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3" name="Google Shape;1812;p65">
                    <a:extLst>
                      <a:ext uri="{FF2B5EF4-FFF2-40B4-BE49-F238E27FC236}">
                        <a16:creationId xmlns:a16="http://schemas.microsoft.com/office/drawing/2014/main" id="{218114D2-CD58-F8F6-8DCE-2E7098E20EDD}"/>
                      </a:ext>
                    </a:extLst>
                  </p:cNvPr>
                  <p:cNvSpPr/>
                  <p:nvPr/>
                </p:nvSpPr>
                <p:spPr>
                  <a:xfrm>
                    <a:off x="6514604" y="3304127"/>
                    <a:ext cx="116586" cy="1657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586" h="165753" extrusionOk="0">
                        <a:moveTo>
                          <a:pt x="32252" y="89620"/>
                        </a:moveTo>
                        <a:cubicBezTo>
                          <a:pt x="34728" y="96050"/>
                          <a:pt x="37348" y="102803"/>
                          <a:pt x="40043" y="109756"/>
                        </a:cubicBezTo>
                        <a:lnTo>
                          <a:pt x="40053" y="109756"/>
                        </a:lnTo>
                        <a:cubicBezTo>
                          <a:pt x="41158" y="110785"/>
                          <a:pt x="42272" y="111775"/>
                          <a:pt x="43415" y="112766"/>
                        </a:cubicBezTo>
                        <a:cubicBezTo>
                          <a:pt x="51978" y="120177"/>
                          <a:pt x="60770" y="126130"/>
                          <a:pt x="69447" y="130483"/>
                        </a:cubicBezTo>
                        <a:cubicBezTo>
                          <a:pt x="66190" y="138083"/>
                          <a:pt x="62075" y="144427"/>
                          <a:pt x="57236" y="149228"/>
                        </a:cubicBezTo>
                        <a:cubicBezTo>
                          <a:pt x="56626" y="149066"/>
                          <a:pt x="56007" y="148971"/>
                          <a:pt x="55360" y="148952"/>
                        </a:cubicBezTo>
                        <a:cubicBezTo>
                          <a:pt x="55979" y="150523"/>
                          <a:pt x="56598" y="152095"/>
                          <a:pt x="57208" y="153666"/>
                        </a:cubicBezTo>
                        <a:cubicBezTo>
                          <a:pt x="57846" y="155276"/>
                          <a:pt x="58484" y="156886"/>
                          <a:pt x="59112" y="158477"/>
                        </a:cubicBezTo>
                        <a:cubicBezTo>
                          <a:pt x="59751" y="160086"/>
                          <a:pt x="60389" y="161706"/>
                          <a:pt x="61027" y="163306"/>
                        </a:cubicBezTo>
                        <a:cubicBezTo>
                          <a:pt x="62551" y="161782"/>
                          <a:pt x="63494" y="159677"/>
                          <a:pt x="63494" y="157353"/>
                        </a:cubicBezTo>
                        <a:cubicBezTo>
                          <a:pt x="63494" y="156534"/>
                          <a:pt x="63370" y="155752"/>
                          <a:pt x="63151" y="155009"/>
                        </a:cubicBezTo>
                        <a:cubicBezTo>
                          <a:pt x="68647" y="149514"/>
                          <a:pt x="73305" y="142360"/>
                          <a:pt x="76953" y="133883"/>
                        </a:cubicBezTo>
                        <a:cubicBezTo>
                          <a:pt x="78467" y="134493"/>
                          <a:pt x="79972" y="135036"/>
                          <a:pt x="81468" y="135540"/>
                        </a:cubicBezTo>
                        <a:lnTo>
                          <a:pt x="73552" y="118662"/>
                        </a:lnTo>
                        <a:cubicBezTo>
                          <a:pt x="73171" y="120043"/>
                          <a:pt x="72771" y="121386"/>
                          <a:pt x="72343" y="122720"/>
                        </a:cubicBezTo>
                        <a:cubicBezTo>
                          <a:pt x="64561" y="118710"/>
                          <a:pt x="56617" y="113271"/>
                          <a:pt x="48806" y="106518"/>
                        </a:cubicBezTo>
                        <a:cubicBezTo>
                          <a:pt x="42834" y="101317"/>
                          <a:pt x="37243" y="95602"/>
                          <a:pt x="32252" y="89620"/>
                        </a:cubicBezTo>
                        <a:close/>
                        <a:moveTo>
                          <a:pt x="1724" y="50587"/>
                        </a:moveTo>
                        <a:lnTo>
                          <a:pt x="1724" y="50596"/>
                        </a:lnTo>
                        <a:cubicBezTo>
                          <a:pt x="1800" y="50958"/>
                          <a:pt x="1905" y="51301"/>
                          <a:pt x="1991" y="51673"/>
                        </a:cubicBezTo>
                        <a:cubicBezTo>
                          <a:pt x="6144" y="67656"/>
                          <a:pt x="16545" y="85115"/>
                          <a:pt x="30766" y="100517"/>
                        </a:cubicBezTo>
                        <a:lnTo>
                          <a:pt x="30775" y="100526"/>
                        </a:lnTo>
                        <a:cubicBezTo>
                          <a:pt x="31318" y="101136"/>
                          <a:pt x="31890" y="101736"/>
                          <a:pt x="32461" y="102327"/>
                        </a:cubicBezTo>
                        <a:lnTo>
                          <a:pt x="32471" y="102336"/>
                        </a:lnTo>
                        <a:cubicBezTo>
                          <a:pt x="34900" y="104879"/>
                          <a:pt x="37415" y="107356"/>
                          <a:pt x="40043" y="109756"/>
                        </a:cubicBezTo>
                        <a:lnTo>
                          <a:pt x="40053" y="109756"/>
                        </a:lnTo>
                        <a:cubicBezTo>
                          <a:pt x="41158" y="110785"/>
                          <a:pt x="42272" y="111775"/>
                          <a:pt x="43415" y="112766"/>
                        </a:cubicBezTo>
                        <a:cubicBezTo>
                          <a:pt x="51978" y="120177"/>
                          <a:pt x="60770" y="126130"/>
                          <a:pt x="69447" y="130483"/>
                        </a:cubicBezTo>
                        <a:cubicBezTo>
                          <a:pt x="66190" y="138083"/>
                          <a:pt x="62075" y="144427"/>
                          <a:pt x="57236" y="149228"/>
                        </a:cubicBezTo>
                        <a:cubicBezTo>
                          <a:pt x="56626" y="149066"/>
                          <a:pt x="56007" y="148971"/>
                          <a:pt x="55360" y="148952"/>
                        </a:cubicBezTo>
                        <a:cubicBezTo>
                          <a:pt x="55274" y="148942"/>
                          <a:pt x="55179" y="148942"/>
                          <a:pt x="55093" y="148942"/>
                        </a:cubicBezTo>
                        <a:cubicBezTo>
                          <a:pt x="50454" y="148942"/>
                          <a:pt x="46682" y="152704"/>
                          <a:pt x="46682" y="157353"/>
                        </a:cubicBezTo>
                        <a:lnTo>
                          <a:pt x="46682" y="157419"/>
                        </a:lnTo>
                        <a:cubicBezTo>
                          <a:pt x="46692" y="158772"/>
                          <a:pt x="47035" y="160058"/>
                          <a:pt x="47606" y="161182"/>
                        </a:cubicBezTo>
                        <a:cubicBezTo>
                          <a:pt x="48997" y="163896"/>
                          <a:pt x="51826" y="165754"/>
                          <a:pt x="55083" y="165754"/>
                        </a:cubicBezTo>
                        <a:cubicBezTo>
                          <a:pt x="57398" y="165754"/>
                          <a:pt x="59493" y="164820"/>
                          <a:pt x="61017" y="163306"/>
                        </a:cubicBezTo>
                        <a:cubicBezTo>
                          <a:pt x="62542" y="161782"/>
                          <a:pt x="63484" y="159677"/>
                          <a:pt x="63484" y="157353"/>
                        </a:cubicBezTo>
                        <a:cubicBezTo>
                          <a:pt x="63484" y="156534"/>
                          <a:pt x="63361" y="155752"/>
                          <a:pt x="63141" y="155009"/>
                        </a:cubicBezTo>
                        <a:cubicBezTo>
                          <a:pt x="68637" y="149514"/>
                          <a:pt x="73295" y="142360"/>
                          <a:pt x="76943" y="133883"/>
                        </a:cubicBezTo>
                        <a:cubicBezTo>
                          <a:pt x="78458" y="134493"/>
                          <a:pt x="79963" y="135036"/>
                          <a:pt x="81458" y="135540"/>
                        </a:cubicBezTo>
                        <a:lnTo>
                          <a:pt x="81468" y="135540"/>
                        </a:lnTo>
                        <a:cubicBezTo>
                          <a:pt x="88068" y="137750"/>
                          <a:pt x="94498" y="138941"/>
                          <a:pt x="100594" y="139065"/>
                        </a:cubicBezTo>
                        <a:cubicBezTo>
                          <a:pt x="101946" y="141903"/>
                          <a:pt x="104823" y="143865"/>
                          <a:pt x="108176" y="143865"/>
                        </a:cubicBezTo>
                        <a:cubicBezTo>
                          <a:pt x="110795" y="143865"/>
                          <a:pt x="113129" y="142675"/>
                          <a:pt x="114681" y="140798"/>
                        </a:cubicBezTo>
                        <a:cubicBezTo>
                          <a:pt x="115862" y="139341"/>
                          <a:pt x="116586" y="137484"/>
                          <a:pt x="116586" y="135464"/>
                        </a:cubicBezTo>
                        <a:cubicBezTo>
                          <a:pt x="116586" y="132616"/>
                          <a:pt x="115177" y="130102"/>
                          <a:pt x="113014" y="128578"/>
                        </a:cubicBezTo>
                        <a:cubicBezTo>
                          <a:pt x="111652" y="127616"/>
                          <a:pt x="109976" y="127054"/>
                          <a:pt x="108185" y="127054"/>
                        </a:cubicBezTo>
                        <a:cubicBezTo>
                          <a:pt x="105261" y="127054"/>
                          <a:pt x="102689" y="128549"/>
                          <a:pt x="101185" y="130816"/>
                        </a:cubicBezTo>
                        <a:cubicBezTo>
                          <a:pt x="94536" y="130749"/>
                          <a:pt x="87345" y="129159"/>
                          <a:pt x="79886" y="126177"/>
                        </a:cubicBezTo>
                        <a:cubicBezTo>
                          <a:pt x="82954" y="116976"/>
                          <a:pt x="84982" y="106565"/>
                          <a:pt x="85821" y="95297"/>
                        </a:cubicBezTo>
                        <a:cubicBezTo>
                          <a:pt x="87849" y="68094"/>
                          <a:pt x="82715" y="40986"/>
                          <a:pt x="72067" y="22783"/>
                        </a:cubicBezTo>
                        <a:cubicBezTo>
                          <a:pt x="66313" y="12944"/>
                          <a:pt x="59255" y="6181"/>
                          <a:pt x="51093" y="2676"/>
                        </a:cubicBezTo>
                        <a:cubicBezTo>
                          <a:pt x="50388" y="2381"/>
                          <a:pt x="49664" y="2095"/>
                          <a:pt x="48940" y="1847"/>
                        </a:cubicBezTo>
                        <a:cubicBezTo>
                          <a:pt x="41377" y="-800"/>
                          <a:pt x="33242" y="-601"/>
                          <a:pt x="24670" y="2438"/>
                        </a:cubicBezTo>
                        <a:cubicBezTo>
                          <a:pt x="24670" y="2438"/>
                          <a:pt x="24060" y="2648"/>
                          <a:pt x="23384" y="2905"/>
                        </a:cubicBezTo>
                        <a:cubicBezTo>
                          <a:pt x="22860" y="3105"/>
                          <a:pt x="22289" y="3333"/>
                          <a:pt x="21908" y="3505"/>
                        </a:cubicBezTo>
                        <a:cubicBezTo>
                          <a:pt x="21670" y="3600"/>
                          <a:pt x="21212" y="3819"/>
                          <a:pt x="21212" y="3819"/>
                        </a:cubicBezTo>
                        <a:cubicBezTo>
                          <a:pt x="19927" y="4429"/>
                          <a:pt x="18698" y="5086"/>
                          <a:pt x="17536" y="5781"/>
                        </a:cubicBezTo>
                        <a:cubicBezTo>
                          <a:pt x="16974" y="6096"/>
                          <a:pt x="16431" y="6438"/>
                          <a:pt x="15898" y="6791"/>
                        </a:cubicBezTo>
                        <a:cubicBezTo>
                          <a:pt x="11164" y="9886"/>
                          <a:pt x="7449" y="13725"/>
                          <a:pt x="4801" y="18269"/>
                        </a:cubicBezTo>
                        <a:cubicBezTo>
                          <a:pt x="3982" y="19659"/>
                          <a:pt x="3267" y="21126"/>
                          <a:pt x="2648" y="22650"/>
                        </a:cubicBezTo>
                        <a:cubicBezTo>
                          <a:pt x="-533" y="30603"/>
                          <a:pt x="-857" y="39995"/>
                          <a:pt x="1724" y="50587"/>
                        </a:cubicBezTo>
                        <a:close/>
                        <a:moveTo>
                          <a:pt x="8316" y="36699"/>
                        </a:moveTo>
                        <a:lnTo>
                          <a:pt x="8316" y="36690"/>
                        </a:lnTo>
                        <a:cubicBezTo>
                          <a:pt x="8344" y="34261"/>
                          <a:pt x="8620" y="31813"/>
                          <a:pt x="9220" y="29441"/>
                        </a:cubicBezTo>
                        <a:lnTo>
                          <a:pt x="9220" y="29432"/>
                        </a:lnTo>
                        <a:cubicBezTo>
                          <a:pt x="10535" y="24050"/>
                          <a:pt x="13449" y="18973"/>
                          <a:pt x="18812" y="14887"/>
                        </a:cubicBezTo>
                        <a:cubicBezTo>
                          <a:pt x="20650" y="13497"/>
                          <a:pt x="22784" y="12220"/>
                          <a:pt x="25232" y="11087"/>
                        </a:cubicBezTo>
                        <a:cubicBezTo>
                          <a:pt x="34309" y="7315"/>
                          <a:pt x="41824" y="7734"/>
                          <a:pt x="47987" y="10410"/>
                        </a:cubicBezTo>
                        <a:cubicBezTo>
                          <a:pt x="55550" y="13697"/>
                          <a:pt x="61074" y="20383"/>
                          <a:pt x="64923" y="26955"/>
                        </a:cubicBezTo>
                        <a:cubicBezTo>
                          <a:pt x="74610" y="43519"/>
                          <a:pt x="79458" y="69475"/>
                          <a:pt x="77572" y="94678"/>
                        </a:cubicBezTo>
                        <a:cubicBezTo>
                          <a:pt x="76924" y="103317"/>
                          <a:pt x="75562" y="111356"/>
                          <a:pt x="73562" y="118653"/>
                        </a:cubicBezTo>
                        <a:lnTo>
                          <a:pt x="73562" y="118662"/>
                        </a:lnTo>
                        <a:cubicBezTo>
                          <a:pt x="73181" y="120043"/>
                          <a:pt x="72781" y="121386"/>
                          <a:pt x="72352" y="122720"/>
                        </a:cubicBezTo>
                        <a:cubicBezTo>
                          <a:pt x="64570" y="118710"/>
                          <a:pt x="56626" y="113271"/>
                          <a:pt x="48816" y="106518"/>
                        </a:cubicBezTo>
                        <a:cubicBezTo>
                          <a:pt x="42825" y="101327"/>
                          <a:pt x="37233" y="95612"/>
                          <a:pt x="32243" y="89639"/>
                        </a:cubicBezTo>
                        <a:lnTo>
                          <a:pt x="32233" y="89630"/>
                        </a:lnTo>
                        <a:cubicBezTo>
                          <a:pt x="30976" y="88134"/>
                          <a:pt x="29776" y="86629"/>
                          <a:pt x="28604" y="85105"/>
                        </a:cubicBezTo>
                        <a:cubicBezTo>
                          <a:pt x="28023" y="84353"/>
                          <a:pt x="27451" y="83591"/>
                          <a:pt x="26899" y="82839"/>
                        </a:cubicBezTo>
                        <a:cubicBezTo>
                          <a:pt x="26899" y="82839"/>
                          <a:pt x="26899" y="82829"/>
                          <a:pt x="26889" y="82829"/>
                        </a:cubicBezTo>
                        <a:cubicBezTo>
                          <a:pt x="18726" y="71751"/>
                          <a:pt x="12735" y="60159"/>
                          <a:pt x="10001" y="49615"/>
                        </a:cubicBezTo>
                        <a:cubicBezTo>
                          <a:pt x="8963" y="45548"/>
                          <a:pt x="8249" y="41128"/>
                          <a:pt x="8316" y="36699"/>
                        </a:cubicBezTo>
                        <a:close/>
                        <a:moveTo>
                          <a:pt x="32252" y="89620"/>
                        </a:moveTo>
                        <a:cubicBezTo>
                          <a:pt x="34728" y="96050"/>
                          <a:pt x="37348" y="102803"/>
                          <a:pt x="40043" y="109756"/>
                        </a:cubicBezTo>
                        <a:lnTo>
                          <a:pt x="40053" y="109756"/>
                        </a:lnTo>
                        <a:cubicBezTo>
                          <a:pt x="41158" y="110785"/>
                          <a:pt x="42272" y="111775"/>
                          <a:pt x="43415" y="112766"/>
                        </a:cubicBezTo>
                        <a:cubicBezTo>
                          <a:pt x="51978" y="120177"/>
                          <a:pt x="60770" y="126130"/>
                          <a:pt x="69447" y="130483"/>
                        </a:cubicBezTo>
                        <a:cubicBezTo>
                          <a:pt x="66190" y="138083"/>
                          <a:pt x="62075" y="144427"/>
                          <a:pt x="57236" y="149228"/>
                        </a:cubicBezTo>
                        <a:cubicBezTo>
                          <a:pt x="56626" y="149066"/>
                          <a:pt x="56007" y="148971"/>
                          <a:pt x="55360" y="148952"/>
                        </a:cubicBezTo>
                        <a:cubicBezTo>
                          <a:pt x="55979" y="150523"/>
                          <a:pt x="56598" y="152095"/>
                          <a:pt x="57208" y="153666"/>
                        </a:cubicBezTo>
                        <a:cubicBezTo>
                          <a:pt x="57846" y="155276"/>
                          <a:pt x="58484" y="156886"/>
                          <a:pt x="59112" y="158477"/>
                        </a:cubicBezTo>
                        <a:cubicBezTo>
                          <a:pt x="59751" y="160086"/>
                          <a:pt x="60389" y="161706"/>
                          <a:pt x="61027" y="163306"/>
                        </a:cubicBezTo>
                        <a:cubicBezTo>
                          <a:pt x="62551" y="161782"/>
                          <a:pt x="63494" y="159677"/>
                          <a:pt x="63494" y="157353"/>
                        </a:cubicBezTo>
                        <a:cubicBezTo>
                          <a:pt x="63494" y="156534"/>
                          <a:pt x="63370" y="155752"/>
                          <a:pt x="63151" y="155009"/>
                        </a:cubicBezTo>
                        <a:cubicBezTo>
                          <a:pt x="68647" y="149514"/>
                          <a:pt x="73305" y="142360"/>
                          <a:pt x="76953" y="133883"/>
                        </a:cubicBezTo>
                        <a:cubicBezTo>
                          <a:pt x="78467" y="134493"/>
                          <a:pt x="79972" y="135036"/>
                          <a:pt x="81468" y="135540"/>
                        </a:cubicBezTo>
                        <a:lnTo>
                          <a:pt x="73552" y="118662"/>
                        </a:lnTo>
                        <a:cubicBezTo>
                          <a:pt x="73171" y="120043"/>
                          <a:pt x="72771" y="121386"/>
                          <a:pt x="72343" y="122720"/>
                        </a:cubicBezTo>
                        <a:cubicBezTo>
                          <a:pt x="64561" y="118710"/>
                          <a:pt x="56617" y="113271"/>
                          <a:pt x="48806" y="106518"/>
                        </a:cubicBezTo>
                        <a:cubicBezTo>
                          <a:pt x="42834" y="101317"/>
                          <a:pt x="37243" y="95602"/>
                          <a:pt x="32252" y="8962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06" name="Google Shape;1813;p65">
                  <a:extLst>
                    <a:ext uri="{FF2B5EF4-FFF2-40B4-BE49-F238E27FC236}">
                      <a16:creationId xmlns:a16="http://schemas.microsoft.com/office/drawing/2014/main" id="{AB188C3A-799F-D254-75C0-0B4840E20074}"/>
                    </a:ext>
                  </a:extLst>
                </p:cNvPr>
                <p:cNvGrpSpPr/>
                <p:nvPr/>
              </p:nvGrpSpPr>
              <p:grpSpPr>
                <a:xfrm>
                  <a:off x="7162704" y="2836656"/>
                  <a:ext cx="682329" cy="784478"/>
                  <a:chOff x="7162704" y="2836656"/>
                  <a:chExt cx="682329" cy="784478"/>
                </a:xfrm>
              </p:grpSpPr>
              <p:grpSp>
                <p:nvGrpSpPr>
                  <p:cNvPr id="1107" name="Google Shape;1814;p65">
                    <a:extLst>
                      <a:ext uri="{FF2B5EF4-FFF2-40B4-BE49-F238E27FC236}">
                        <a16:creationId xmlns:a16="http://schemas.microsoft.com/office/drawing/2014/main" id="{876C915A-D8CA-2F48-11F5-75EA3F3A266E}"/>
                      </a:ext>
                    </a:extLst>
                  </p:cNvPr>
                  <p:cNvGrpSpPr/>
                  <p:nvPr/>
                </p:nvGrpSpPr>
                <p:grpSpPr>
                  <a:xfrm>
                    <a:off x="7162704" y="2836656"/>
                    <a:ext cx="682329" cy="784478"/>
                    <a:chOff x="7162704" y="2836656"/>
                    <a:chExt cx="682329" cy="784478"/>
                  </a:xfrm>
                </p:grpSpPr>
                <p:sp>
                  <p:nvSpPr>
                    <p:cNvPr id="1127" name="Google Shape;1815;p65">
                      <a:extLst>
                        <a:ext uri="{FF2B5EF4-FFF2-40B4-BE49-F238E27FC236}">
                          <a16:creationId xmlns:a16="http://schemas.microsoft.com/office/drawing/2014/main" id="{13C899A7-8868-8361-B26B-5A875CF37D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4619" y="2836656"/>
                      <a:ext cx="450414" cy="7129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414" h="712977" extrusionOk="0">
                          <a:moveTo>
                            <a:pt x="256889" y="28635"/>
                          </a:moveTo>
                          <a:lnTo>
                            <a:pt x="448151" y="590115"/>
                          </a:lnTo>
                          <a:cubicBezTo>
                            <a:pt x="455666" y="612194"/>
                            <a:pt x="443855" y="636206"/>
                            <a:pt x="421786" y="643731"/>
                          </a:cubicBezTo>
                          <a:lnTo>
                            <a:pt x="218513" y="712978"/>
                          </a:lnTo>
                          <a:lnTo>
                            <a:pt x="0" y="71517"/>
                          </a:lnTo>
                          <a:lnTo>
                            <a:pt x="203273" y="2270"/>
                          </a:lnTo>
                          <a:cubicBezTo>
                            <a:pt x="225352" y="-5255"/>
                            <a:pt x="249364" y="6537"/>
                            <a:pt x="256889" y="28635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8" name="Google Shape;1816;p65">
                      <a:extLst>
                        <a:ext uri="{FF2B5EF4-FFF2-40B4-BE49-F238E27FC236}">
                          <a16:creationId xmlns:a16="http://schemas.microsoft.com/office/drawing/2014/main" id="{BBF9CE80-4B67-9852-D731-E5C460AED1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62704" y="2908163"/>
                      <a:ext cx="450437" cy="7129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0437" h="712971" extrusionOk="0">
                          <a:moveTo>
                            <a:pt x="231924" y="0"/>
                          </a:moveTo>
                          <a:lnTo>
                            <a:pt x="450438" y="641461"/>
                          </a:lnTo>
                          <a:lnTo>
                            <a:pt x="247146" y="710708"/>
                          </a:lnTo>
                          <a:cubicBezTo>
                            <a:pt x="225066" y="718223"/>
                            <a:pt x="201054" y="706412"/>
                            <a:pt x="193529" y="684343"/>
                          </a:cubicBezTo>
                          <a:lnTo>
                            <a:pt x="2267" y="122863"/>
                          </a:lnTo>
                          <a:cubicBezTo>
                            <a:pt x="-5258" y="100765"/>
                            <a:pt x="6563" y="76771"/>
                            <a:pt x="28632" y="69247"/>
                          </a:cubicBezTo>
                          <a:lnTo>
                            <a:pt x="231924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08" name="Google Shape;1817;p65">
                    <a:extLst>
                      <a:ext uri="{FF2B5EF4-FFF2-40B4-BE49-F238E27FC236}">
                        <a16:creationId xmlns:a16="http://schemas.microsoft.com/office/drawing/2014/main" id="{6139AE01-A09C-A3A5-EFCB-7C866CF71415}"/>
                      </a:ext>
                    </a:extLst>
                  </p:cNvPr>
                  <p:cNvGrpSpPr/>
                  <p:nvPr/>
                </p:nvGrpSpPr>
                <p:grpSpPr>
                  <a:xfrm>
                    <a:off x="7259242" y="2930069"/>
                    <a:ext cx="489278" cy="597622"/>
                    <a:chOff x="7259242" y="2930069"/>
                    <a:chExt cx="489278" cy="597622"/>
                  </a:xfrm>
                </p:grpSpPr>
                <p:sp>
                  <p:nvSpPr>
                    <p:cNvPr id="1109" name="Google Shape;1818;p65">
                      <a:extLst>
                        <a:ext uri="{FF2B5EF4-FFF2-40B4-BE49-F238E27FC236}">
                          <a16:creationId xmlns:a16="http://schemas.microsoft.com/office/drawing/2014/main" id="{D5502C9E-D7A0-018E-CE69-BE69711AB3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5815" y="2936953"/>
                      <a:ext cx="86954" cy="641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54" h="64174" extrusionOk="0">
                          <a:moveTo>
                            <a:pt x="84449" y="31646"/>
                          </a:moveTo>
                          <a:cubicBezTo>
                            <a:pt x="88097" y="42362"/>
                            <a:pt x="87735" y="53783"/>
                            <a:pt x="83534" y="64174"/>
                          </a:cubicBezTo>
                          <a:lnTo>
                            <a:pt x="0" y="23074"/>
                          </a:lnTo>
                          <a:cubicBezTo>
                            <a:pt x="5648" y="13406"/>
                            <a:pt x="14478" y="6167"/>
                            <a:pt x="25194" y="2519"/>
                          </a:cubicBezTo>
                          <a:cubicBezTo>
                            <a:pt x="36995" y="-1501"/>
                            <a:pt x="49663" y="-691"/>
                            <a:pt x="60865" y="4814"/>
                          </a:cubicBezTo>
                          <a:cubicBezTo>
                            <a:pt x="72047" y="10329"/>
                            <a:pt x="80429" y="19845"/>
                            <a:pt x="84449" y="31646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0" name="Google Shape;1819;p65">
                      <a:extLst>
                        <a:ext uri="{FF2B5EF4-FFF2-40B4-BE49-F238E27FC236}">
                          <a16:creationId xmlns:a16="http://schemas.microsoft.com/office/drawing/2014/main" id="{090E4AFB-A626-5388-8DFD-58CAAD0B84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5252" y="3140780"/>
                      <a:ext cx="86944" cy="641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44" h="64144" extrusionOk="0">
                          <a:moveTo>
                            <a:pt x="84439" y="31635"/>
                          </a:moveTo>
                          <a:cubicBezTo>
                            <a:pt x="88087" y="42332"/>
                            <a:pt x="87725" y="53753"/>
                            <a:pt x="83525" y="64144"/>
                          </a:cubicBezTo>
                          <a:lnTo>
                            <a:pt x="0" y="23063"/>
                          </a:lnTo>
                          <a:cubicBezTo>
                            <a:pt x="5820" y="13100"/>
                            <a:pt x="14907" y="6013"/>
                            <a:pt x="25194" y="2508"/>
                          </a:cubicBezTo>
                          <a:cubicBezTo>
                            <a:pt x="36509" y="-1350"/>
                            <a:pt x="49292" y="-883"/>
                            <a:pt x="60855" y="4784"/>
                          </a:cubicBezTo>
                          <a:cubicBezTo>
                            <a:pt x="72028" y="10300"/>
                            <a:pt x="80420" y="19825"/>
                            <a:pt x="84439" y="31635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1" name="Google Shape;1820;p65">
                      <a:extLst>
                        <a:ext uri="{FF2B5EF4-FFF2-40B4-BE49-F238E27FC236}">
                          <a16:creationId xmlns:a16="http://schemas.microsoft.com/office/drawing/2014/main" id="{B13D85B1-D09D-CFB6-56A3-870C8C72A4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54671" y="3344589"/>
                      <a:ext cx="86944" cy="641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44" h="64132" extrusionOk="0">
                          <a:moveTo>
                            <a:pt x="84439" y="31623"/>
                          </a:moveTo>
                          <a:cubicBezTo>
                            <a:pt x="88087" y="42339"/>
                            <a:pt x="87725" y="53759"/>
                            <a:pt x="83525" y="64132"/>
                          </a:cubicBezTo>
                          <a:lnTo>
                            <a:pt x="0" y="23051"/>
                          </a:lnTo>
                          <a:cubicBezTo>
                            <a:pt x="5829" y="13107"/>
                            <a:pt x="14906" y="6020"/>
                            <a:pt x="25203" y="2515"/>
                          </a:cubicBezTo>
                          <a:cubicBezTo>
                            <a:pt x="36519" y="-1343"/>
                            <a:pt x="49301" y="-895"/>
                            <a:pt x="60855" y="4782"/>
                          </a:cubicBezTo>
                          <a:cubicBezTo>
                            <a:pt x="72037" y="10287"/>
                            <a:pt x="80420" y="19812"/>
                            <a:pt x="84439" y="31623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2" name="Google Shape;1821;p65">
                      <a:extLst>
                        <a:ext uri="{FF2B5EF4-FFF2-40B4-BE49-F238E27FC236}">
                          <a16:creationId xmlns:a16="http://schemas.microsoft.com/office/drawing/2014/main" id="{F5AD12E1-460B-AA2D-6180-BBF9FAF557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34205" y="3433886"/>
                      <a:ext cx="64133" cy="869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33" h="86914" extrusionOk="0">
                          <a:moveTo>
                            <a:pt x="41082" y="0"/>
                          </a:moveTo>
                          <a:cubicBezTo>
                            <a:pt x="61970" y="12240"/>
                            <a:pt x="70199" y="38795"/>
                            <a:pt x="59341" y="60846"/>
                          </a:cubicBezTo>
                          <a:cubicBezTo>
                            <a:pt x="48492" y="82915"/>
                            <a:pt x="22441" y="92602"/>
                            <a:pt x="0" y="83525"/>
                          </a:cubicBezTo>
                          <a:lnTo>
                            <a:pt x="41082" y="0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3" name="Google Shape;1822;p65">
                      <a:extLst>
                        <a:ext uri="{FF2B5EF4-FFF2-40B4-BE49-F238E27FC236}">
                          <a16:creationId xmlns:a16="http://schemas.microsoft.com/office/drawing/2014/main" id="{4EA70287-012D-A28A-AB2C-41236E7C62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64777" y="3230070"/>
                      <a:ext cx="64123" cy="86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23" h="86925" extrusionOk="0">
                          <a:moveTo>
                            <a:pt x="41072" y="0"/>
                          </a:moveTo>
                          <a:cubicBezTo>
                            <a:pt x="61960" y="12249"/>
                            <a:pt x="70190" y="38795"/>
                            <a:pt x="59331" y="60865"/>
                          </a:cubicBezTo>
                          <a:cubicBezTo>
                            <a:pt x="48483" y="82934"/>
                            <a:pt x="22431" y="92602"/>
                            <a:pt x="0" y="83544"/>
                          </a:cubicBezTo>
                          <a:lnTo>
                            <a:pt x="41072" y="0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4" name="Google Shape;1823;p65">
                      <a:extLst>
                        <a:ext uri="{FF2B5EF4-FFF2-40B4-BE49-F238E27FC236}">
                          <a16:creationId xmlns:a16="http://schemas.microsoft.com/office/drawing/2014/main" id="{5048C3F6-875D-A4AE-809D-165B347964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95349" y="3026273"/>
                      <a:ext cx="64133" cy="869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33" h="86918" extrusionOk="0">
                          <a:moveTo>
                            <a:pt x="41082" y="0"/>
                          </a:moveTo>
                          <a:cubicBezTo>
                            <a:pt x="61970" y="12240"/>
                            <a:pt x="70199" y="38795"/>
                            <a:pt x="59341" y="60865"/>
                          </a:cubicBezTo>
                          <a:cubicBezTo>
                            <a:pt x="48483" y="82915"/>
                            <a:pt x="22441" y="92602"/>
                            <a:pt x="0" y="83534"/>
                          </a:cubicBezTo>
                          <a:lnTo>
                            <a:pt x="41082" y="0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5" name="Google Shape;1824;p65">
                      <a:extLst>
                        <a:ext uri="{FF2B5EF4-FFF2-40B4-BE49-F238E27FC236}">
                          <a16:creationId xmlns:a16="http://schemas.microsoft.com/office/drawing/2014/main" id="{FF6B791A-70EB-1CC0-BD8B-0A56F0544B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09394" y="2966208"/>
                      <a:ext cx="86907" cy="641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07" h="64132" extrusionOk="0">
                          <a:moveTo>
                            <a:pt x="3383" y="0"/>
                          </a:moveTo>
                          <a:lnTo>
                            <a:pt x="86908" y="41081"/>
                          </a:lnTo>
                          <a:cubicBezTo>
                            <a:pt x="74668" y="61970"/>
                            <a:pt x="48131" y="70190"/>
                            <a:pt x="26071" y="59350"/>
                          </a:cubicBezTo>
                          <a:cubicBezTo>
                            <a:pt x="4011" y="48492"/>
                            <a:pt x="-5685" y="22441"/>
                            <a:pt x="338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6" name="Google Shape;1825;p65">
                      <a:extLst>
                        <a:ext uri="{FF2B5EF4-FFF2-40B4-BE49-F238E27FC236}">
                          <a16:creationId xmlns:a16="http://schemas.microsoft.com/office/drawing/2014/main" id="{AACB2769-8004-0F1E-F8AB-8C35653FB2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8820" y="3170005"/>
                      <a:ext cx="86918" cy="641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18" h="64144" extrusionOk="0">
                          <a:moveTo>
                            <a:pt x="3384" y="0"/>
                          </a:moveTo>
                          <a:lnTo>
                            <a:pt x="86919" y="41100"/>
                          </a:lnTo>
                          <a:cubicBezTo>
                            <a:pt x="74679" y="61970"/>
                            <a:pt x="48142" y="70209"/>
                            <a:pt x="26073" y="59360"/>
                          </a:cubicBezTo>
                          <a:cubicBezTo>
                            <a:pt x="4003" y="48492"/>
                            <a:pt x="-5684" y="22450"/>
                            <a:pt x="3384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7" name="Google Shape;1826;p65">
                      <a:extLst>
                        <a:ext uri="{FF2B5EF4-FFF2-40B4-BE49-F238E27FC236}">
                          <a16:creationId xmlns:a16="http://schemas.microsoft.com/office/drawing/2014/main" id="{AD77EF1D-FC18-462E-F1C5-7AC733D756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244" y="3373812"/>
                      <a:ext cx="86913" cy="641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913" h="64154" extrusionOk="0">
                          <a:moveTo>
                            <a:pt x="3388" y="0"/>
                          </a:moveTo>
                          <a:lnTo>
                            <a:pt x="86913" y="41081"/>
                          </a:lnTo>
                          <a:cubicBezTo>
                            <a:pt x="81265" y="50749"/>
                            <a:pt x="72435" y="57988"/>
                            <a:pt x="61720" y="61636"/>
                          </a:cubicBezTo>
                          <a:cubicBezTo>
                            <a:pt x="49918" y="65656"/>
                            <a:pt x="37250" y="64846"/>
                            <a:pt x="26067" y="59331"/>
                          </a:cubicBezTo>
                          <a:cubicBezTo>
                            <a:pt x="4007" y="48501"/>
                            <a:pt x="-5689" y="22441"/>
                            <a:pt x="3388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8" name="Google Shape;1827;p65">
                      <a:extLst>
                        <a:ext uri="{FF2B5EF4-FFF2-40B4-BE49-F238E27FC236}">
                          <a16:creationId xmlns:a16="http://schemas.microsoft.com/office/drawing/2014/main" id="{7D0F4C77-A076-D4F6-C0EE-59DD308398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4965" y="3427461"/>
                      <a:ext cx="64139" cy="869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39" h="86911" extrusionOk="0">
                          <a:moveTo>
                            <a:pt x="64140" y="3387"/>
                          </a:moveTo>
                          <a:lnTo>
                            <a:pt x="23058" y="86911"/>
                          </a:lnTo>
                          <a:cubicBezTo>
                            <a:pt x="2170" y="74672"/>
                            <a:pt x="-6060" y="48116"/>
                            <a:pt x="4780" y="26056"/>
                          </a:cubicBezTo>
                          <a:cubicBezTo>
                            <a:pt x="10476" y="14502"/>
                            <a:pt x="20325" y="6349"/>
                            <a:pt x="31641" y="2501"/>
                          </a:cubicBezTo>
                          <a:cubicBezTo>
                            <a:pt x="41927" y="-1004"/>
                            <a:pt x="53453" y="-928"/>
                            <a:pt x="64140" y="3387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9" name="Google Shape;1828;p65">
                      <a:extLst>
                        <a:ext uri="{FF2B5EF4-FFF2-40B4-BE49-F238E27FC236}">
                          <a16:creationId xmlns:a16="http://schemas.microsoft.com/office/drawing/2014/main" id="{01372080-66C6-1667-16B3-770119F24E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35547" y="3223647"/>
                      <a:ext cx="64139" cy="8692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39" h="86928" extrusionOk="0">
                          <a:moveTo>
                            <a:pt x="64140" y="3404"/>
                          </a:moveTo>
                          <a:lnTo>
                            <a:pt x="23058" y="86928"/>
                          </a:lnTo>
                          <a:cubicBezTo>
                            <a:pt x="2170" y="74689"/>
                            <a:pt x="-6060" y="48133"/>
                            <a:pt x="4780" y="26073"/>
                          </a:cubicBezTo>
                          <a:cubicBezTo>
                            <a:pt x="10476" y="14519"/>
                            <a:pt x="20325" y="6356"/>
                            <a:pt x="31631" y="2499"/>
                          </a:cubicBezTo>
                          <a:cubicBezTo>
                            <a:pt x="41918" y="-1006"/>
                            <a:pt x="53443" y="-930"/>
                            <a:pt x="64140" y="340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0" name="Google Shape;1829;p65">
                      <a:extLst>
                        <a:ext uri="{FF2B5EF4-FFF2-40B4-BE49-F238E27FC236}">
                          <a16:creationId xmlns:a16="http://schemas.microsoft.com/office/drawing/2014/main" id="{EF0C1E47-165B-739B-0F06-822F0506D8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6126" y="3019824"/>
                      <a:ext cx="64132" cy="869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132" h="86935" extrusionOk="0">
                          <a:moveTo>
                            <a:pt x="64132" y="3411"/>
                          </a:moveTo>
                          <a:lnTo>
                            <a:pt x="23051" y="86935"/>
                          </a:lnTo>
                          <a:cubicBezTo>
                            <a:pt x="2163" y="74696"/>
                            <a:pt x="-6057" y="48159"/>
                            <a:pt x="4782" y="26099"/>
                          </a:cubicBezTo>
                          <a:cubicBezTo>
                            <a:pt x="10287" y="14898"/>
                            <a:pt x="19831" y="6525"/>
                            <a:pt x="31633" y="2506"/>
                          </a:cubicBezTo>
                          <a:cubicBezTo>
                            <a:pt x="42339" y="-1133"/>
                            <a:pt x="53740" y="-790"/>
                            <a:pt x="64132" y="341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1" name="Google Shape;1830;p65">
                      <a:extLst>
                        <a:ext uri="{FF2B5EF4-FFF2-40B4-BE49-F238E27FC236}">
                          <a16:creationId xmlns:a16="http://schemas.microsoft.com/office/drawing/2014/main" id="{4A59C0FC-DFF3-9DDF-B6D1-083E4F5240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02522" y="2930069"/>
                      <a:ext cx="107143" cy="10714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43" h="107143" extrusionOk="0">
                          <a:moveTo>
                            <a:pt x="77177" y="5526"/>
                          </a:moveTo>
                          <a:cubicBezTo>
                            <a:pt x="90026" y="11831"/>
                            <a:pt x="99637" y="22766"/>
                            <a:pt x="104257" y="36310"/>
                          </a:cubicBezTo>
                          <a:cubicBezTo>
                            <a:pt x="108867" y="49855"/>
                            <a:pt x="107933" y="64381"/>
                            <a:pt x="101609" y="77220"/>
                          </a:cubicBezTo>
                          <a:cubicBezTo>
                            <a:pt x="95094" y="90489"/>
                            <a:pt x="83806" y="99842"/>
                            <a:pt x="70815" y="104262"/>
                          </a:cubicBezTo>
                          <a:cubicBezTo>
                            <a:pt x="57841" y="108681"/>
                            <a:pt x="43163" y="108176"/>
                            <a:pt x="29914" y="101642"/>
                          </a:cubicBezTo>
                          <a:cubicBezTo>
                            <a:pt x="3415" y="88612"/>
                            <a:pt x="-7538" y="56437"/>
                            <a:pt x="5492" y="29948"/>
                          </a:cubicBezTo>
                          <a:cubicBezTo>
                            <a:pt x="11807" y="17117"/>
                            <a:pt x="22742" y="7507"/>
                            <a:pt x="36286" y="2887"/>
                          </a:cubicBezTo>
                          <a:cubicBezTo>
                            <a:pt x="49812" y="-1723"/>
                            <a:pt x="64347" y="-790"/>
                            <a:pt x="77177" y="5526"/>
                          </a:cubicBezTo>
                          <a:close/>
                          <a:moveTo>
                            <a:pt x="96827" y="71057"/>
                          </a:moveTo>
                          <a:cubicBezTo>
                            <a:pt x="101028" y="60666"/>
                            <a:pt x="101390" y="49245"/>
                            <a:pt x="97742" y="38530"/>
                          </a:cubicBezTo>
                          <a:cubicBezTo>
                            <a:pt x="93722" y="26728"/>
                            <a:pt x="85340" y="17213"/>
                            <a:pt x="74158" y="11698"/>
                          </a:cubicBezTo>
                          <a:cubicBezTo>
                            <a:pt x="62956" y="6192"/>
                            <a:pt x="50297" y="5383"/>
                            <a:pt x="38487" y="9402"/>
                          </a:cubicBezTo>
                          <a:cubicBezTo>
                            <a:pt x="27771" y="13050"/>
                            <a:pt x="18941" y="20289"/>
                            <a:pt x="13293" y="29957"/>
                          </a:cubicBezTo>
                          <a:lnTo>
                            <a:pt x="96827" y="71057"/>
                          </a:lnTo>
                          <a:close/>
                          <a:moveTo>
                            <a:pt x="93789" y="77220"/>
                          </a:moveTo>
                          <a:lnTo>
                            <a:pt x="10264" y="36139"/>
                          </a:lnTo>
                          <a:cubicBezTo>
                            <a:pt x="1196" y="58580"/>
                            <a:pt x="10883" y="84640"/>
                            <a:pt x="32953" y="95489"/>
                          </a:cubicBezTo>
                          <a:cubicBezTo>
                            <a:pt x="55003" y="106319"/>
                            <a:pt x="81549" y="98099"/>
                            <a:pt x="93789" y="77220"/>
                          </a:cubicBezTo>
                          <a:close/>
                        </a:path>
                      </a:pathLst>
                    </a:custGeom>
                    <a:solidFill>
                      <a:srgbClr val="76AAD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2" name="Google Shape;1831;p65">
                      <a:extLst>
                        <a:ext uri="{FF2B5EF4-FFF2-40B4-BE49-F238E27FC236}">
                          <a16:creationId xmlns:a16="http://schemas.microsoft.com/office/drawing/2014/main" id="{750D3AA3-4ED4-2AD9-CE2A-9F1B393AD1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71937" y="3133900"/>
                      <a:ext cx="107146" cy="1071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46" h="107123" extrusionOk="0">
                          <a:moveTo>
                            <a:pt x="77181" y="5492"/>
                          </a:moveTo>
                          <a:cubicBezTo>
                            <a:pt x="90040" y="11817"/>
                            <a:pt x="99650" y="22751"/>
                            <a:pt x="104260" y="36296"/>
                          </a:cubicBezTo>
                          <a:cubicBezTo>
                            <a:pt x="108870" y="49821"/>
                            <a:pt x="107937" y="64366"/>
                            <a:pt x="101612" y="77206"/>
                          </a:cubicBezTo>
                          <a:cubicBezTo>
                            <a:pt x="95097" y="90455"/>
                            <a:pt x="83810" y="99827"/>
                            <a:pt x="70818" y="104247"/>
                          </a:cubicBezTo>
                          <a:cubicBezTo>
                            <a:pt x="57845" y="108667"/>
                            <a:pt x="43167" y="108143"/>
                            <a:pt x="29918" y="101628"/>
                          </a:cubicBezTo>
                          <a:cubicBezTo>
                            <a:pt x="3419" y="88578"/>
                            <a:pt x="-7535" y="56422"/>
                            <a:pt x="5486" y="29914"/>
                          </a:cubicBezTo>
                          <a:cubicBezTo>
                            <a:pt x="18516" y="3415"/>
                            <a:pt x="50692" y="-7538"/>
                            <a:pt x="77181" y="5492"/>
                          </a:cubicBezTo>
                          <a:close/>
                          <a:moveTo>
                            <a:pt x="96840" y="71024"/>
                          </a:moveTo>
                          <a:cubicBezTo>
                            <a:pt x="101041" y="60632"/>
                            <a:pt x="101403" y="49212"/>
                            <a:pt x="97755" y="38515"/>
                          </a:cubicBezTo>
                          <a:cubicBezTo>
                            <a:pt x="93735" y="26714"/>
                            <a:pt x="85344" y="17179"/>
                            <a:pt x="74161" y="11664"/>
                          </a:cubicBezTo>
                          <a:cubicBezTo>
                            <a:pt x="62598" y="5987"/>
                            <a:pt x="49815" y="5530"/>
                            <a:pt x="38500" y="9388"/>
                          </a:cubicBezTo>
                          <a:cubicBezTo>
                            <a:pt x="28212" y="12893"/>
                            <a:pt x="19126" y="19989"/>
                            <a:pt x="13306" y="29943"/>
                          </a:cubicBezTo>
                          <a:lnTo>
                            <a:pt x="96840" y="71024"/>
                          </a:lnTo>
                          <a:close/>
                          <a:moveTo>
                            <a:pt x="93802" y="77196"/>
                          </a:moveTo>
                          <a:lnTo>
                            <a:pt x="10268" y="36096"/>
                          </a:lnTo>
                          <a:cubicBezTo>
                            <a:pt x="1200" y="58556"/>
                            <a:pt x="10886" y="84597"/>
                            <a:pt x="32956" y="95446"/>
                          </a:cubicBezTo>
                          <a:cubicBezTo>
                            <a:pt x="55016" y="106305"/>
                            <a:pt x="81553" y="98065"/>
                            <a:pt x="93802" y="77196"/>
                          </a:cubicBezTo>
                          <a:close/>
                        </a:path>
                      </a:pathLst>
                    </a:custGeom>
                    <a:solidFill>
                      <a:srgbClr val="76AAD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3" name="Google Shape;1832;p65">
                      <a:extLst>
                        <a:ext uri="{FF2B5EF4-FFF2-40B4-BE49-F238E27FC236}">
                          <a16:creationId xmlns:a16="http://schemas.microsoft.com/office/drawing/2014/main" id="{CFB0C496-B012-BE1C-BE00-7815FDE52B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1368" y="3337704"/>
                      <a:ext cx="107152" cy="10714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52" h="107145" extrusionOk="0">
                          <a:moveTo>
                            <a:pt x="77187" y="5504"/>
                          </a:moveTo>
                          <a:cubicBezTo>
                            <a:pt x="90036" y="11809"/>
                            <a:pt x="99646" y="22744"/>
                            <a:pt x="104266" y="36289"/>
                          </a:cubicBezTo>
                          <a:cubicBezTo>
                            <a:pt x="108876" y="49833"/>
                            <a:pt x="107943" y="64359"/>
                            <a:pt x="101618" y="77198"/>
                          </a:cubicBezTo>
                          <a:cubicBezTo>
                            <a:pt x="95303" y="90029"/>
                            <a:pt x="84369" y="99639"/>
                            <a:pt x="70824" y="104259"/>
                          </a:cubicBezTo>
                          <a:cubicBezTo>
                            <a:pt x="57279" y="108869"/>
                            <a:pt x="42754" y="107935"/>
                            <a:pt x="29914" y="101620"/>
                          </a:cubicBezTo>
                          <a:cubicBezTo>
                            <a:pt x="3415" y="88590"/>
                            <a:pt x="-7538" y="56415"/>
                            <a:pt x="5492" y="29926"/>
                          </a:cubicBezTo>
                          <a:cubicBezTo>
                            <a:pt x="18513" y="3408"/>
                            <a:pt x="50679" y="-7546"/>
                            <a:pt x="77187" y="5504"/>
                          </a:cubicBezTo>
                          <a:close/>
                          <a:moveTo>
                            <a:pt x="96827" y="71017"/>
                          </a:moveTo>
                          <a:cubicBezTo>
                            <a:pt x="101037" y="60644"/>
                            <a:pt x="101390" y="49223"/>
                            <a:pt x="97742" y="38508"/>
                          </a:cubicBezTo>
                          <a:cubicBezTo>
                            <a:pt x="93722" y="26706"/>
                            <a:pt x="85330" y="17172"/>
                            <a:pt x="74148" y="11657"/>
                          </a:cubicBezTo>
                          <a:cubicBezTo>
                            <a:pt x="62585" y="5980"/>
                            <a:pt x="49802" y="5542"/>
                            <a:pt x="38496" y="9390"/>
                          </a:cubicBezTo>
                          <a:cubicBezTo>
                            <a:pt x="28209" y="12895"/>
                            <a:pt x="19122" y="19991"/>
                            <a:pt x="13293" y="29926"/>
                          </a:cubicBezTo>
                          <a:lnTo>
                            <a:pt x="96827" y="71017"/>
                          </a:lnTo>
                          <a:close/>
                          <a:moveTo>
                            <a:pt x="93789" y="77189"/>
                          </a:moveTo>
                          <a:lnTo>
                            <a:pt x="10264" y="36107"/>
                          </a:lnTo>
                          <a:cubicBezTo>
                            <a:pt x="1196" y="58548"/>
                            <a:pt x="10883" y="84609"/>
                            <a:pt x="32953" y="95448"/>
                          </a:cubicBezTo>
                          <a:cubicBezTo>
                            <a:pt x="44135" y="100963"/>
                            <a:pt x="56803" y="101773"/>
                            <a:pt x="68605" y="97753"/>
                          </a:cubicBezTo>
                          <a:cubicBezTo>
                            <a:pt x="79311" y="94096"/>
                            <a:pt x="88140" y="86857"/>
                            <a:pt x="93789" y="77189"/>
                          </a:cubicBezTo>
                          <a:close/>
                        </a:path>
                      </a:pathLst>
                    </a:custGeom>
                    <a:solidFill>
                      <a:srgbClr val="76AAD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4" name="Google Shape;1833;p65">
                      <a:extLst>
                        <a:ext uri="{FF2B5EF4-FFF2-40B4-BE49-F238E27FC236}">
                          <a16:creationId xmlns:a16="http://schemas.microsoft.com/office/drawing/2014/main" id="{1433FABF-484E-BB43-9497-57E72653BA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9242" y="3012939"/>
                      <a:ext cx="107145" cy="1071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45" h="107155" extrusionOk="0">
                          <a:moveTo>
                            <a:pt x="77198" y="5524"/>
                          </a:moveTo>
                          <a:cubicBezTo>
                            <a:pt x="90028" y="11839"/>
                            <a:pt x="99639" y="22774"/>
                            <a:pt x="104259" y="36318"/>
                          </a:cubicBezTo>
                          <a:cubicBezTo>
                            <a:pt x="108869" y="49863"/>
                            <a:pt x="107935" y="64388"/>
                            <a:pt x="101620" y="77228"/>
                          </a:cubicBezTo>
                          <a:cubicBezTo>
                            <a:pt x="95105" y="90496"/>
                            <a:pt x="83799" y="99850"/>
                            <a:pt x="70826" y="104269"/>
                          </a:cubicBezTo>
                          <a:cubicBezTo>
                            <a:pt x="57834" y="108699"/>
                            <a:pt x="43175" y="108184"/>
                            <a:pt x="29926" y="101650"/>
                          </a:cubicBezTo>
                          <a:cubicBezTo>
                            <a:pt x="3408" y="88620"/>
                            <a:pt x="-7546" y="56454"/>
                            <a:pt x="5504" y="29955"/>
                          </a:cubicBezTo>
                          <a:cubicBezTo>
                            <a:pt x="11819" y="17125"/>
                            <a:pt x="22753" y="7514"/>
                            <a:pt x="36298" y="2895"/>
                          </a:cubicBezTo>
                          <a:cubicBezTo>
                            <a:pt x="49833" y="-1725"/>
                            <a:pt x="64368" y="-791"/>
                            <a:pt x="77198" y="5524"/>
                          </a:cubicBezTo>
                          <a:close/>
                          <a:moveTo>
                            <a:pt x="95448" y="74199"/>
                          </a:moveTo>
                          <a:cubicBezTo>
                            <a:pt x="106297" y="52130"/>
                            <a:pt x="98067" y="25574"/>
                            <a:pt x="77189" y="13334"/>
                          </a:cubicBezTo>
                          <a:lnTo>
                            <a:pt x="36107" y="96859"/>
                          </a:lnTo>
                          <a:cubicBezTo>
                            <a:pt x="58548" y="105936"/>
                            <a:pt x="84590" y="96249"/>
                            <a:pt x="95448" y="74199"/>
                          </a:cubicBezTo>
                          <a:close/>
                          <a:moveTo>
                            <a:pt x="29935" y="93830"/>
                          </a:moveTo>
                          <a:lnTo>
                            <a:pt x="71016" y="10305"/>
                          </a:lnTo>
                          <a:cubicBezTo>
                            <a:pt x="60625" y="6105"/>
                            <a:pt x="49223" y="5752"/>
                            <a:pt x="38517" y="9400"/>
                          </a:cubicBezTo>
                          <a:cubicBezTo>
                            <a:pt x="26716" y="13420"/>
                            <a:pt x="17172" y="21792"/>
                            <a:pt x="11666" y="32994"/>
                          </a:cubicBezTo>
                          <a:cubicBezTo>
                            <a:pt x="827" y="55054"/>
                            <a:pt x="9047" y="81590"/>
                            <a:pt x="29935" y="93830"/>
                          </a:cubicBezTo>
                          <a:close/>
                        </a:path>
                      </a:pathLst>
                    </a:custGeom>
                    <a:solidFill>
                      <a:srgbClr val="76AAD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5" name="Google Shape;1834;p65">
                      <a:extLst>
                        <a:ext uri="{FF2B5EF4-FFF2-40B4-BE49-F238E27FC236}">
                          <a16:creationId xmlns:a16="http://schemas.microsoft.com/office/drawing/2014/main" id="{50DAFAB6-9738-901C-FAD0-D280FAFA6D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8088" y="3420568"/>
                      <a:ext cx="107145" cy="1071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45" h="107123" extrusionOk="0">
                          <a:moveTo>
                            <a:pt x="77198" y="5498"/>
                          </a:moveTo>
                          <a:cubicBezTo>
                            <a:pt x="90028" y="11813"/>
                            <a:pt x="99639" y="22747"/>
                            <a:pt x="104259" y="36292"/>
                          </a:cubicBezTo>
                          <a:cubicBezTo>
                            <a:pt x="108869" y="49836"/>
                            <a:pt x="107935" y="64362"/>
                            <a:pt x="101620" y="77202"/>
                          </a:cubicBezTo>
                          <a:cubicBezTo>
                            <a:pt x="95105" y="90451"/>
                            <a:pt x="83799" y="99824"/>
                            <a:pt x="70826" y="104243"/>
                          </a:cubicBezTo>
                          <a:cubicBezTo>
                            <a:pt x="57834" y="108672"/>
                            <a:pt x="43175" y="108139"/>
                            <a:pt x="29926" y="101624"/>
                          </a:cubicBezTo>
                          <a:cubicBezTo>
                            <a:pt x="3408" y="88594"/>
                            <a:pt x="-7546" y="56428"/>
                            <a:pt x="5504" y="29929"/>
                          </a:cubicBezTo>
                          <a:cubicBezTo>
                            <a:pt x="18534" y="3412"/>
                            <a:pt x="50700" y="-7542"/>
                            <a:pt x="77198" y="5498"/>
                          </a:cubicBezTo>
                          <a:close/>
                          <a:moveTo>
                            <a:pt x="95448" y="74163"/>
                          </a:moveTo>
                          <a:cubicBezTo>
                            <a:pt x="106307" y="52113"/>
                            <a:pt x="98077" y="25557"/>
                            <a:pt x="77189" y="13318"/>
                          </a:cubicBezTo>
                          <a:lnTo>
                            <a:pt x="36108" y="96842"/>
                          </a:lnTo>
                          <a:cubicBezTo>
                            <a:pt x="58558" y="105920"/>
                            <a:pt x="84599" y="96233"/>
                            <a:pt x="95448" y="74163"/>
                          </a:cubicBezTo>
                          <a:close/>
                          <a:moveTo>
                            <a:pt x="29935" y="93804"/>
                          </a:moveTo>
                          <a:lnTo>
                            <a:pt x="71016" y="10279"/>
                          </a:lnTo>
                          <a:cubicBezTo>
                            <a:pt x="60330" y="5964"/>
                            <a:pt x="48804" y="5888"/>
                            <a:pt x="38517" y="9393"/>
                          </a:cubicBezTo>
                          <a:cubicBezTo>
                            <a:pt x="27202" y="13251"/>
                            <a:pt x="17353" y="21404"/>
                            <a:pt x="11657" y="32949"/>
                          </a:cubicBezTo>
                          <a:cubicBezTo>
                            <a:pt x="827" y="55009"/>
                            <a:pt x="9057" y="81574"/>
                            <a:pt x="29935" y="93804"/>
                          </a:cubicBezTo>
                          <a:close/>
                        </a:path>
                      </a:pathLst>
                    </a:custGeom>
                    <a:solidFill>
                      <a:srgbClr val="76AAD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6" name="Google Shape;1835;p65">
                      <a:extLst>
                        <a:ext uri="{FF2B5EF4-FFF2-40B4-BE49-F238E27FC236}">
                          <a16:creationId xmlns:a16="http://schemas.microsoft.com/office/drawing/2014/main" id="{DA6C4F0D-683B-E96A-11DE-E90BF41E0E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28657" y="3216767"/>
                      <a:ext cx="107119" cy="10711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19" h="107115" extrusionOk="0">
                          <a:moveTo>
                            <a:pt x="77202" y="5492"/>
                          </a:moveTo>
                          <a:cubicBezTo>
                            <a:pt x="103700" y="18541"/>
                            <a:pt x="114654" y="50698"/>
                            <a:pt x="101634" y="77206"/>
                          </a:cubicBezTo>
                          <a:cubicBezTo>
                            <a:pt x="95118" y="90455"/>
                            <a:pt x="83803" y="99809"/>
                            <a:pt x="70830" y="104228"/>
                          </a:cubicBezTo>
                          <a:cubicBezTo>
                            <a:pt x="57837" y="108657"/>
                            <a:pt x="43179" y="108143"/>
                            <a:pt x="29929" y="101628"/>
                          </a:cubicBezTo>
                          <a:cubicBezTo>
                            <a:pt x="3412" y="88588"/>
                            <a:pt x="-7542" y="56432"/>
                            <a:pt x="5498" y="29914"/>
                          </a:cubicBezTo>
                          <a:cubicBezTo>
                            <a:pt x="18537" y="3415"/>
                            <a:pt x="50713" y="-7538"/>
                            <a:pt x="77202" y="5492"/>
                          </a:cubicBezTo>
                          <a:close/>
                          <a:moveTo>
                            <a:pt x="95461" y="74167"/>
                          </a:moveTo>
                          <a:cubicBezTo>
                            <a:pt x="106310" y="52098"/>
                            <a:pt x="98090" y="25561"/>
                            <a:pt x="77202" y="13303"/>
                          </a:cubicBezTo>
                          <a:lnTo>
                            <a:pt x="36130" y="96846"/>
                          </a:lnTo>
                          <a:cubicBezTo>
                            <a:pt x="58561" y="105905"/>
                            <a:pt x="84603" y="96237"/>
                            <a:pt x="95461" y="74167"/>
                          </a:cubicBezTo>
                          <a:close/>
                          <a:moveTo>
                            <a:pt x="29948" y="93808"/>
                          </a:moveTo>
                          <a:lnTo>
                            <a:pt x="71030" y="10283"/>
                          </a:lnTo>
                          <a:cubicBezTo>
                            <a:pt x="60342" y="5949"/>
                            <a:pt x="48817" y="5873"/>
                            <a:pt x="38530" y="9378"/>
                          </a:cubicBezTo>
                          <a:cubicBezTo>
                            <a:pt x="27215" y="13236"/>
                            <a:pt x="17366" y="21399"/>
                            <a:pt x="11679" y="32952"/>
                          </a:cubicBezTo>
                          <a:cubicBezTo>
                            <a:pt x="830" y="55022"/>
                            <a:pt x="9060" y="81578"/>
                            <a:pt x="29948" y="93808"/>
                          </a:cubicBezTo>
                          <a:close/>
                        </a:path>
                      </a:pathLst>
                    </a:custGeom>
                    <a:solidFill>
                      <a:srgbClr val="76AAD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090" name="Google Shape;1836;p65">
                <a:extLst>
                  <a:ext uri="{FF2B5EF4-FFF2-40B4-BE49-F238E27FC236}">
                    <a16:creationId xmlns:a16="http://schemas.microsoft.com/office/drawing/2014/main" id="{1C5B6299-424C-4675-DE22-E5A9B6B7211B}"/>
                  </a:ext>
                </a:extLst>
              </p:cNvPr>
              <p:cNvGrpSpPr/>
              <p:nvPr/>
            </p:nvGrpSpPr>
            <p:grpSpPr>
              <a:xfrm>
                <a:off x="785775" y="3851877"/>
                <a:ext cx="882260" cy="497571"/>
                <a:chOff x="4000366" y="4233469"/>
                <a:chExt cx="1176347" cy="663428"/>
              </a:xfrm>
            </p:grpSpPr>
            <p:sp>
              <p:nvSpPr>
                <p:cNvPr id="1092" name="Google Shape;1837;p65">
                  <a:extLst>
                    <a:ext uri="{FF2B5EF4-FFF2-40B4-BE49-F238E27FC236}">
                      <a16:creationId xmlns:a16="http://schemas.microsoft.com/office/drawing/2014/main" id="{C82196E4-2462-B71E-9E58-0B9F802DAA1C}"/>
                    </a:ext>
                  </a:extLst>
                </p:cNvPr>
                <p:cNvSpPr/>
                <p:nvPr/>
              </p:nvSpPr>
              <p:spPr>
                <a:xfrm>
                  <a:off x="4000366" y="4614152"/>
                  <a:ext cx="566432" cy="27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432" h="274525" extrusionOk="0">
                      <a:moveTo>
                        <a:pt x="258070" y="176837"/>
                      </a:moveTo>
                      <a:cubicBezTo>
                        <a:pt x="296161" y="215813"/>
                        <a:pt x="323231" y="248627"/>
                        <a:pt x="346262" y="274525"/>
                      </a:cubicBezTo>
                      <a:lnTo>
                        <a:pt x="566433" y="274525"/>
                      </a:lnTo>
                      <a:lnTo>
                        <a:pt x="507959" y="205669"/>
                      </a:lnTo>
                      <a:cubicBezTo>
                        <a:pt x="507959" y="205669"/>
                        <a:pt x="499520" y="195687"/>
                        <a:pt x="484203" y="180142"/>
                      </a:cubicBezTo>
                      <a:cubicBezTo>
                        <a:pt x="383391" y="77815"/>
                        <a:pt x="290922" y="39525"/>
                        <a:pt x="290922" y="39525"/>
                      </a:cubicBezTo>
                      <a:cubicBezTo>
                        <a:pt x="235915" y="16322"/>
                        <a:pt x="138608" y="-24731"/>
                        <a:pt x="56017" y="19960"/>
                      </a:cubicBezTo>
                      <a:cubicBezTo>
                        <a:pt x="29108" y="34524"/>
                        <a:pt x="11144" y="54193"/>
                        <a:pt x="0" y="68976"/>
                      </a:cubicBezTo>
                      <a:cubicBezTo>
                        <a:pt x="20193" y="72624"/>
                        <a:pt x="97155" y="87073"/>
                        <a:pt x="162792" y="112734"/>
                      </a:cubicBezTo>
                      <a:cubicBezTo>
                        <a:pt x="195748" y="125621"/>
                        <a:pt x="216960" y="137860"/>
                        <a:pt x="235668" y="154491"/>
                      </a:cubicBezTo>
                      <a:cubicBezTo>
                        <a:pt x="240173" y="158492"/>
                        <a:pt x="246126" y="164616"/>
                        <a:pt x="258070" y="176837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3" name="Google Shape;1838;p65">
                  <a:extLst>
                    <a:ext uri="{FF2B5EF4-FFF2-40B4-BE49-F238E27FC236}">
                      <a16:creationId xmlns:a16="http://schemas.microsoft.com/office/drawing/2014/main" id="{AE303F34-B93C-032C-9E01-65A47114F000}"/>
                    </a:ext>
                  </a:extLst>
                </p:cNvPr>
                <p:cNvSpPr/>
                <p:nvPr/>
              </p:nvSpPr>
              <p:spPr>
                <a:xfrm>
                  <a:off x="4258437" y="4653686"/>
                  <a:ext cx="232579" cy="23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579" h="235000" extrusionOk="0">
                      <a:moveTo>
                        <a:pt x="227333" y="235001"/>
                      </a:moveTo>
                      <a:cubicBezTo>
                        <a:pt x="235106" y="204559"/>
                        <a:pt x="233858" y="171726"/>
                        <a:pt x="226123" y="140618"/>
                      </a:cubicBezTo>
                      <a:cubicBezTo>
                        <a:pt x="191176" y="105118"/>
                        <a:pt x="120453" y="40653"/>
                        <a:pt x="32852" y="0"/>
                      </a:cubicBezTo>
                      <a:cubicBezTo>
                        <a:pt x="29756" y="22155"/>
                        <a:pt x="28851" y="45415"/>
                        <a:pt x="25641" y="61446"/>
                      </a:cubicBezTo>
                      <a:cubicBezTo>
                        <a:pt x="20031" y="89392"/>
                        <a:pt x="11106" y="113900"/>
                        <a:pt x="0" y="137313"/>
                      </a:cubicBezTo>
                      <a:cubicBezTo>
                        <a:pt x="38100" y="176289"/>
                        <a:pt x="65160" y="209102"/>
                        <a:pt x="88192" y="235001"/>
                      </a:cubicBezTo>
                      <a:lnTo>
                        <a:pt x="227333" y="235001"/>
                      </a:ln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839;p65">
                  <a:extLst>
                    <a:ext uri="{FF2B5EF4-FFF2-40B4-BE49-F238E27FC236}">
                      <a16:creationId xmlns:a16="http://schemas.microsoft.com/office/drawing/2014/main" id="{7EE40425-6FF9-83A8-17B9-BBF802F832E5}"/>
                    </a:ext>
                  </a:extLst>
                </p:cNvPr>
                <p:cNvSpPr/>
                <p:nvPr/>
              </p:nvSpPr>
              <p:spPr>
                <a:xfrm>
                  <a:off x="4286862" y="4233469"/>
                  <a:ext cx="343398" cy="655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398" h="655217" extrusionOk="0">
                      <a:moveTo>
                        <a:pt x="66482" y="466128"/>
                      </a:moveTo>
                      <a:cubicBezTo>
                        <a:pt x="99133" y="554272"/>
                        <a:pt x="145025" y="619614"/>
                        <a:pt x="194221" y="655218"/>
                      </a:cubicBezTo>
                      <a:lnTo>
                        <a:pt x="336239" y="655218"/>
                      </a:lnTo>
                      <a:cubicBezTo>
                        <a:pt x="340106" y="645283"/>
                        <a:pt x="342288" y="632939"/>
                        <a:pt x="343069" y="618728"/>
                      </a:cubicBezTo>
                      <a:cubicBezTo>
                        <a:pt x="350079" y="490169"/>
                        <a:pt x="242875" y="210944"/>
                        <a:pt x="242875" y="210944"/>
                      </a:cubicBezTo>
                      <a:cubicBezTo>
                        <a:pt x="242875" y="210944"/>
                        <a:pt x="210738" y="163452"/>
                        <a:pt x="158274" y="111236"/>
                      </a:cubicBezTo>
                      <a:cubicBezTo>
                        <a:pt x="116993" y="70126"/>
                        <a:pt x="63138" y="26111"/>
                        <a:pt x="2445" y="12"/>
                      </a:cubicBezTo>
                      <a:cubicBezTo>
                        <a:pt x="-1851" y="-1826"/>
                        <a:pt x="-6604" y="202409"/>
                        <a:pt x="46079" y="401491"/>
                      </a:cubicBezTo>
                      <a:cubicBezTo>
                        <a:pt x="52099" y="424199"/>
                        <a:pt x="58928" y="445773"/>
                        <a:pt x="66482" y="466128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5" name="Google Shape;1840;p65">
                  <a:extLst>
                    <a:ext uri="{FF2B5EF4-FFF2-40B4-BE49-F238E27FC236}">
                      <a16:creationId xmlns:a16="http://schemas.microsoft.com/office/drawing/2014/main" id="{A07B142C-4267-32EB-CA1D-A90F6AA65F22}"/>
                    </a:ext>
                  </a:extLst>
                </p:cNvPr>
                <p:cNvSpPr/>
                <p:nvPr/>
              </p:nvSpPr>
              <p:spPr>
                <a:xfrm>
                  <a:off x="4289317" y="4233510"/>
                  <a:ext cx="340943" cy="655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43" h="655176" extrusionOk="0">
                      <a:moveTo>
                        <a:pt x="137903" y="362721"/>
                      </a:moveTo>
                      <a:cubicBezTo>
                        <a:pt x="137884" y="362855"/>
                        <a:pt x="137865" y="362979"/>
                        <a:pt x="137846" y="363112"/>
                      </a:cubicBezTo>
                      <a:cubicBezTo>
                        <a:pt x="135131" y="382695"/>
                        <a:pt x="131474" y="402707"/>
                        <a:pt x="121282" y="419671"/>
                      </a:cubicBezTo>
                      <a:cubicBezTo>
                        <a:pt x="108385" y="441131"/>
                        <a:pt x="86935" y="454971"/>
                        <a:pt x="64018" y="466087"/>
                      </a:cubicBezTo>
                      <a:cubicBezTo>
                        <a:pt x="96669" y="554231"/>
                        <a:pt x="142561" y="619573"/>
                        <a:pt x="191757" y="655177"/>
                      </a:cubicBezTo>
                      <a:lnTo>
                        <a:pt x="308515" y="655177"/>
                      </a:lnTo>
                      <a:cubicBezTo>
                        <a:pt x="320373" y="644242"/>
                        <a:pt x="331080" y="631965"/>
                        <a:pt x="340614" y="618687"/>
                      </a:cubicBezTo>
                      <a:cubicBezTo>
                        <a:pt x="347624" y="490128"/>
                        <a:pt x="240421" y="210903"/>
                        <a:pt x="240421" y="210903"/>
                      </a:cubicBezTo>
                      <a:cubicBezTo>
                        <a:pt x="240421" y="210903"/>
                        <a:pt x="208283" y="163411"/>
                        <a:pt x="155819" y="111195"/>
                      </a:cubicBezTo>
                      <a:cubicBezTo>
                        <a:pt x="153257" y="154867"/>
                        <a:pt x="150705" y="198539"/>
                        <a:pt x="148133" y="242211"/>
                      </a:cubicBezTo>
                      <a:cubicBezTo>
                        <a:pt x="147914" y="245859"/>
                        <a:pt x="147704" y="249507"/>
                        <a:pt x="147485" y="253155"/>
                      </a:cubicBezTo>
                      <a:cubicBezTo>
                        <a:pt x="123739" y="203216"/>
                        <a:pt x="59846" y="74143"/>
                        <a:pt x="0" y="0"/>
                      </a:cubicBezTo>
                      <a:cubicBezTo>
                        <a:pt x="1448" y="2591"/>
                        <a:pt x="85925" y="153429"/>
                        <a:pt x="130388" y="285112"/>
                      </a:cubicBezTo>
                      <a:cubicBezTo>
                        <a:pt x="138827" y="310058"/>
                        <a:pt x="141503" y="336632"/>
                        <a:pt x="137903" y="362721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841;p65">
                  <a:extLst>
                    <a:ext uri="{FF2B5EF4-FFF2-40B4-BE49-F238E27FC236}">
                      <a16:creationId xmlns:a16="http://schemas.microsoft.com/office/drawing/2014/main" id="{B18C63B5-4D40-DE89-9C72-37505DD9F05D}"/>
                    </a:ext>
                  </a:extLst>
                </p:cNvPr>
                <p:cNvSpPr/>
                <p:nvPr/>
              </p:nvSpPr>
              <p:spPr>
                <a:xfrm>
                  <a:off x="4313758" y="4267590"/>
                  <a:ext cx="229630" cy="629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630" h="629012" extrusionOk="0">
                      <a:moveTo>
                        <a:pt x="4410" y="0"/>
                      </a:moveTo>
                      <a:lnTo>
                        <a:pt x="0" y="3115"/>
                      </a:lnTo>
                      <a:cubicBezTo>
                        <a:pt x="152505" y="219008"/>
                        <a:pt x="227905" y="429559"/>
                        <a:pt x="224095" y="628907"/>
                      </a:cubicBezTo>
                      <a:lnTo>
                        <a:pt x="229495" y="629012"/>
                      </a:lnTo>
                      <a:cubicBezTo>
                        <a:pt x="231534" y="522075"/>
                        <a:pt x="210493" y="410423"/>
                        <a:pt x="166945" y="297180"/>
                      </a:cubicBezTo>
                      <a:cubicBezTo>
                        <a:pt x="129388" y="199482"/>
                        <a:pt x="74695" y="99498"/>
                        <a:pt x="4410" y="0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842;p65">
                  <a:extLst>
                    <a:ext uri="{FF2B5EF4-FFF2-40B4-BE49-F238E27FC236}">
                      <a16:creationId xmlns:a16="http://schemas.microsoft.com/office/drawing/2014/main" id="{1204465E-EA4C-7CDD-6119-75AF90CC9252}"/>
                    </a:ext>
                  </a:extLst>
                </p:cNvPr>
                <p:cNvSpPr/>
                <p:nvPr/>
              </p:nvSpPr>
              <p:spPr>
                <a:xfrm>
                  <a:off x="4458573" y="4264442"/>
                  <a:ext cx="335168" cy="6242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168" h="624254" extrusionOk="0">
                      <a:moveTo>
                        <a:pt x="67155" y="538387"/>
                      </a:moveTo>
                      <a:cubicBezTo>
                        <a:pt x="69441" y="544264"/>
                        <a:pt x="71736" y="549893"/>
                        <a:pt x="74060" y="555303"/>
                      </a:cubicBezTo>
                      <a:cubicBezTo>
                        <a:pt x="86528" y="584412"/>
                        <a:pt x="99425" y="606871"/>
                        <a:pt x="112036" y="624254"/>
                      </a:cubicBezTo>
                      <a:lnTo>
                        <a:pt x="226479" y="624254"/>
                      </a:lnTo>
                      <a:lnTo>
                        <a:pt x="335169" y="330723"/>
                      </a:lnTo>
                      <a:cubicBezTo>
                        <a:pt x="335169" y="330723"/>
                        <a:pt x="327254" y="305958"/>
                        <a:pt x="308832" y="269286"/>
                      </a:cubicBezTo>
                      <a:cubicBezTo>
                        <a:pt x="307546" y="266733"/>
                        <a:pt x="306213" y="264114"/>
                        <a:pt x="304822" y="261447"/>
                      </a:cubicBezTo>
                      <a:cubicBezTo>
                        <a:pt x="265760" y="186342"/>
                        <a:pt x="185503" y="68823"/>
                        <a:pt x="44437" y="6072"/>
                      </a:cubicBezTo>
                      <a:cubicBezTo>
                        <a:pt x="39827" y="4034"/>
                        <a:pt x="35160" y="2034"/>
                        <a:pt x="30417" y="119"/>
                      </a:cubicBezTo>
                      <a:cubicBezTo>
                        <a:pt x="30407" y="110"/>
                        <a:pt x="30407" y="110"/>
                        <a:pt x="30407" y="110"/>
                      </a:cubicBezTo>
                      <a:cubicBezTo>
                        <a:pt x="19853" y="-4186"/>
                        <a:pt x="-32391" y="117486"/>
                        <a:pt x="30407" y="411114"/>
                      </a:cubicBezTo>
                      <a:cubicBezTo>
                        <a:pt x="41428" y="462672"/>
                        <a:pt x="53962" y="504478"/>
                        <a:pt x="67155" y="538387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843;p65">
                  <a:extLst>
                    <a:ext uri="{FF2B5EF4-FFF2-40B4-BE49-F238E27FC236}">
                      <a16:creationId xmlns:a16="http://schemas.microsoft.com/office/drawing/2014/main" id="{CFE24E98-0FB4-F33C-3487-44620615DA65}"/>
                    </a:ext>
                  </a:extLst>
                </p:cNvPr>
                <p:cNvSpPr/>
                <p:nvPr/>
              </p:nvSpPr>
              <p:spPr>
                <a:xfrm>
                  <a:off x="4488989" y="4264551"/>
                  <a:ext cx="304752" cy="624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752" h="624135" extrusionOk="0">
                      <a:moveTo>
                        <a:pt x="105375" y="480108"/>
                      </a:moveTo>
                      <a:cubicBezTo>
                        <a:pt x="84487" y="499529"/>
                        <a:pt x="62855" y="517951"/>
                        <a:pt x="40557" y="535324"/>
                      </a:cubicBezTo>
                      <a:cubicBezTo>
                        <a:pt x="39291" y="536315"/>
                        <a:pt x="38014" y="537296"/>
                        <a:pt x="36738" y="538267"/>
                      </a:cubicBezTo>
                      <a:cubicBezTo>
                        <a:pt x="39024" y="544144"/>
                        <a:pt x="41319" y="549774"/>
                        <a:pt x="43643" y="555184"/>
                      </a:cubicBezTo>
                      <a:cubicBezTo>
                        <a:pt x="56112" y="584292"/>
                        <a:pt x="69009" y="606752"/>
                        <a:pt x="81620" y="624135"/>
                      </a:cubicBezTo>
                      <a:lnTo>
                        <a:pt x="196063" y="624135"/>
                      </a:lnTo>
                      <a:lnTo>
                        <a:pt x="304752" y="330603"/>
                      </a:lnTo>
                      <a:cubicBezTo>
                        <a:pt x="304752" y="330603"/>
                        <a:pt x="296837" y="305838"/>
                        <a:pt x="278416" y="269167"/>
                      </a:cubicBezTo>
                      <a:cubicBezTo>
                        <a:pt x="277130" y="266615"/>
                        <a:pt x="275796" y="263995"/>
                        <a:pt x="274406" y="261328"/>
                      </a:cubicBezTo>
                      <a:cubicBezTo>
                        <a:pt x="270891" y="269624"/>
                        <a:pt x="267071" y="277835"/>
                        <a:pt x="262880" y="285979"/>
                      </a:cubicBezTo>
                      <a:cubicBezTo>
                        <a:pt x="244297" y="322136"/>
                        <a:pt x="220399" y="354587"/>
                        <a:pt x="195015" y="385201"/>
                      </a:cubicBezTo>
                      <a:cubicBezTo>
                        <a:pt x="192910" y="387744"/>
                        <a:pt x="190786" y="390278"/>
                        <a:pt x="188643" y="392792"/>
                      </a:cubicBezTo>
                      <a:cubicBezTo>
                        <a:pt x="167383" y="335480"/>
                        <a:pt x="87887" y="126787"/>
                        <a:pt x="14021" y="5953"/>
                      </a:cubicBezTo>
                      <a:cubicBezTo>
                        <a:pt x="9411" y="3915"/>
                        <a:pt x="4743" y="1915"/>
                        <a:pt x="0" y="0"/>
                      </a:cubicBezTo>
                      <a:cubicBezTo>
                        <a:pt x="972" y="2039"/>
                        <a:pt x="107785" y="226819"/>
                        <a:pt x="137036" y="385153"/>
                      </a:cubicBezTo>
                      <a:cubicBezTo>
                        <a:pt x="143494" y="420100"/>
                        <a:pt x="131407" y="455905"/>
                        <a:pt x="105375" y="480108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844;p65">
                  <a:extLst>
                    <a:ext uri="{FF2B5EF4-FFF2-40B4-BE49-F238E27FC236}">
                      <a16:creationId xmlns:a16="http://schemas.microsoft.com/office/drawing/2014/main" id="{875772C0-74AE-B23A-4FB3-FC2D52D760B9}"/>
                    </a:ext>
                  </a:extLst>
                </p:cNvPr>
                <p:cNvSpPr/>
                <p:nvPr/>
              </p:nvSpPr>
              <p:spPr>
                <a:xfrm>
                  <a:off x="4503772" y="4280811"/>
                  <a:ext cx="205187" cy="516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187" h="516045" extrusionOk="0">
                      <a:moveTo>
                        <a:pt x="4505" y="0"/>
                      </a:moveTo>
                      <a:lnTo>
                        <a:pt x="0" y="2972"/>
                      </a:lnTo>
                      <a:cubicBezTo>
                        <a:pt x="101279" y="156448"/>
                        <a:pt x="170393" y="333870"/>
                        <a:pt x="199854" y="516046"/>
                      </a:cubicBezTo>
                      <a:lnTo>
                        <a:pt x="205188" y="515179"/>
                      </a:lnTo>
                      <a:cubicBezTo>
                        <a:pt x="190490" y="424320"/>
                        <a:pt x="165611" y="333632"/>
                        <a:pt x="131226" y="245631"/>
                      </a:cubicBezTo>
                      <a:cubicBezTo>
                        <a:pt x="97165" y="158439"/>
                        <a:pt x="54521" y="75800"/>
                        <a:pt x="4505" y="0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845;p65">
                  <a:extLst>
                    <a:ext uri="{FF2B5EF4-FFF2-40B4-BE49-F238E27FC236}">
                      <a16:creationId xmlns:a16="http://schemas.microsoft.com/office/drawing/2014/main" id="{A09DEB0D-C33C-8AFF-DEBD-1FD25EA2626C}"/>
                    </a:ext>
                  </a:extLst>
                </p:cNvPr>
                <p:cNvSpPr/>
                <p:nvPr/>
              </p:nvSpPr>
              <p:spPr>
                <a:xfrm>
                  <a:off x="4624425" y="4289259"/>
                  <a:ext cx="552288" cy="599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288" h="599427" extrusionOk="0">
                      <a:moveTo>
                        <a:pt x="278273" y="155448"/>
                      </a:moveTo>
                      <a:cubicBezTo>
                        <a:pt x="198263" y="187938"/>
                        <a:pt x="147485" y="264500"/>
                        <a:pt x="104137" y="343110"/>
                      </a:cubicBezTo>
                      <a:cubicBezTo>
                        <a:pt x="84277" y="379123"/>
                        <a:pt x="43548" y="455952"/>
                        <a:pt x="18364" y="529780"/>
                      </a:cubicBezTo>
                      <a:cubicBezTo>
                        <a:pt x="18231" y="530162"/>
                        <a:pt x="18098" y="530533"/>
                        <a:pt x="17974" y="530914"/>
                      </a:cubicBezTo>
                      <a:cubicBezTo>
                        <a:pt x="9944" y="554584"/>
                        <a:pt x="3591" y="577882"/>
                        <a:pt x="0" y="599427"/>
                      </a:cubicBezTo>
                      <a:lnTo>
                        <a:pt x="284826" y="599427"/>
                      </a:lnTo>
                      <a:cubicBezTo>
                        <a:pt x="308353" y="575091"/>
                        <a:pt x="330279" y="549583"/>
                        <a:pt x="350644" y="522903"/>
                      </a:cubicBezTo>
                      <a:cubicBezTo>
                        <a:pt x="354463" y="517893"/>
                        <a:pt x="358245" y="512826"/>
                        <a:pt x="361960" y="507730"/>
                      </a:cubicBezTo>
                      <a:cubicBezTo>
                        <a:pt x="368408" y="498910"/>
                        <a:pt x="374675" y="489966"/>
                        <a:pt x="380781" y="480898"/>
                      </a:cubicBezTo>
                      <a:cubicBezTo>
                        <a:pt x="384781" y="474983"/>
                        <a:pt x="388696" y="469021"/>
                        <a:pt x="392544" y="463010"/>
                      </a:cubicBezTo>
                      <a:cubicBezTo>
                        <a:pt x="477050" y="331080"/>
                        <a:pt x="528590" y="175108"/>
                        <a:pt x="552288" y="0"/>
                      </a:cubicBezTo>
                      <a:cubicBezTo>
                        <a:pt x="467116" y="65999"/>
                        <a:pt x="376152" y="115719"/>
                        <a:pt x="278273" y="155448"/>
                      </a:cubicBezTo>
                      <a:close/>
                    </a:path>
                  </a:pathLst>
                </a:custGeom>
                <a:solidFill>
                  <a:srgbClr val="2CBF7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846;p65">
                  <a:extLst>
                    <a:ext uri="{FF2B5EF4-FFF2-40B4-BE49-F238E27FC236}">
                      <a16:creationId xmlns:a16="http://schemas.microsoft.com/office/drawing/2014/main" id="{CFD2D0C1-6797-C4EC-4BAF-0EF9E00220C1}"/>
                    </a:ext>
                  </a:extLst>
                </p:cNvPr>
                <p:cNvSpPr/>
                <p:nvPr/>
              </p:nvSpPr>
              <p:spPr>
                <a:xfrm>
                  <a:off x="4696244" y="4310300"/>
                  <a:ext cx="475754" cy="578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754" h="578377" extrusionOk="0">
                      <a:moveTo>
                        <a:pt x="46663" y="505501"/>
                      </a:moveTo>
                      <a:cubicBezTo>
                        <a:pt x="28975" y="532609"/>
                        <a:pt x="13259" y="557260"/>
                        <a:pt x="0" y="578377"/>
                      </a:cubicBezTo>
                      <a:lnTo>
                        <a:pt x="212979" y="578377"/>
                      </a:lnTo>
                      <a:cubicBezTo>
                        <a:pt x="234306" y="556127"/>
                        <a:pt x="252898" y="532047"/>
                        <a:pt x="272663" y="508645"/>
                      </a:cubicBezTo>
                      <a:cubicBezTo>
                        <a:pt x="274625" y="506330"/>
                        <a:pt x="276673" y="504063"/>
                        <a:pt x="278825" y="501853"/>
                      </a:cubicBezTo>
                      <a:cubicBezTo>
                        <a:pt x="282645" y="496843"/>
                        <a:pt x="286426" y="491776"/>
                        <a:pt x="290141" y="486680"/>
                      </a:cubicBezTo>
                      <a:cubicBezTo>
                        <a:pt x="296590" y="477860"/>
                        <a:pt x="302857" y="468916"/>
                        <a:pt x="308962" y="459848"/>
                      </a:cubicBezTo>
                      <a:cubicBezTo>
                        <a:pt x="277930" y="473126"/>
                        <a:pt x="244783" y="481403"/>
                        <a:pt x="211160" y="484232"/>
                      </a:cubicBezTo>
                      <a:cubicBezTo>
                        <a:pt x="210826" y="484261"/>
                        <a:pt x="210483" y="484289"/>
                        <a:pt x="210131" y="484318"/>
                      </a:cubicBezTo>
                      <a:cubicBezTo>
                        <a:pt x="175527" y="487118"/>
                        <a:pt x="150924" y="475240"/>
                        <a:pt x="153838" y="437826"/>
                      </a:cubicBezTo>
                      <a:cubicBezTo>
                        <a:pt x="155991" y="410394"/>
                        <a:pt x="170155" y="383162"/>
                        <a:pt x="183880" y="360388"/>
                      </a:cubicBezTo>
                      <a:cubicBezTo>
                        <a:pt x="212265" y="313249"/>
                        <a:pt x="250708" y="269624"/>
                        <a:pt x="284788" y="226486"/>
                      </a:cubicBezTo>
                      <a:cubicBezTo>
                        <a:pt x="315382" y="187728"/>
                        <a:pt x="346653" y="149514"/>
                        <a:pt x="378485" y="111757"/>
                      </a:cubicBezTo>
                      <a:cubicBezTo>
                        <a:pt x="410308" y="74000"/>
                        <a:pt x="442484" y="36490"/>
                        <a:pt x="475755" y="0"/>
                      </a:cubicBezTo>
                      <a:cubicBezTo>
                        <a:pt x="341376" y="75772"/>
                        <a:pt x="156524" y="337061"/>
                        <a:pt x="46663" y="505501"/>
                      </a:cubicBez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847;p65">
                  <a:extLst>
                    <a:ext uri="{FF2B5EF4-FFF2-40B4-BE49-F238E27FC236}">
                      <a16:creationId xmlns:a16="http://schemas.microsoft.com/office/drawing/2014/main" id="{66233EC9-FFBE-9023-019E-89354D940821}"/>
                    </a:ext>
                  </a:extLst>
                </p:cNvPr>
                <p:cNvSpPr/>
                <p:nvPr/>
              </p:nvSpPr>
              <p:spPr>
                <a:xfrm>
                  <a:off x="4624416" y="4815811"/>
                  <a:ext cx="118491" cy="7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91" h="72875" extrusionOk="0">
                      <a:moveTo>
                        <a:pt x="71828" y="72876"/>
                      </a:moveTo>
                      <a:cubicBezTo>
                        <a:pt x="85096" y="51759"/>
                        <a:pt x="100803" y="27108"/>
                        <a:pt x="118491" y="0"/>
                      </a:cubicBezTo>
                      <a:cubicBezTo>
                        <a:pt x="85192" y="2810"/>
                        <a:pt x="51778" y="3886"/>
                        <a:pt x="18364" y="3229"/>
                      </a:cubicBezTo>
                      <a:cubicBezTo>
                        <a:pt x="18231" y="3610"/>
                        <a:pt x="18098" y="3982"/>
                        <a:pt x="17974" y="4363"/>
                      </a:cubicBezTo>
                      <a:cubicBezTo>
                        <a:pt x="9944" y="28032"/>
                        <a:pt x="3591" y="51330"/>
                        <a:pt x="0" y="72876"/>
                      </a:cubicBezTo>
                      <a:lnTo>
                        <a:pt x="71828" y="72876"/>
                      </a:lnTo>
                      <a:close/>
                    </a:path>
                  </a:pathLst>
                </a:custGeom>
                <a:solidFill>
                  <a:srgbClr val="2DA66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848;p65">
                  <a:extLst>
                    <a:ext uri="{FF2B5EF4-FFF2-40B4-BE49-F238E27FC236}">
                      <a16:creationId xmlns:a16="http://schemas.microsoft.com/office/drawing/2014/main" id="{00A1A6C9-C4FE-D336-CC77-10E773D41711}"/>
                    </a:ext>
                  </a:extLst>
                </p:cNvPr>
                <p:cNvSpPr/>
                <p:nvPr/>
              </p:nvSpPr>
              <p:spPr>
                <a:xfrm>
                  <a:off x="4083491" y="4639046"/>
                  <a:ext cx="393344" cy="257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344" h="257851" extrusionOk="0">
                      <a:moveTo>
                        <a:pt x="386925" y="257851"/>
                      </a:moveTo>
                      <a:lnTo>
                        <a:pt x="393344" y="257851"/>
                      </a:lnTo>
                      <a:cubicBezTo>
                        <a:pt x="338480" y="171831"/>
                        <a:pt x="270520" y="81715"/>
                        <a:pt x="175422" y="37147"/>
                      </a:cubicBezTo>
                      <a:cubicBezTo>
                        <a:pt x="127778" y="14821"/>
                        <a:pt x="72104" y="3019"/>
                        <a:pt x="229" y="0"/>
                      </a:cubicBezTo>
                      <a:lnTo>
                        <a:pt x="0" y="5401"/>
                      </a:lnTo>
                      <a:cubicBezTo>
                        <a:pt x="71133" y="8382"/>
                        <a:pt x="126149" y="20021"/>
                        <a:pt x="173126" y="42043"/>
                      </a:cubicBezTo>
                      <a:cubicBezTo>
                        <a:pt x="265871" y="85506"/>
                        <a:pt x="332784" y="173346"/>
                        <a:pt x="386925" y="257851"/>
                      </a:cubicBez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4" name="Google Shape;1849;p65">
                  <a:extLst>
                    <a:ext uri="{FF2B5EF4-FFF2-40B4-BE49-F238E27FC236}">
                      <a16:creationId xmlns:a16="http://schemas.microsoft.com/office/drawing/2014/main" id="{72949410-219F-99FA-84A5-14AA088D7826}"/>
                    </a:ext>
                  </a:extLst>
                </p:cNvPr>
                <p:cNvSpPr/>
                <p:nvPr/>
              </p:nvSpPr>
              <p:spPr>
                <a:xfrm>
                  <a:off x="4704311" y="4306233"/>
                  <a:ext cx="467696" cy="582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696" h="582453" extrusionOk="0">
                      <a:moveTo>
                        <a:pt x="464125" y="0"/>
                      </a:moveTo>
                      <a:cubicBezTo>
                        <a:pt x="314201" y="132026"/>
                        <a:pt x="64903" y="451104"/>
                        <a:pt x="0" y="582454"/>
                      </a:cubicBezTo>
                      <a:lnTo>
                        <a:pt x="6029" y="582454"/>
                      </a:lnTo>
                      <a:cubicBezTo>
                        <a:pt x="106680" y="379695"/>
                        <a:pt x="261185" y="185919"/>
                        <a:pt x="467697" y="4058"/>
                      </a:cubicBezTo>
                      <a:lnTo>
                        <a:pt x="464125" y="0"/>
                      </a:lnTo>
                      <a:close/>
                    </a:path>
                  </a:pathLst>
                </a:custGeom>
                <a:solidFill>
                  <a:srgbClr val="027369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91" name="Google Shape;1850;p65">
                <a:extLst>
                  <a:ext uri="{FF2B5EF4-FFF2-40B4-BE49-F238E27FC236}">
                    <a16:creationId xmlns:a16="http://schemas.microsoft.com/office/drawing/2014/main" id="{448A0C42-11C8-3674-5F2B-6E5FC28242FA}"/>
                  </a:ext>
                </a:extLst>
              </p:cNvPr>
              <p:cNvSpPr/>
              <p:nvPr/>
            </p:nvSpPr>
            <p:spPr>
              <a:xfrm>
                <a:off x="713216" y="4309979"/>
                <a:ext cx="3059961" cy="41748"/>
              </a:xfrm>
              <a:custGeom>
                <a:avLst/>
                <a:gdLst/>
                <a:ahLst/>
                <a:cxnLst/>
                <a:rect l="l" t="t" r="r" b="b"/>
                <a:pathLst>
                  <a:path w="4079948" h="55664" extrusionOk="0">
                    <a:moveTo>
                      <a:pt x="0" y="0"/>
                    </a:moveTo>
                    <a:lnTo>
                      <a:pt x="4079948" y="0"/>
                    </a:lnTo>
                    <a:lnTo>
                      <a:pt x="4079948" y="55664"/>
                    </a:lnTo>
                    <a:lnTo>
                      <a:pt x="0" y="55664"/>
                    </a:lnTo>
                    <a:close/>
                  </a:path>
                </a:pathLst>
              </a:custGeom>
              <a:solidFill>
                <a:srgbClr val="293F6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4" name="Google Shape;1851;p65">
              <a:extLst>
                <a:ext uri="{FF2B5EF4-FFF2-40B4-BE49-F238E27FC236}">
                  <a16:creationId xmlns:a16="http://schemas.microsoft.com/office/drawing/2014/main" id="{03E86718-70EF-25E0-8039-8BFFA34E3CEA}"/>
                </a:ext>
              </a:extLst>
            </p:cNvPr>
            <p:cNvGrpSpPr/>
            <p:nvPr/>
          </p:nvGrpSpPr>
          <p:grpSpPr>
            <a:xfrm>
              <a:off x="3272953" y="2645205"/>
              <a:ext cx="2569272" cy="1726267"/>
              <a:chOff x="4097291" y="2027759"/>
              <a:chExt cx="3396710" cy="2282215"/>
            </a:xfrm>
          </p:grpSpPr>
          <p:sp>
            <p:nvSpPr>
              <p:cNvPr id="827" name="Google Shape;1852;p65">
                <a:extLst>
                  <a:ext uri="{FF2B5EF4-FFF2-40B4-BE49-F238E27FC236}">
                    <a16:creationId xmlns:a16="http://schemas.microsoft.com/office/drawing/2014/main" id="{E8AB4628-E6C8-CB9B-8359-BE7D680CF35B}"/>
                  </a:ext>
                </a:extLst>
              </p:cNvPr>
              <p:cNvSpPr/>
              <p:nvPr/>
            </p:nvSpPr>
            <p:spPr>
              <a:xfrm>
                <a:off x="4385799" y="3819734"/>
                <a:ext cx="2812565" cy="464614"/>
              </a:xfrm>
              <a:custGeom>
                <a:avLst/>
                <a:gdLst/>
                <a:ahLst/>
                <a:cxnLst/>
                <a:rect l="l" t="t" r="r" b="b"/>
                <a:pathLst>
                  <a:path w="3750087" h="619486" extrusionOk="0">
                    <a:moveTo>
                      <a:pt x="484308" y="615858"/>
                    </a:moveTo>
                    <a:lnTo>
                      <a:pt x="1753591" y="615858"/>
                    </a:lnTo>
                    <a:cubicBezTo>
                      <a:pt x="1899685" y="583778"/>
                      <a:pt x="2054352" y="563651"/>
                      <a:pt x="2243242" y="585188"/>
                    </a:cubicBezTo>
                    <a:cubicBezTo>
                      <a:pt x="2328910" y="594960"/>
                      <a:pt x="2407091" y="605581"/>
                      <a:pt x="2479243" y="615858"/>
                    </a:cubicBezTo>
                    <a:lnTo>
                      <a:pt x="3238557" y="615858"/>
                    </a:lnTo>
                    <a:cubicBezTo>
                      <a:pt x="3303051" y="589721"/>
                      <a:pt x="3368659" y="552355"/>
                      <a:pt x="3439163" y="500520"/>
                    </a:cubicBezTo>
                    <a:cubicBezTo>
                      <a:pt x="3621415" y="366513"/>
                      <a:pt x="3715436" y="183623"/>
                      <a:pt x="3750088" y="0"/>
                    </a:cubicBezTo>
                    <a:lnTo>
                      <a:pt x="0" y="0"/>
                    </a:lnTo>
                    <a:cubicBezTo>
                      <a:pt x="63875" y="264290"/>
                      <a:pt x="217437" y="495195"/>
                      <a:pt x="465858" y="619487"/>
                    </a:cubicBezTo>
                    <a:cubicBezTo>
                      <a:pt x="471040" y="617191"/>
                      <a:pt x="477145" y="615858"/>
                      <a:pt x="484308" y="615858"/>
                    </a:cubicBezTo>
                    <a:close/>
                  </a:path>
                </a:pathLst>
              </a:custGeom>
              <a:solidFill>
                <a:srgbClr val="E3FB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28" name="Google Shape;1853;p65">
                <a:extLst>
                  <a:ext uri="{FF2B5EF4-FFF2-40B4-BE49-F238E27FC236}">
                    <a16:creationId xmlns:a16="http://schemas.microsoft.com/office/drawing/2014/main" id="{E151375D-F8DE-950C-F097-91F4129D0106}"/>
                  </a:ext>
                </a:extLst>
              </p:cNvPr>
              <p:cNvGrpSpPr/>
              <p:nvPr/>
            </p:nvGrpSpPr>
            <p:grpSpPr>
              <a:xfrm>
                <a:off x="5469813" y="2100040"/>
                <a:ext cx="517957" cy="757475"/>
                <a:chOff x="5661450" y="2003953"/>
                <a:chExt cx="690610" cy="1009966"/>
              </a:xfrm>
            </p:grpSpPr>
            <p:grpSp>
              <p:nvGrpSpPr>
                <p:cNvPr id="1050" name="Google Shape;1854;p65">
                  <a:extLst>
                    <a:ext uri="{FF2B5EF4-FFF2-40B4-BE49-F238E27FC236}">
                      <a16:creationId xmlns:a16="http://schemas.microsoft.com/office/drawing/2014/main" id="{B65A337E-8B9B-8920-BDA5-41F307FB9BB6}"/>
                    </a:ext>
                  </a:extLst>
                </p:cNvPr>
                <p:cNvGrpSpPr/>
                <p:nvPr/>
              </p:nvGrpSpPr>
              <p:grpSpPr>
                <a:xfrm>
                  <a:off x="5661450" y="2244947"/>
                  <a:ext cx="655605" cy="768972"/>
                  <a:chOff x="5661450" y="2244947"/>
                  <a:chExt cx="655605" cy="768972"/>
                </a:xfrm>
              </p:grpSpPr>
              <p:sp>
                <p:nvSpPr>
                  <p:cNvPr id="1079" name="Google Shape;1855;p65">
                    <a:extLst>
                      <a:ext uri="{FF2B5EF4-FFF2-40B4-BE49-F238E27FC236}">
                        <a16:creationId xmlns:a16="http://schemas.microsoft.com/office/drawing/2014/main" id="{8B5EC8DF-1B84-7EFB-AEB4-F2D6DA0C04D1}"/>
                      </a:ext>
                    </a:extLst>
                  </p:cNvPr>
                  <p:cNvSpPr/>
                  <p:nvPr/>
                </p:nvSpPr>
                <p:spPr>
                  <a:xfrm>
                    <a:off x="5661469" y="2244956"/>
                    <a:ext cx="655399" cy="7326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5399" h="732653" extrusionOk="0">
                        <a:moveTo>
                          <a:pt x="0" y="0"/>
                        </a:moveTo>
                        <a:cubicBezTo>
                          <a:pt x="0" y="0"/>
                          <a:pt x="9468" y="448"/>
                          <a:pt x="26546" y="2791"/>
                        </a:cubicBezTo>
                        <a:cubicBezTo>
                          <a:pt x="43615" y="5134"/>
                          <a:pt x="68313" y="9373"/>
                          <a:pt x="98603" y="16974"/>
                        </a:cubicBezTo>
                        <a:cubicBezTo>
                          <a:pt x="128892" y="24574"/>
                          <a:pt x="164792" y="35528"/>
                          <a:pt x="204092" y="51254"/>
                        </a:cubicBezTo>
                        <a:cubicBezTo>
                          <a:pt x="243373" y="66970"/>
                          <a:pt x="286055" y="87468"/>
                          <a:pt x="329527" y="114024"/>
                        </a:cubicBezTo>
                        <a:cubicBezTo>
                          <a:pt x="372980" y="140560"/>
                          <a:pt x="417243" y="173184"/>
                          <a:pt x="459057" y="212798"/>
                        </a:cubicBezTo>
                        <a:cubicBezTo>
                          <a:pt x="500844" y="252374"/>
                          <a:pt x="540220" y="299018"/>
                          <a:pt x="572881" y="352635"/>
                        </a:cubicBezTo>
                        <a:cubicBezTo>
                          <a:pt x="589207" y="379428"/>
                          <a:pt x="603828" y="407927"/>
                          <a:pt x="616087" y="437931"/>
                        </a:cubicBezTo>
                        <a:cubicBezTo>
                          <a:pt x="628345" y="467916"/>
                          <a:pt x="638232" y="499405"/>
                          <a:pt x="645033" y="531933"/>
                        </a:cubicBezTo>
                        <a:cubicBezTo>
                          <a:pt x="651834" y="564442"/>
                          <a:pt x="655529" y="597989"/>
                          <a:pt x="655396" y="631784"/>
                        </a:cubicBezTo>
                        <a:cubicBezTo>
                          <a:pt x="655272" y="665559"/>
                          <a:pt x="651300" y="699583"/>
                          <a:pt x="642890" y="732653"/>
                        </a:cubicBezTo>
                        <a:cubicBezTo>
                          <a:pt x="616420" y="710994"/>
                          <a:pt x="591179" y="690782"/>
                          <a:pt x="567080" y="671274"/>
                        </a:cubicBezTo>
                        <a:cubicBezTo>
                          <a:pt x="542982" y="651786"/>
                          <a:pt x="520036" y="633003"/>
                          <a:pt x="498062" y="614439"/>
                        </a:cubicBezTo>
                        <a:cubicBezTo>
                          <a:pt x="454123" y="577377"/>
                          <a:pt x="414052" y="540972"/>
                          <a:pt x="376714" y="503806"/>
                        </a:cubicBezTo>
                        <a:cubicBezTo>
                          <a:pt x="339404" y="466715"/>
                          <a:pt x="304829" y="428968"/>
                          <a:pt x="272567" y="391049"/>
                        </a:cubicBezTo>
                        <a:cubicBezTo>
                          <a:pt x="240325" y="353158"/>
                          <a:pt x="210417" y="315144"/>
                          <a:pt x="182947" y="278273"/>
                        </a:cubicBezTo>
                        <a:cubicBezTo>
                          <a:pt x="155477" y="241411"/>
                          <a:pt x="130454" y="205721"/>
                          <a:pt x="108242" y="172802"/>
                        </a:cubicBezTo>
                        <a:cubicBezTo>
                          <a:pt x="86039" y="139894"/>
                          <a:pt x="66665" y="109757"/>
                          <a:pt x="50644" y="84172"/>
                        </a:cubicBezTo>
                        <a:cubicBezTo>
                          <a:pt x="34633" y="58588"/>
                          <a:pt x="21974" y="37567"/>
                          <a:pt x="13316" y="22917"/>
                        </a:cubicBezTo>
                        <a:cubicBezTo>
                          <a:pt x="4667" y="8268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0" name="Google Shape;1856;p65">
                    <a:extLst>
                      <a:ext uri="{FF2B5EF4-FFF2-40B4-BE49-F238E27FC236}">
                        <a16:creationId xmlns:a16="http://schemas.microsoft.com/office/drawing/2014/main" id="{EBA83F13-20A9-939E-6E20-6E4092386263}"/>
                      </a:ext>
                    </a:extLst>
                  </p:cNvPr>
                  <p:cNvSpPr/>
                  <p:nvPr/>
                </p:nvSpPr>
                <p:spPr>
                  <a:xfrm>
                    <a:off x="5661450" y="2244947"/>
                    <a:ext cx="655605" cy="7689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5605" h="768972" extrusionOk="0">
                        <a:moveTo>
                          <a:pt x="339757" y="465925"/>
                        </a:moveTo>
                        <a:cubicBezTo>
                          <a:pt x="338433" y="464515"/>
                          <a:pt x="337109" y="463105"/>
                          <a:pt x="335785" y="461696"/>
                        </a:cubicBezTo>
                        <a:cubicBezTo>
                          <a:pt x="335785" y="461696"/>
                          <a:pt x="345015" y="460429"/>
                          <a:pt x="359016" y="458714"/>
                        </a:cubicBezTo>
                        <a:cubicBezTo>
                          <a:pt x="362531" y="458295"/>
                          <a:pt x="366331" y="457848"/>
                          <a:pt x="370351" y="457371"/>
                        </a:cubicBezTo>
                        <a:cubicBezTo>
                          <a:pt x="374371" y="456933"/>
                          <a:pt x="378609" y="456476"/>
                          <a:pt x="382991" y="455990"/>
                        </a:cubicBezTo>
                        <a:cubicBezTo>
                          <a:pt x="391763" y="455076"/>
                          <a:pt x="401222" y="454133"/>
                          <a:pt x="410661" y="453304"/>
                        </a:cubicBezTo>
                        <a:cubicBezTo>
                          <a:pt x="420071" y="452495"/>
                          <a:pt x="429549" y="451761"/>
                          <a:pt x="438483" y="451142"/>
                        </a:cubicBezTo>
                        <a:cubicBezTo>
                          <a:pt x="447437" y="450504"/>
                          <a:pt x="455704" y="450066"/>
                          <a:pt x="462886" y="449685"/>
                        </a:cubicBezTo>
                        <a:cubicBezTo>
                          <a:pt x="470078" y="449351"/>
                          <a:pt x="476079" y="449066"/>
                          <a:pt x="480270" y="448875"/>
                        </a:cubicBezTo>
                        <a:cubicBezTo>
                          <a:pt x="484461" y="448723"/>
                          <a:pt x="486861" y="448637"/>
                          <a:pt x="486861" y="448637"/>
                        </a:cubicBezTo>
                        <a:cubicBezTo>
                          <a:pt x="486861" y="448637"/>
                          <a:pt x="485442" y="446656"/>
                          <a:pt x="482841" y="443274"/>
                        </a:cubicBezTo>
                        <a:cubicBezTo>
                          <a:pt x="480260" y="439874"/>
                          <a:pt x="476574" y="435026"/>
                          <a:pt x="472154" y="429206"/>
                        </a:cubicBezTo>
                        <a:cubicBezTo>
                          <a:pt x="467620" y="423462"/>
                          <a:pt x="462429" y="416700"/>
                          <a:pt x="456705" y="409575"/>
                        </a:cubicBezTo>
                        <a:cubicBezTo>
                          <a:pt x="453838" y="406022"/>
                          <a:pt x="450866" y="402346"/>
                          <a:pt x="447846" y="398612"/>
                        </a:cubicBezTo>
                        <a:cubicBezTo>
                          <a:pt x="444846" y="394868"/>
                          <a:pt x="441684" y="391154"/>
                          <a:pt x="438579" y="387391"/>
                        </a:cubicBezTo>
                        <a:cubicBezTo>
                          <a:pt x="432387" y="379857"/>
                          <a:pt x="425996" y="372494"/>
                          <a:pt x="420071" y="365531"/>
                        </a:cubicBezTo>
                        <a:cubicBezTo>
                          <a:pt x="414071" y="358635"/>
                          <a:pt x="408442" y="352225"/>
                          <a:pt x="403584" y="346758"/>
                        </a:cubicBezTo>
                        <a:cubicBezTo>
                          <a:pt x="398688" y="341319"/>
                          <a:pt x="394611" y="336794"/>
                          <a:pt x="391754" y="333623"/>
                        </a:cubicBezTo>
                        <a:cubicBezTo>
                          <a:pt x="388868" y="330479"/>
                          <a:pt x="387210" y="328689"/>
                          <a:pt x="387210" y="328689"/>
                        </a:cubicBezTo>
                        <a:cubicBezTo>
                          <a:pt x="387210" y="328689"/>
                          <a:pt x="378238" y="330308"/>
                          <a:pt x="364912" y="332880"/>
                        </a:cubicBezTo>
                        <a:cubicBezTo>
                          <a:pt x="358264" y="334156"/>
                          <a:pt x="350444" y="335747"/>
                          <a:pt x="342166" y="337461"/>
                        </a:cubicBezTo>
                        <a:cubicBezTo>
                          <a:pt x="333861" y="339195"/>
                          <a:pt x="325098" y="341033"/>
                          <a:pt x="316268" y="343014"/>
                        </a:cubicBezTo>
                        <a:cubicBezTo>
                          <a:pt x="307467" y="344976"/>
                          <a:pt x="298704" y="346977"/>
                          <a:pt x="290532" y="348901"/>
                        </a:cubicBezTo>
                        <a:cubicBezTo>
                          <a:pt x="282359" y="350825"/>
                          <a:pt x="274701" y="352701"/>
                          <a:pt x="268195" y="354311"/>
                        </a:cubicBezTo>
                        <a:cubicBezTo>
                          <a:pt x="261699" y="355949"/>
                          <a:pt x="256289" y="357311"/>
                          <a:pt x="252498" y="358264"/>
                        </a:cubicBezTo>
                        <a:cubicBezTo>
                          <a:pt x="248717" y="359245"/>
                          <a:pt x="246545" y="359807"/>
                          <a:pt x="246545" y="359807"/>
                        </a:cubicBezTo>
                        <a:cubicBezTo>
                          <a:pt x="245440" y="358464"/>
                          <a:pt x="244335" y="357121"/>
                          <a:pt x="243230" y="355778"/>
                        </a:cubicBezTo>
                        <a:cubicBezTo>
                          <a:pt x="243230" y="355778"/>
                          <a:pt x="245383" y="355216"/>
                          <a:pt x="249155" y="354225"/>
                        </a:cubicBezTo>
                        <a:cubicBezTo>
                          <a:pt x="252927" y="353244"/>
                          <a:pt x="258327" y="351844"/>
                          <a:pt x="264795" y="350234"/>
                        </a:cubicBezTo>
                        <a:cubicBezTo>
                          <a:pt x="277739" y="346986"/>
                          <a:pt x="295142" y="342757"/>
                          <a:pt x="312620" y="338852"/>
                        </a:cubicBezTo>
                        <a:cubicBezTo>
                          <a:pt x="330146" y="334880"/>
                          <a:pt x="347720" y="331260"/>
                          <a:pt x="361036" y="328603"/>
                        </a:cubicBezTo>
                        <a:cubicBezTo>
                          <a:pt x="367703" y="327269"/>
                          <a:pt x="373218" y="326231"/>
                          <a:pt x="377104" y="325498"/>
                        </a:cubicBezTo>
                        <a:cubicBezTo>
                          <a:pt x="380990" y="324774"/>
                          <a:pt x="383219" y="324355"/>
                          <a:pt x="383219" y="324355"/>
                        </a:cubicBezTo>
                        <a:cubicBezTo>
                          <a:pt x="383219" y="324355"/>
                          <a:pt x="377800" y="318402"/>
                          <a:pt x="369465" y="309658"/>
                        </a:cubicBezTo>
                        <a:cubicBezTo>
                          <a:pt x="367389" y="307467"/>
                          <a:pt x="365141" y="305095"/>
                          <a:pt x="362760" y="302581"/>
                        </a:cubicBezTo>
                        <a:cubicBezTo>
                          <a:pt x="360350" y="300095"/>
                          <a:pt x="357816" y="297475"/>
                          <a:pt x="355187" y="294761"/>
                        </a:cubicBezTo>
                        <a:cubicBezTo>
                          <a:pt x="349967" y="289312"/>
                          <a:pt x="344281" y="283607"/>
                          <a:pt x="338614" y="277882"/>
                        </a:cubicBezTo>
                        <a:cubicBezTo>
                          <a:pt x="332965" y="272148"/>
                          <a:pt x="327184" y="266538"/>
                          <a:pt x="321831" y="261204"/>
                        </a:cubicBezTo>
                        <a:cubicBezTo>
                          <a:pt x="316411" y="255946"/>
                          <a:pt x="311353" y="251041"/>
                          <a:pt x="307010" y="246840"/>
                        </a:cubicBezTo>
                        <a:cubicBezTo>
                          <a:pt x="298247" y="238525"/>
                          <a:pt x="292398" y="232981"/>
                          <a:pt x="292398" y="232981"/>
                        </a:cubicBezTo>
                        <a:cubicBezTo>
                          <a:pt x="292398" y="232981"/>
                          <a:pt x="284150" y="233810"/>
                          <a:pt x="271767" y="235048"/>
                        </a:cubicBezTo>
                        <a:cubicBezTo>
                          <a:pt x="265614" y="235677"/>
                          <a:pt x="258394" y="236496"/>
                          <a:pt x="250717" y="237382"/>
                        </a:cubicBezTo>
                        <a:cubicBezTo>
                          <a:pt x="243040" y="238268"/>
                          <a:pt x="234886" y="239249"/>
                          <a:pt x="226714" y="240316"/>
                        </a:cubicBezTo>
                        <a:cubicBezTo>
                          <a:pt x="210426" y="242392"/>
                          <a:pt x="194205" y="244735"/>
                          <a:pt x="182127" y="246555"/>
                        </a:cubicBezTo>
                        <a:cubicBezTo>
                          <a:pt x="170050" y="248450"/>
                          <a:pt x="162001" y="249717"/>
                          <a:pt x="162001" y="249717"/>
                        </a:cubicBezTo>
                        <a:cubicBezTo>
                          <a:pt x="160925" y="248221"/>
                          <a:pt x="159849" y="246736"/>
                          <a:pt x="158782" y="245250"/>
                        </a:cubicBezTo>
                        <a:cubicBezTo>
                          <a:pt x="158782" y="245250"/>
                          <a:pt x="160763" y="244926"/>
                          <a:pt x="164240" y="244354"/>
                        </a:cubicBezTo>
                        <a:cubicBezTo>
                          <a:pt x="167716" y="243811"/>
                          <a:pt x="172679" y="243030"/>
                          <a:pt x="178641" y="242087"/>
                        </a:cubicBezTo>
                        <a:cubicBezTo>
                          <a:pt x="184623" y="241154"/>
                          <a:pt x="191605" y="240106"/>
                          <a:pt x="199091" y="239039"/>
                        </a:cubicBezTo>
                        <a:cubicBezTo>
                          <a:pt x="206588" y="237973"/>
                          <a:pt x="214636" y="236830"/>
                          <a:pt x="222656" y="235801"/>
                        </a:cubicBezTo>
                        <a:cubicBezTo>
                          <a:pt x="230686" y="234763"/>
                          <a:pt x="238782" y="233715"/>
                          <a:pt x="246345" y="232829"/>
                        </a:cubicBezTo>
                        <a:cubicBezTo>
                          <a:pt x="253946" y="231962"/>
                          <a:pt x="261033" y="231153"/>
                          <a:pt x="267110" y="230467"/>
                        </a:cubicBezTo>
                        <a:cubicBezTo>
                          <a:pt x="273215" y="229791"/>
                          <a:pt x="278273" y="229295"/>
                          <a:pt x="281845" y="228933"/>
                        </a:cubicBezTo>
                        <a:cubicBezTo>
                          <a:pt x="285407" y="228581"/>
                          <a:pt x="287445" y="228381"/>
                          <a:pt x="287445" y="228381"/>
                        </a:cubicBezTo>
                        <a:cubicBezTo>
                          <a:pt x="287445" y="228381"/>
                          <a:pt x="285959" y="226990"/>
                          <a:pt x="283350" y="224571"/>
                        </a:cubicBezTo>
                        <a:cubicBezTo>
                          <a:pt x="280759" y="222133"/>
                          <a:pt x="277016" y="218694"/>
                          <a:pt x="272501" y="214579"/>
                        </a:cubicBezTo>
                        <a:cubicBezTo>
                          <a:pt x="270243" y="212522"/>
                          <a:pt x="267805" y="210293"/>
                          <a:pt x="265224" y="207931"/>
                        </a:cubicBezTo>
                        <a:cubicBezTo>
                          <a:pt x="262623" y="205597"/>
                          <a:pt x="259880" y="203130"/>
                          <a:pt x="257042" y="200587"/>
                        </a:cubicBezTo>
                        <a:cubicBezTo>
                          <a:pt x="251384" y="195472"/>
                          <a:pt x="245250" y="190119"/>
                          <a:pt x="239154" y="184737"/>
                        </a:cubicBezTo>
                        <a:cubicBezTo>
                          <a:pt x="226885" y="174041"/>
                          <a:pt x="214532" y="163449"/>
                          <a:pt x="205159" y="155629"/>
                        </a:cubicBezTo>
                        <a:cubicBezTo>
                          <a:pt x="200492" y="151705"/>
                          <a:pt x="196577" y="148447"/>
                          <a:pt x="193824" y="146190"/>
                        </a:cubicBezTo>
                        <a:cubicBezTo>
                          <a:pt x="191081" y="143923"/>
                          <a:pt x="189509" y="142627"/>
                          <a:pt x="189509" y="142627"/>
                        </a:cubicBezTo>
                        <a:cubicBezTo>
                          <a:pt x="189509" y="142627"/>
                          <a:pt x="166516" y="146028"/>
                          <a:pt x="143780" y="149990"/>
                        </a:cubicBezTo>
                        <a:cubicBezTo>
                          <a:pt x="132426" y="151924"/>
                          <a:pt x="121072" y="154029"/>
                          <a:pt x="112633" y="155591"/>
                        </a:cubicBezTo>
                        <a:cubicBezTo>
                          <a:pt x="104184" y="157220"/>
                          <a:pt x="98546" y="158296"/>
                          <a:pt x="98546" y="158296"/>
                        </a:cubicBezTo>
                        <a:cubicBezTo>
                          <a:pt x="97546" y="156791"/>
                          <a:pt x="96555" y="155286"/>
                          <a:pt x="95564" y="153800"/>
                        </a:cubicBezTo>
                        <a:cubicBezTo>
                          <a:pt x="95564" y="153800"/>
                          <a:pt x="117472" y="149457"/>
                          <a:pt x="139665" y="145590"/>
                        </a:cubicBezTo>
                        <a:cubicBezTo>
                          <a:pt x="161811" y="141703"/>
                          <a:pt x="184242" y="138293"/>
                          <a:pt x="184242" y="138293"/>
                        </a:cubicBezTo>
                        <a:cubicBezTo>
                          <a:pt x="184242" y="138293"/>
                          <a:pt x="181527" y="136084"/>
                          <a:pt x="176765" y="132217"/>
                        </a:cubicBezTo>
                        <a:cubicBezTo>
                          <a:pt x="174393" y="130273"/>
                          <a:pt x="171498" y="127940"/>
                          <a:pt x="168154" y="125282"/>
                        </a:cubicBezTo>
                        <a:cubicBezTo>
                          <a:pt x="164821" y="122625"/>
                          <a:pt x="161077" y="119586"/>
                          <a:pt x="156943" y="116348"/>
                        </a:cubicBezTo>
                        <a:cubicBezTo>
                          <a:pt x="140465" y="103308"/>
                          <a:pt x="118272" y="86192"/>
                          <a:pt x="95679" y="69618"/>
                        </a:cubicBezTo>
                        <a:cubicBezTo>
                          <a:pt x="73104" y="53016"/>
                          <a:pt x="50149" y="36947"/>
                          <a:pt x="32718" y="25222"/>
                        </a:cubicBezTo>
                        <a:cubicBezTo>
                          <a:pt x="15307" y="13468"/>
                          <a:pt x="3457" y="6029"/>
                          <a:pt x="3457" y="6029"/>
                        </a:cubicBezTo>
                        <a:cubicBezTo>
                          <a:pt x="1191" y="2076"/>
                          <a:pt x="0" y="0"/>
                          <a:pt x="0" y="0"/>
                        </a:cubicBezTo>
                        <a:cubicBezTo>
                          <a:pt x="0" y="0"/>
                          <a:pt x="1533" y="76"/>
                          <a:pt x="4439" y="305"/>
                        </a:cubicBezTo>
                        <a:cubicBezTo>
                          <a:pt x="4439" y="305"/>
                          <a:pt x="12220" y="5172"/>
                          <a:pt x="23679" y="12744"/>
                        </a:cubicBezTo>
                        <a:cubicBezTo>
                          <a:pt x="35147" y="20307"/>
                          <a:pt x="50301" y="30594"/>
                          <a:pt x="65265" y="41148"/>
                        </a:cubicBezTo>
                        <a:cubicBezTo>
                          <a:pt x="80248" y="51673"/>
                          <a:pt x="95050" y="62455"/>
                          <a:pt x="106080" y="70628"/>
                        </a:cubicBezTo>
                        <a:cubicBezTo>
                          <a:pt x="117100" y="78819"/>
                          <a:pt x="124387" y="84363"/>
                          <a:pt x="124387" y="84363"/>
                        </a:cubicBezTo>
                        <a:cubicBezTo>
                          <a:pt x="124387" y="84363"/>
                          <a:pt x="123863" y="80429"/>
                          <a:pt x="123072" y="74533"/>
                        </a:cubicBezTo>
                        <a:cubicBezTo>
                          <a:pt x="122234" y="68628"/>
                          <a:pt x="121120" y="60750"/>
                          <a:pt x="120005" y="52873"/>
                        </a:cubicBezTo>
                        <a:cubicBezTo>
                          <a:pt x="117691" y="37128"/>
                          <a:pt x="115100" y="21307"/>
                          <a:pt x="115100" y="21307"/>
                        </a:cubicBezTo>
                        <a:cubicBezTo>
                          <a:pt x="116900" y="21812"/>
                          <a:pt x="118729" y="22317"/>
                          <a:pt x="120567" y="22831"/>
                        </a:cubicBezTo>
                        <a:cubicBezTo>
                          <a:pt x="120567" y="22831"/>
                          <a:pt x="123253" y="39348"/>
                          <a:pt x="125606" y="55817"/>
                        </a:cubicBezTo>
                        <a:cubicBezTo>
                          <a:pt x="126806" y="64037"/>
                          <a:pt x="127921" y="72276"/>
                          <a:pt x="128740" y="78438"/>
                        </a:cubicBezTo>
                        <a:cubicBezTo>
                          <a:pt x="129540" y="84591"/>
                          <a:pt x="130083" y="88697"/>
                          <a:pt x="130083" y="88697"/>
                        </a:cubicBezTo>
                        <a:cubicBezTo>
                          <a:pt x="130083" y="88697"/>
                          <a:pt x="154476" y="107251"/>
                          <a:pt x="178289" y="126559"/>
                        </a:cubicBezTo>
                        <a:cubicBezTo>
                          <a:pt x="190205" y="136188"/>
                          <a:pt x="202006" y="145961"/>
                          <a:pt x="210798" y="153372"/>
                        </a:cubicBezTo>
                        <a:cubicBezTo>
                          <a:pt x="215217" y="157048"/>
                          <a:pt x="218837" y="160172"/>
                          <a:pt x="221399" y="162344"/>
                        </a:cubicBezTo>
                        <a:cubicBezTo>
                          <a:pt x="223952" y="164516"/>
                          <a:pt x="225409" y="165764"/>
                          <a:pt x="225409" y="165764"/>
                        </a:cubicBezTo>
                        <a:cubicBezTo>
                          <a:pt x="225409" y="165764"/>
                          <a:pt x="225323" y="159106"/>
                          <a:pt x="225190" y="149114"/>
                        </a:cubicBezTo>
                        <a:cubicBezTo>
                          <a:pt x="225019" y="139113"/>
                          <a:pt x="224704" y="125759"/>
                          <a:pt x="224247" y="112347"/>
                        </a:cubicBezTo>
                        <a:cubicBezTo>
                          <a:pt x="223990" y="105632"/>
                          <a:pt x="223733" y="98927"/>
                          <a:pt x="223485" y="92631"/>
                        </a:cubicBezTo>
                        <a:cubicBezTo>
                          <a:pt x="223180" y="86325"/>
                          <a:pt x="222904" y="80448"/>
                          <a:pt x="222656" y="75409"/>
                        </a:cubicBezTo>
                        <a:cubicBezTo>
                          <a:pt x="222380" y="70352"/>
                          <a:pt x="222152" y="66142"/>
                          <a:pt x="221999" y="63198"/>
                        </a:cubicBezTo>
                        <a:cubicBezTo>
                          <a:pt x="221828" y="60246"/>
                          <a:pt x="221723" y="58569"/>
                          <a:pt x="221723" y="58569"/>
                        </a:cubicBezTo>
                        <a:cubicBezTo>
                          <a:pt x="223495" y="59322"/>
                          <a:pt x="225257" y="60084"/>
                          <a:pt x="227038" y="60846"/>
                        </a:cubicBezTo>
                        <a:cubicBezTo>
                          <a:pt x="227038" y="60846"/>
                          <a:pt x="228628" y="88392"/>
                          <a:pt x="229467" y="115700"/>
                        </a:cubicBezTo>
                        <a:cubicBezTo>
                          <a:pt x="229895" y="129378"/>
                          <a:pt x="230191" y="142980"/>
                          <a:pt x="230314" y="153191"/>
                        </a:cubicBezTo>
                        <a:cubicBezTo>
                          <a:pt x="230372" y="158277"/>
                          <a:pt x="230429" y="162516"/>
                          <a:pt x="230457" y="165487"/>
                        </a:cubicBezTo>
                        <a:cubicBezTo>
                          <a:pt x="230476" y="168459"/>
                          <a:pt x="230486" y="170155"/>
                          <a:pt x="230486" y="170155"/>
                        </a:cubicBezTo>
                        <a:cubicBezTo>
                          <a:pt x="230486" y="170155"/>
                          <a:pt x="235906" y="174869"/>
                          <a:pt x="244040" y="181937"/>
                        </a:cubicBezTo>
                        <a:cubicBezTo>
                          <a:pt x="252136" y="189043"/>
                          <a:pt x="262890" y="198577"/>
                          <a:pt x="273491" y="208264"/>
                        </a:cubicBezTo>
                        <a:cubicBezTo>
                          <a:pt x="278797" y="213103"/>
                          <a:pt x="284102" y="217951"/>
                          <a:pt x="289017" y="222561"/>
                        </a:cubicBezTo>
                        <a:cubicBezTo>
                          <a:pt x="293951" y="227143"/>
                          <a:pt x="298542" y="231438"/>
                          <a:pt x="302438" y="235163"/>
                        </a:cubicBezTo>
                        <a:cubicBezTo>
                          <a:pt x="306343" y="238877"/>
                          <a:pt x="309591" y="241973"/>
                          <a:pt x="311867" y="244135"/>
                        </a:cubicBezTo>
                        <a:cubicBezTo>
                          <a:pt x="314125" y="246326"/>
                          <a:pt x="315411" y="247574"/>
                          <a:pt x="315411" y="247574"/>
                        </a:cubicBezTo>
                        <a:cubicBezTo>
                          <a:pt x="315411" y="247574"/>
                          <a:pt x="315963" y="238916"/>
                          <a:pt x="316563" y="225923"/>
                        </a:cubicBezTo>
                        <a:cubicBezTo>
                          <a:pt x="316859" y="219427"/>
                          <a:pt x="317221" y="211788"/>
                          <a:pt x="317506" y="203625"/>
                        </a:cubicBezTo>
                        <a:cubicBezTo>
                          <a:pt x="317792" y="195472"/>
                          <a:pt x="318059" y="186738"/>
                          <a:pt x="318278" y="177965"/>
                        </a:cubicBezTo>
                        <a:cubicBezTo>
                          <a:pt x="318468" y="169231"/>
                          <a:pt x="318611" y="160458"/>
                          <a:pt x="318716" y="152209"/>
                        </a:cubicBezTo>
                        <a:cubicBezTo>
                          <a:pt x="318811" y="143961"/>
                          <a:pt x="318821" y="136284"/>
                          <a:pt x="318830" y="129664"/>
                        </a:cubicBezTo>
                        <a:cubicBezTo>
                          <a:pt x="318840" y="123034"/>
                          <a:pt x="318811" y="117519"/>
                          <a:pt x="318773" y="113662"/>
                        </a:cubicBezTo>
                        <a:cubicBezTo>
                          <a:pt x="318735" y="109795"/>
                          <a:pt x="318716" y="107585"/>
                          <a:pt x="318716" y="107585"/>
                        </a:cubicBezTo>
                        <a:cubicBezTo>
                          <a:pt x="320459" y="108614"/>
                          <a:pt x="322202" y="109652"/>
                          <a:pt x="323955" y="110690"/>
                        </a:cubicBezTo>
                        <a:cubicBezTo>
                          <a:pt x="323955" y="110690"/>
                          <a:pt x="323974" y="112928"/>
                          <a:pt x="323993" y="116834"/>
                        </a:cubicBezTo>
                        <a:cubicBezTo>
                          <a:pt x="323993" y="120739"/>
                          <a:pt x="324002" y="126320"/>
                          <a:pt x="324002" y="133017"/>
                        </a:cubicBezTo>
                        <a:cubicBezTo>
                          <a:pt x="324002" y="139684"/>
                          <a:pt x="323945" y="147485"/>
                          <a:pt x="323821" y="155819"/>
                        </a:cubicBezTo>
                        <a:cubicBezTo>
                          <a:pt x="323707" y="164154"/>
                          <a:pt x="323564" y="172993"/>
                          <a:pt x="323307" y="181861"/>
                        </a:cubicBezTo>
                        <a:cubicBezTo>
                          <a:pt x="322869" y="199539"/>
                          <a:pt x="322107" y="217179"/>
                          <a:pt x="321450" y="230305"/>
                        </a:cubicBezTo>
                        <a:cubicBezTo>
                          <a:pt x="320764" y="243478"/>
                          <a:pt x="320202" y="252203"/>
                          <a:pt x="320202" y="252203"/>
                        </a:cubicBezTo>
                        <a:cubicBezTo>
                          <a:pt x="320202" y="252203"/>
                          <a:pt x="322107" y="254051"/>
                          <a:pt x="325431" y="257289"/>
                        </a:cubicBezTo>
                        <a:cubicBezTo>
                          <a:pt x="328736" y="260556"/>
                          <a:pt x="333451" y="265224"/>
                          <a:pt x="339109" y="270815"/>
                        </a:cubicBezTo>
                        <a:cubicBezTo>
                          <a:pt x="350330" y="282102"/>
                          <a:pt x="365208" y="297247"/>
                          <a:pt x="379705" y="312753"/>
                        </a:cubicBezTo>
                        <a:cubicBezTo>
                          <a:pt x="394182" y="328270"/>
                          <a:pt x="408432" y="344024"/>
                          <a:pt x="418862" y="356045"/>
                        </a:cubicBezTo>
                        <a:cubicBezTo>
                          <a:pt x="421500" y="359026"/>
                          <a:pt x="423891" y="361779"/>
                          <a:pt x="425977" y="364255"/>
                        </a:cubicBezTo>
                        <a:cubicBezTo>
                          <a:pt x="428082" y="366713"/>
                          <a:pt x="429911" y="368856"/>
                          <a:pt x="431416" y="370618"/>
                        </a:cubicBezTo>
                        <a:cubicBezTo>
                          <a:pt x="434435" y="374151"/>
                          <a:pt x="436159" y="376161"/>
                          <a:pt x="436159" y="376161"/>
                        </a:cubicBezTo>
                        <a:cubicBezTo>
                          <a:pt x="436159" y="376161"/>
                          <a:pt x="438893" y="367132"/>
                          <a:pt x="442846" y="353406"/>
                        </a:cubicBezTo>
                        <a:cubicBezTo>
                          <a:pt x="446846" y="339643"/>
                          <a:pt x="451809" y="321326"/>
                          <a:pt x="456609" y="302666"/>
                        </a:cubicBezTo>
                        <a:cubicBezTo>
                          <a:pt x="461305" y="284150"/>
                          <a:pt x="465820" y="265300"/>
                          <a:pt x="468963" y="251212"/>
                        </a:cubicBezTo>
                        <a:cubicBezTo>
                          <a:pt x="472145" y="237087"/>
                          <a:pt x="474164" y="227562"/>
                          <a:pt x="474164" y="227562"/>
                        </a:cubicBezTo>
                        <a:cubicBezTo>
                          <a:pt x="475621" y="229057"/>
                          <a:pt x="477088" y="230562"/>
                          <a:pt x="478555" y="232058"/>
                        </a:cubicBezTo>
                        <a:cubicBezTo>
                          <a:pt x="478555" y="232058"/>
                          <a:pt x="476517" y="241573"/>
                          <a:pt x="473297" y="255689"/>
                        </a:cubicBezTo>
                        <a:cubicBezTo>
                          <a:pt x="471688" y="262757"/>
                          <a:pt x="469725" y="271024"/>
                          <a:pt x="467601" y="279797"/>
                        </a:cubicBezTo>
                        <a:cubicBezTo>
                          <a:pt x="465468" y="288579"/>
                          <a:pt x="463163" y="297885"/>
                          <a:pt x="460724" y="307210"/>
                        </a:cubicBezTo>
                        <a:cubicBezTo>
                          <a:pt x="458305" y="316516"/>
                          <a:pt x="455838" y="325765"/>
                          <a:pt x="453466" y="334394"/>
                        </a:cubicBezTo>
                        <a:cubicBezTo>
                          <a:pt x="451056" y="343062"/>
                          <a:pt x="448770" y="351092"/>
                          <a:pt x="446770" y="357950"/>
                        </a:cubicBezTo>
                        <a:cubicBezTo>
                          <a:pt x="442808" y="371637"/>
                          <a:pt x="439969" y="380724"/>
                          <a:pt x="439969" y="380724"/>
                        </a:cubicBezTo>
                        <a:cubicBezTo>
                          <a:pt x="439969" y="380724"/>
                          <a:pt x="441446" y="382495"/>
                          <a:pt x="444027" y="385601"/>
                        </a:cubicBezTo>
                        <a:cubicBezTo>
                          <a:pt x="446608" y="388706"/>
                          <a:pt x="450313" y="393125"/>
                          <a:pt x="454638" y="398536"/>
                        </a:cubicBezTo>
                        <a:cubicBezTo>
                          <a:pt x="458991" y="403917"/>
                          <a:pt x="464087" y="410185"/>
                          <a:pt x="469382" y="417033"/>
                        </a:cubicBezTo>
                        <a:cubicBezTo>
                          <a:pt x="472040" y="420443"/>
                          <a:pt x="474831" y="423939"/>
                          <a:pt x="477593" y="427558"/>
                        </a:cubicBezTo>
                        <a:cubicBezTo>
                          <a:pt x="480336" y="431178"/>
                          <a:pt x="483127" y="434854"/>
                          <a:pt x="485927" y="438531"/>
                        </a:cubicBezTo>
                        <a:cubicBezTo>
                          <a:pt x="488737" y="442189"/>
                          <a:pt x="491471" y="445913"/>
                          <a:pt x="494157" y="449580"/>
                        </a:cubicBezTo>
                        <a:cubicBezTo>
                          <a:pt x="496843" y="453247"/>
                          <a:pt x="499491" y="456848"/>
                          <a:pt x="502053" y="460334"/>
                        </a:cubicBezTo>
                        <a:cubicBezTo>
                          <a:pt x="507054" y="467401"/>
                          <a:pt x="511769" y="473964"/>
                          <a:pt x="515712" y="479650"/>
                        </a:cubicBezTo>
                        <a:cubicBezTo>
                          <a:pt x="519627" y="485365"/>
                          <a:pt x="522884" y="490128"/>
                          <a:pt x="525161" y="493462"/>
                        </a:cubicBezTo>
                        <a:cubicBezTo>
                          <a:pt x="526313" y="495119"/>
                          <a:pt x="527190" y="496443"/>
                          <a:pt x="527780" y="497348"/>
                        </a:cubicBezTo>
                        <a:cubicBezTo>
                          <a:pt x="528380" y="498253"/>
                          <a:pt x="528695" y="498738"/>
                          <a:pt x="528695" y="498738"/>
                        </a:cubicBezTo>
                        <a:cubicBezTo>
                          <a:pt x="528695" y="498738"/>
                          <a:pt x="529533" y="496586"/>
                          <a:pt x="531000" y="492814"/>
                        </a:cubicBezTo>
                        <a:cubicBezTo>
                          <a:pt x="532428" y="489052"/>
                          <a:pt x="534457" y="483670"/>
                          <a:pt x="536848" y="477155"/>
                        </a:cubicBezTo>
                        <a:cubicBezTo>
                          <a:pt x="539239" y="470649"/>
                          <a:pt x="542030" y="462982"/>
                          <a:pt x="544897" y="454743"/>
                        </a:cubicBezTo>
                        <a:cubicBezTo>
                          <a:pt x="547735" y="446532"/>
                          <a:pt x="550717" y="437693"/>
                          <a:pt x="553641" y="428787"/>
                        </a:cubicBezTo>
                        <a:cubicBezTo>
                          <a:pt x="556593" y="419852"/>
                          <a:pt x="559337" y="410975"/>
                          <a:pt x="561927" y="402526"/>
                        </a:cubicBezTo>
                        <a:cubicBezTo>
                          <a:pt x="564490" y="394106"/>
                          <a:pt x="566890" y="386124"/>
                          <a:pt x="568814" y="379362"/>
                        </a:cubicBezTo>
                        <a:cubicBezTo>
                          <a:pt x="572710" y="365779"/>
                          <a:pt x="575196" y="356587"/>
                          <a:pt x="575196" y="356587"/>
                        </a:cubicBezTo>
                        <a:cubicBezTo>
                          <a:pt x="576443" y="358693"/>
                          <a:pt x="577691" y="360807"/>
                          <a:pt x="578939" y="362912"/>
                        </a:cubicBezTo>
                        <a:cubicBezTo>
                          <a:pt x="578939" y="362912"/>
                          <a:pt x="578310" y="365179"/>
                          <a:pt x="577205" y="369141"/>
                        </a:cubicBezTo>
                        <a:cubicBezTo>
                          <a:pt x="576091" y="373104"/>
                          <a:pt x="574519" y="378714"/>
                          <a:pt x="572510" y="385496"/>
                        </a:cubicBezTo>
                        <a:cubicBezTo>
                          <a:pt x="568509" y="399040"/>
                          <a:pt x="563099" y="416843"/>
                          <a:pt x="557193" y="434521"/>
                        </a:cubicBezTo>
                        <a:cubicBezTo>
                          <a:pt x="551412" y="452114"/>
                          <a:pt x="545097" y="469583"/>
                          <a:pt x="540315" y="482451"/>
                        </a:cubicBezTo>
                        <a:cubicBezTo>
                          <a:pt x="537944" y="488880"/>
                          <a:pt x="535819" y="494271"/>
                          <a:pt x="534372" y="498005"/>
                        </a:cubicBezTo>
                        <a:cubicBezTo>
                          <a:pt x="532905" y="501739"/>
                          <a:pt x="532067" y="503872"/>
                          <a:pt x="532067" y="503872"/>
                        </a:cubicBezTo>
                        <a:cubicBezTo>
                          <a:pt x="532067" y="503872"/>
                          <a:pt x="533714" y="506378"/>
                          <a:pt x="536610" y="510778"/>
                        </a:cubicBezTo>
                        <a:cubicBezTo>
                          <a:pt x="539525" y="515150"/>
                          <a:pt x="543468" y="521551"/>
                          <a:pt x="548307" y="529161"/>
                        </a:cubicBezTo>
                        <a:cubicBezTo>
                          <a:pt x="557793" y="544497"/>
                          <a:pt x="570176" y="565109"/>
                          <a:pt x="581568" y="586292"/>
                        </a:cubicBezTo>
                        <a:cubicBezTo>
                          <a:pt x="593007" y="607447"/>
                          <a:pt x="603533" y="629088"/>
                          <a:pt x="611048" y="645481"/>
                        </a:cubicBezTo>
                        <a:cubicBezTo>
                          <a:pt x="614686" y="653739"/>
                          <a:pt x="617715" y="660616"/>
                          <a:pt x="619830" y="665436"/>
                        </a:cubicBezTo>
                        <a:cubicBezTo>
                          <a:pt x="621830" y="670303"/>
                          <a:pt x="622982" y="673084"/>
                          <a:pt x="622982" y="673084"/>
                        </a:cubicBezTo>
                        <a:cubicBezTo>
                          <a:pt x="622982" y="673084"/>
                          <a:pt x="625107" y="668912"/>
                          <a:pt x="628298" y="662645"/>
                        </a:cubicBezTo>
                        <a:cubicBezTo>
                          <a:pt x="631384" y="656387"/>
                          <a:pt x="635432" y="647948"/>
                          <a:pt x="639423" y="639356"/>
                        </a:cubicBezTo>
                        <a:cubicBezTo>
                          <a:pt x="643471" y="630736"/>
                          <a:pt x="647157" y="622125"/>
                          <a:pt x="649995" y="615534"/>
                        </a:cubicBezTo>
                        <a:cubicBezTo>
                          <a:pt x="652786" y="608933"/>
                          <a:pt x="654653" y="604523"/>
                          <a:pt x="654653" y="604523"/>
                        </a:cubicBezTo>
                        <a:cubicBezTo>
                          <a:pt x="654853" y="608609"/>
                          <a:pt x="655015" y="612696"/>
                          <a:pt x="655149" y="616782"/>
                        </a:cubicBezTo>
                        <a:cubicBezTo>
                          <a:pt x="655149" y="616782"/>
                          <a:pt x="653425" y="620773"/>
                          <a:pt x="650824" y="626764"/>
                        </a:cubicBezTo>
                        <a:cubicBezTo>
                          <a:pt x="648186" y="632736"/>
                          <a:pt x="644519" y="640690"/>
                          <a:pt x="640842" y="648481"/>
                        </a:cubicBezTo>
                        <a:cubicBezTo>
                          <a:pt x="638994" y="652386"/>
                          <a:pt x="637156" y="656253"/>
                          <a:pt x="635384" y="659863"/>
                        </a:cubicBezTo>
                        <a:cubicBezTo>
                          <a:pt x="633565" y="663473"/>
                          <a:pt x="631869" y="666845"/>
                          <a:pt x="630412" y="669731"/>
                        </a:cubicBezTo>
                        <a:cubicBezTo>
                          <a:pt x="627469" y="675437"/>
                          <a:pt x="625507" y="679237"/>
                          <a:pt x="625507" y="679237"/>
                        </a:cubicBezTo>
                        <a:cubicBezTo>
                          <a:pt x="625507" y="679237"/>
                          <a:pt x="625821" y="679999"/>
                          <a:pt x="626374" y="681342"/>
                        </a:cubicBezTo>
                        <a:cubicBezTo>
                          <a:pt x="626907" y="682685"/>
                          <a:pt x="627736" y="684581"/>
                          <a:pt x="628621" y="686895"/>
                        </a:cubicBezTo>
                        <a:cubicBezTo>
                          <a:pt x="630384" y="691525"/>
                          <a:pt x="632736" y="697706"/>
                          <a:pt x="635089" y="703878"/>
                        </a:cubicBezTo>
                        <a:cubicBezTo>
                          <a:pt x="637394" y="710079"/>
                          <a:pt x="639499" y="716347"/>
                          <a:pt x="641166" y="721014"/>
                        </a:cubicBezTo>
                        <a:cubicBezTo>
                          <a:pt x="641985" y="723357"/>
                          <a:pt x="642661" y="725310"/>
                          <a:pt x="643137" y="726672"/>
                        </a:cubicBezTo>
                        <a:cubicBezTo>
                          <a:pt x="643576" y="728053"/>
                          <a:pt x="643833" y="728834"/>
                          <a:pt x="643833" y="728834"/>
                        </a:cubicBezTo>
                        <a:cubicBezTo>
                          <a:pt x="643833" y="728834"/>
                          <a:pt x="644604" y="731244"/>
                          <a:pt x="645766" y="734854"/>
                        </a:cubicBezTo>
                        <a:cubicBezTo>
                          <a:pt x="646910" y="738473"/>
                          <a:pt x="648500" y="743274"/>
                          <a:pt x="649976" y="748113"/>
                        </a:cubicBezTo>
                        <a:cubicBezTo>
                          <a:pt x="652786" y="757838"/>
                          <a:pt x="655606" y="767553"/>
                          <a:pt x="655606" y="767553"/>
                        </a:cubicBezTo>
                        <a:lnTo>
                          <a:pt x="650434" y="768972"/>
                        </a:lnTo>
                        <a:cubicBezTo>
                          <a:pt x="650434" y="768972"/>
                          <a:pt x="647509" y="758876"/>
                          <a:pt x="644595" y="748779"/>
                        </a:cubicBezTo>
                        <a:cubicBezTo>
                          <a:pt x="641394" y="738769"/>
                          <a:pt x="638194" y="728748"/>
                          <a:pt x="638194" y="728748"/>
                        </a:cubicBezTo>
                        <a:cubicBezTo>
                          <a:pt x="638194" y="728748"/>
                          <a:pt x="638013" y="728148"/>
                          <a:pt x="637623" y="727053"/>
                        </a:cubicBezTo>
                        <a:cubicBezTo>
                          <a:pt x="637242" y="725957"/>
                          <a:pt x="636670" y="724338"/>
                          <a:pt x="635956" y="722290"/>
                        </a:cubicBezTo>
                        <a:cubicBezTo>
                          <a:pt x="635241" y="720242"/>
                          <a:pt x="634365" y="717747"/>
                          <a:pt x="633365" y="714889"/>
                        </a:cubicBezTo>
                        <a:cubicBezTo>
                          <a:pt x="632860" y="713461"/>
                          <a:pt x="632327" y="711937"/>
                          <a:pt x="631765" y="710336"/>
                        </a:cubicBezTo>
                        <a:cubicBezTo>
                          <a:pt x="631479" y="709536"/>
                          <a:pt x="631193" y="708717"/>
                          <a:pt x="630898" y="707869"/>
                        </a:cubicBezTo>
                        <a:cubicBezTo>
                          <a:pt x="630583" y="707031"/>
                          <a:pt x="630260" y="706184"/>
                          <a:pt x="629926" y="705307"/>
                        </a:cubicBezTo>
                        <a:cubicBezTo>
                          <a:pt x="628602" y="701821"/>
                          <a:pt x="627164" y="698049"/>
                          <a:pt x="625640" y="694058"/>
                        </a:cubicBezTo>
                        <a:cubicBezTo>
                          <a:pt x="624878" y="692058"/>
                          <a:pt x="624097" y="690010"/>
                          <a:pt x="623306" y="687915"/>
                        </a:cubicBezTo>
                        <a:cubicBezTo>
                          <a:pt x="622459" y="685838"/>
                          <a:pt x="621582" y="683724"/>
                          <a:pt x="620706" y="681561"/>
                        </a:cubicBezTo>
                        <a:cubicBezTo>
                          <a:pt x="618934" y="677247"/>
                          <a:pt x="617106" y="672798"/>
                          <a:pt x="615248" y="668264"/>
                        </a:cubicBezTo>
                        <a:cubicBezTo>
                          <a:pt x="613286" y="663788"/>
                          <a:pt x="611286" y="659235"/>
                          <a:pt x="609286" y="654682"/>
                        </a:cubicBezTo>
                        <a:cubicBezTo>
                          <a:pt x="608285" y="652405"/>
                          <a:pt x="607276" y="650138"/>
                          <a:pt x="606276" y="647871"/>
                        </a:cubicBezTo>
                        <a:cubicBezTo>
                          <a:pt x="605228" y="645633"/>
                          <a:pt x="604180" y="643395"/>
                          <a:pt x="603142" y="641175"/>
                        </a:cubicBezTo>
                        <a:cubicBezTo>
                          <a:pt x="601066" y="636746"/>
                          <a:pt x="599018" y="632384"/>
                          <a:pt x="597036" y="628164"/>
                        </a:cubicBezTo>
                        <a:cubicBezTo>
                          <a:pt x="594960" y="623992"/>
                          <a:pt x="592960" y="619954"/>
                          <a:pt x="591064" y="616125"/>
                        </a:cubicBezTo>
                        <a:cubicBezTo>
                          <a:pt x="590112" y="614210"/>
                          <a:pt x="589188" y="612353"/>
                          <a:pt x="588292" y="610552"/>
                        </a:cubicBezTo>
                        <a:cubicBezTo>
                          <a:pt x="587397" y="608752"/>
                          <a:pt x="586464" y="607047"/>
                          <a:pt x="585607" y="605390"/>
                        </a:cubicBezTo>
                        <a:cubicBezTo>
                          <a:pt x="582130" y="598789"/>
                          <a:pt x="579282" y="593265"/>
                          <a:pt x="577205" y="589436"/>
                        </a:cubicBezTo>
                        <a:cubicBezTo>
                          <a:pt x="575101" y="585626"/>
                          <a:pt x="573900" y="583444"/>
                          <a:pt x="573900" y="583444"/>
                        </a:cubicBezTo>
                        <a:cubicBezTo>
                          <a:pt x="573900" y="583444"/>
                          <a:pt x="566852" y="583130"/>
                          <a:pt x="556365" y="582825"/>
                        </a:cubicBezTo>
                        <a:cubicBezTo>
                          <a:pt x="553745" y="582759"/>
                          <a:pt x="550917" y="582682"/>
                          <a:pt x="547916" y="582606"/>
                        </a:cubicBezTo>
                        <a:cubicBezTo>
                          <a:pt x="544906" y="582568"/>
                          <a:pt x="541725" y="582520"/>
                          <a:pt x="538439" y="582473"/>
                        </a:cubicBezTo>
                        <a:cubicBezTo>
                          <a:pt x="531876" y="582406"/>
                          <a:pt x="524904" y="582378"/>
                          <a:pt x="517960" y="582406"/>
                        </a:cubicBezTo>
                        <a:cubicBezTo>
                          <a:pt x="514502" y="582435"/>
                          <a:pt x="511035" y="582463"/>
                          <a:pt x="507625" y="582492"/>
                        </a:cubicBezTo>
                        <a:cubicBezTo>
                          <a:pt x="504206" y="582559"/>
                          <a:pt x="500834" y="582625"/>
                          <a:pt x="497576" y="582692"/>
                        </a:cubicBezTo>
                        <a:cubicBezTo>
                          <a:pt x="491071" y="582844"/>
                          <a:pt x="485022" y="583025"/>
                          <a:pt x="479850" y="583216"/>
                        </a:cubicBezTo>
                        <a:cubicBezTo>
                          <a:pt x="474697" y="583425"/>
                          <a:pt x="470402" y="583597"/>
                          <a:pt x="467401" y="583721"/>
                        </a:cubicBezTo>
                        <a:cubicBezTo>
                          <a:pt x="464382" y="583873"/>
                          <a:pt x="462658" y="583959"/>
                          <a:pt x="462658" y="583959"/>
                        </a:cubicBezTo>
                        <a:cubicBezTo>
                          <a:pt x="460981" y="582501"/>
                          <a:pt x="459305" y="581044"/>
                          <a:pt x="457629" y="579587"/>
                        </a:cubicBezTo>
                        <a:cubicBezTo>
                          <a:pt x="457629" y="579587"/>
                          <a:pt x="464639" y="579168"/>
                          <a:pt x="475221" y="578691"/>
                        </a:cubicBezTo>
                        <a:cubicBezTo>
                          <a:pt x="485718" y="578253"/>
                          <a:pt x="499815" y="577815"/>
                          <a:pt x="514064" y="577634"/>
                        </a:cubicBezTo>
                        <a:cubicBezTo>
                          <a:pt x="528199" y="577491"/>
                          <a:pt x="542449" y="577625"/>
                          <a:pt x="553222" y="577834"/>
                        </a:cubicBezTo>
                        <a:cubicBezTo>
                          <a:pt x="558613" y="577929"/>
                          <a:pt x="563032" y="578101"/>
                          <a:pt x="566176" y="578196"/>
                        </a:cubicBezTo>
                        <a:cubicBezTo>
                          <a:pt x="569309" y="578310"/>
                          <a:pt x="571090" y="578377"/>
                          <a:pt x="571090" y="578377"/>
                        </a:cubicBezTo>
                        <a:cubicBezTo>
                          <a:pt x="571090" y="578377"/>
                          <a:pt x="569967" y="576339"/>
                          <a:pt x="568004" y="572786"/>
                        </a:cubicBezTo>
                        <a:cubicBezTo>
                          <a:pt x="566004" y="569243"/>
                          <a:pt x="563070" y="564232"/>
                          <a:pt x="559584" y="558194"/>
                        </a:cubicBezTo>
                        <a:cubicBezTo>
                          <a:pt x="558708" y="556689"/>
                          <a:pt x="557803" y="555117"/>
                          <a:pt x="556860" y="553488"/>
                        </a:cubicBezTo>
                        <a:cubicBezTo>
                          <a:pt x="555889" y="551879"/>
                          <a:pt x="554888" y="550221"/>
                          <a:pt x="553850" y="548507"/>
                        </a:cubicBezTo>
                        <a:cubicBezTo>
                          <a:pt x="551783" y="545087"/>
                          <a:pt x="549602" y="541487"/>
                          <a:pt x="547345" y="537762"/>
                        </a:cubicBezTo>
                        <a:cubicBezTo>
                          <a:pt x="545125" y="534010"/>
                          <a:pt x="542649" y="530257"/>
                          <a:pt x="540220" y="526371"/>
                        </a:cubicBezTo>
                        <a:cubicBezTo>
                          <a:pt x="537762" y="522513"/>
                          <a:pt x="535324" y="518550"/>
                          <a:pt x="532771" y="514674"/>
                        </a:cubicBezTo>
                        <a:cubicBezTo>
                          <a:pt x="527637" y="506921"/>
                          <a:pt x="522618" y="499101"/>
                          <a:pt x="517636" y="491947"/>
                        </a:cubicBezTo>
                        <a:cubicBezTo>
                          <a:pt x="515179" y="488347"/>
                          <a:pt x="512797" y="484870"/>
                          <a:pt x="510540" y="481574"/>
                        </a:cubicBezTo>
                        <a:cubicBezTo>
                          <a:pt x="508235" y="478317"/>
                          <a:pt x="506054" y="475231"/>
                          <a:pt x="504035" y="472383"/>
                        </a:cubicBezTo>
                        <a:cubicBezTo>
                          <a:pt x="502015" y="469535"/>
                          <a:pt x="500167" y="466935"/>
                          <a:pt x="498529" y="464620"/>
                        </a:cubicBezTo>
                        <a:cubicBezTo>
                          <a:pt x="496891" y="462315"/>
                          <a:pt x="495395" y="460343"/>
                          <a:pt x="494205" y="458695"/>
                        </a:cubicBezTo>
                        <a:cubicBezTo>
                          <a:pt x="491795" y="455419"/>
                          <a:pt x="490423" y="453542"/>
                          <a:pt x="490423" y="453542"/>
                        </a:cubicBezTo>
                        <a:cubicBezTo>
                          <a:pt x="490423" y="453542"/>
                          <a:pt x="488032" y="453619"/>
                          <a:pt x="483851" y="453752"/>
                        </a:cubicBezTo>
                        <a:cubicBezTo>
                          <a:pt x="479679" y="453895"/>
                          <a:pt x="473726" y="454104"/>
                          <a:pt x="466544" y="454466"/>
                        </a:cubicBezTo>
                        <a:cubicBezTo>
                          <a:pt x="459381" y="454819"/>
                          <a:pt x="451056" y="455266"/>
                          <a:pt x="442198" y="455819"/>
                        </a:cubicBezTo>
                        <a:cubicBezTo>
                          <a:pt x="433340" y="456371"/>
                          <a:pt x="423815" y="457105"/>
                          <a:pt x="414423" y="457876"/>
                        </a:cubicBezTo>
                        <a:cubicBezTo>
                          <a:pt x="409727" y="458286"/>
                          <a:pt x="405041" y="458686"/>
                          <a:pt x="400422" y="459096"/>
                        </a:cubicBezTo>
                        <a:cubicBezTo>
                          <a:pt x="395802" y="459553"/>
                          <a:pt x="391249" y="460000"/>
                          <a:pt x="386839" y="460429"/>
                        </a:cubicBezTo>
                        <a:cubicBezTo>
                          <a:pt x="378047" y="461324"/>
                          <a:pt x="369922" y="462220"/>
                          <a:pt x="362950" y="463029"/>
                        </a:cubicBezTo>
                        <a:cubicBezTo>
                          <a:pt x="348977" y="464687"/>
                          <a:pt x="339757" y="465925"/>
                          <a:pt x="339757" y="465925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51" name="Google Shape;1857;p65">
                  <a:extLst>
                    <a:ext uri="{FF2B5EF4-FFF2-40B4-BE49-F238E27FC236}">
                      <a16:creationId xmlns:a16="http://schemas.microsoft.com/office/drawing/2014/main" id="{586B42CF-39BA-C4B8-A055-74161FA234F5}"/>
                    </a:ext>
                  </a:extLst>
                </p:cNvPr>
                <p:cNvGrpSpPr/>
                <p:nvPr/>
              </p:nvGrpSpPr>
              <p:grpSpPr>
                <a:xfrm>
                  <a:off x="5745944" y="2003953"/>
                  <a:ext cx="606116" cy="617229"/>
                  <a:chOff x="5745944" y="2003953"/>
                  <a:chExt cx="606116" cy="617229"/>
                </a:xfrm>
              </p:grpSpPr>
              <p:grpSp>
                <p:nvGrpSpPr>
                  <p:cNvPr id="1052" name="Google Shape;1858;p65">
                    <a:extLst>
                      <a:ext uri="{FF2B5EF4-FFF2-40B4-BE49-F238E27FC236}">
                        <a16:creationId xmlns:a16="http://schemas.microsoft.com/office/drawing/2014/main" id="{0E111199-CE36-B848-A484-D864D636EABA}"/>
                      </a:ext>
                    </a:extLst>
                  </p:cNvPr>
                  <p:cNvGrpSpPr/>
                  <p:nvPr/>
                </p:nvGrpSpPr>
                <p:grpSpPr>
                  <a:xfrm>
                    <a:off x="5745944" y="2047732"/>
                    <a:ext cx="606116" cy="542229"/>
                    <a:chOff x="5745944" y="2047732"/>
                    <a:chExt cx="606116" cy="542229"/>
                  </a:xfrm>
                </p:grpSpPr>
                <p:sp>
                  <p:nvSpPr>
                    <p:cNvPr id="1077" name="Google Shape;1859;p65">
                      <a:extLst>
                        <a:ext uri="{FF2B5EF4-FFF2-40B4-BE49-F238E27FC236}">
                          <a16:creationId xmlns:a16="http://schemas.microsoft.com/office/drawing/2014/main" id="{89378130-D904-E8FC-420C-385015FFBA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45944" y="2047732"/>
                      <a:ext cx="129380" cy="991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9380" h="99184" extrusionOk="0">
                          <a:moveTo>
                            <a:pt x="129380" y="98641"/>
                          </a:moveTo>
                          <a:cubicBezTo>
                            <a:pt x="129380" y="98641"/>
                            <a:pt x="124294" y="99212"/>
                            <a:pt x="116217" y="99183"/>
                          </a:cubicBezTo>
                          <a:cubicBezTo>
                            <a:pt x="108111" y="99183"/>
                            <a:pt x="97005" y="98669"/>
                            <a:pt x="84822" y="96631"/>
                          </a:cubicBezTo>
                          <a:cubicBezTo>
                            <a:pt x="72602" y="94611"/>
                            <a:pt x="59371" y="91040"/>
                            <a:pt x="46570" y="84724"/>
                          </a:cubicBezTo>
                          <a:cubicBezTo>
                            <a:pt x="33740" y="78409"/>
                            <a:pt x="21433" y="69237"/>
                            <a:pt x="10356" y="55711"/>
                          </a:cubicBezTo>
                          <a:cubicBezTo>
                            <a:pt x="4812" y="48949"/>
                            <a:pt x="1679" y="42405"/>
                            <a:pt x="516" y="36185"/>
                          </a:cubicBezTo>
                          <a:cubicBezTo>
                            <a:pt x="-55" y="33070"/>
                            <a:pt x="-150" y="30041"/>
                            <a:pt x="221" y="27127"/>
                          </a:cubicBezTo>
                          <a:cubicBezTo>
                            <a:pt x="583" y="24203"/>
                            <a:pt x="1345" y="21364"/>
                            <a:pt x="2631" y="18726"/>
                          </a:cubicBezTo>
                          <a:cubicBezTo>
                            <a:pt x="7575" y="8048"/>
                            <a:pt x="20852" y="533"/>
                            <a:pt x="37664" y="28"/>
                          </a:cubicBezTo>
                          <a:cubicBezTo>
                            <a:pt x="46036" y="-229"/>
                            <a:pt x="55276" y="1266"/>
                            <a:pt x="64639" y="4829"/>
                          </a:cubicBezTo>
                          <a:cubicBezTo>
                            <a:pt x="74011" y="8382"/>
                            <a:pt x="83451" y="14087"/>
                            <a:pt x="92233" y="22069"/>
                          </a:cubicBezTo>
                          <a:cubicBezTo>
                            <a:pt x="101034" y="30022"/>
                            <a:pt x="109044" y="40424"/>
                            <a:pt x="115559" y="53140"/>
                          </a:cubicBezTo>
                          <a:cubicBezTo>
                            <a:pt x="117169" y="56340"/>
                            <a:pt x="118693" y="59683"/>
                            <a:pt x="120112" y="63160"/>
                          </a:cubicBezTo>
                          <a:cubicBezTo>
                            <a:pt x="121551" y="66617"/>
                            <a:pt x="122798" y="70323"/>
                            <a:pt x="123979" y="74095"/>
                          </a:cubicBezTo>
                          <a:cubicBezTo>
                            <a:pt x="126370" y="81629"/>
                            <a:pt x="128142" y="89897"/>
                            <a:pt x="129380" y="98641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8" name="Google Shape;1860;p65">
                      <a:extLst>
                        <a:ext uri="{FF2B5EF4-FFF2-40B4-BE49-F238E27FC236}">
                          <a16:creationId xmlns:a16="http://schemas.microsoft.com/office/drawing/2014/main" id="{996839CF-4CAD-4457-1B87-7BCE6507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47261" y="2047741"/>
                      <a:ext cx="604799" cy="54222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4799" h="542220" extrusionOk="0">
                          <a:moveTo>
                            <a:pt x="84782" y="67418"/>
                          </a:moveTo>
                          <a:cubicBezTo>
                            <a:pt x="84782" y="67418"/>
                            <a:pt x="82372" y="65799"/>
                            <a:pt x="78762" y="63360"/>
                          </a:cubicBezTo>
                          <a:cubicBezTo>
                            <a:pt x="77857" y="62751"/>
                            <a:pt x="76876" y="62093"/>
                            <a:pt x="75848" y="61398"/>
                          </a:cubicBezTo>
                          <a:cubicBezTo>
                            <a:pt x="74800" y="60722"/>
                            <a:pt x="73695" y="59998"/>
                            <a:pt x="72552" y="59265"/>
                          </a:cubicBezTo>
                          <a:cubicBezTo>
                            <a:pt x="70266" y="57788"/>
                            <a:pt x="67847" y="56188"/>
                            <a:pt x="65380" y="54635"/>
                          </a:cubicBezTo>
                          <a:cubicBezTo>
                            <a:pt x="55588" y="48387"/>
                            <a:pt x="45530" y="42567"/>
                            <a:pt x="45530" y="42567"/>
                          </a:cubicBezTo>
                          <a:cubicBezTo>
                            <a:pt x="45530" y="42567"/>
                            <a:pt x="45349" y="39929"/>
                            <a:pt x="45072" y="35966"/>
                          </a:cubicBezTo>
                          <a:cubicBezTo>
                            <a:pt x="44777" y="31994"/>
                            <a:pt x="44310" y="26737"/>
                            <a:pt x="43777" y="21403"/>
                          </a:cubicBezTo>
                          <a:cubicBezTo>
                            <a:pt x="43244" y="16088"/>
                            <a:pt x="42596" y="10782"/>
                            <a:pt x="42081" y="6753"/>
                          </a:cubicBezTo>
                          <a:cubicBezTo>
                            <a:pt x="41558" y="2743"/>
                            <a:pt x="41158" y="76"/>
                            <a:pt x="41158" y="76"/>
                          </a:cubicBezTo>
                          <a:cubicBezTo>
                            <a:pt x="40215" y="29"/>
                            <a:pt x="39281" y="10"/>
                            <a:pt x="38357" y="0"/>
                          </a:cubicBezTo>
                          <a:cubicBezTo>
                            <a:pt x="38357" y="0"/>
                            <a:pt x="38729" y="2581"/>
                            <a:pt x="39281" y="6448"/>
                          </a:cubicBezTo>
                          <a:cubicBezTo>
                            <a:pt x="39824" y="10287"/>
                            <a:pt x="40424" y="15469"/>
                            <a:pt x="40996" y="20564"/>
                          </a:cubicBezTo>
                          <a:cubicBezTo>
                            <a:pt x="41548" y="25679"/>
                            <a:pt x="41996" y="30804"/>
                            <a:pt x="42310" y="34614"/>
                          </a:cubicBezTo>
                          <a:cubicBezTo>
                            <a:pt x="42634" y="38414"/>
                            <a:pt x="42796" y="40977"/>
                            <a:pt x="42796" y="40977"/>
                          </a:cubicBezTo>
                          <a:cubicBezTo>
                            <a:pt x="42796" y="40977"/>
                            <a:pt x="42158" y="40605"/>
                            <a:pt x="41053" y="39967"/>
                          </a:cubicBezTo>
                          <a:cubicBezTo>
                            <a:pt x="39929" y="39338"/>
                            <a:pt x="38329" y="38443"/>
                            <a:pt x="36414" y="37367"/>
                          </a:cubicBezTo>
                          <a:cubicBezTo>
                            <a:pt x="32576" y="35204"/>
                            <a:pt x="27404" y="32423"/>
                            <a:pt x="22184" y="29728"/>
                          </a:cubicBezTo>
                          <a:cubicBezTo>
                            <a:pt x="16955" y="27041"/>
                            <a:pt x="11678" y="24460"/>
                            <a:pt x="7668" y="22622"/>
                          </a:cubicBezTo>
                          <a:cubicBezTo>
                            <a:pt x="5658" y="21707"/>
                            <a:pt x="3981" y="20955"/>
                            <a:pt x="2791" y="20441"/>
                          </a:cubicBezTo>
                          <a:cubicBezTo>
                            <a:pt x="1600" y="19936"/>
                            <a:pt x="924" y="19650"/>
                            <a:pt x="924" y="19650"/>
                          </a:cubicBezTo>
                          <a:cubicBezTo>
                            <a:pt x="572" y="20460"/>
                            <a:pt x="257" y="21288"/>
                            <a:pt x="0" y="22127"/>
                          </a:cubicBezTo>
                          <a:cubicBezTo>
                            <a:pt x="0" y="22127"/>
                            <a:pt x="819" y="22479"/>
                            <a:pt x="2257" y="23089"/>
                          </a:cubicBezTo>
                          <a:cubicBezTo>
                            <a:pt x="3686" y="23708"/>
                            <a:pt x="5725" y="24622"/>
                            <a:pt x="8153" y="25756"/>
                          </a:cubicBezTo>
                          <a:cubicBezTo>
                            <a:pt x="13011" y="28023"/>
                            <a:pt x="19431" y="31204"/>
                            <a:pt x="25756" y="34557"/>
                          </a:cubicBezTo>
                          <a:cubicBezTo>
                            <a:pt x="32071" y="37929"/>
                            <a:pt x="38338" y="41405"/>
                            <a:pt x="42977" y="44120"/>
                          </a:cubicBezTo>
                          <a:cubicBezTo>
                            <a:pt x="47635" y="46796"/>
                            <a:pt x="50692" y="48663"/>
                            <a:pt x="50692" y="48663"/>
                          </a:cubicBezTo>
                          <a:cubicBezTo>
                            <a:pt x="50692" y="48663"/>
                            <a:pt x="48511" y="49549"/>
                            <a:pt x="45234" y="50892"/>
                          </a:cubicBezTo>
                          <a:cubicBezTo>
                            <a:pt x="41958" y="52264"/>
                            <a:pt x="37614" y="54112"/>
                            <a:pt x="33338" y="55997"/>
                          </a:cubicBezTo>
                          <a:cubicBezTo>
                            <a:pt x="29051" y="57893"/>
                            <a:pt x="24803" y="59865"/>
                            <a:pt x="21650" y="61341"/>
                          </a:cubicBezTo>
                          <a:cubicBezTo>
                            <a:pt x="20079" y="62074"/>
                            <a:pt x="18764" y="62713"/>
                            <a:pt x="17850" y="63160"/>
                          </a:cubicBezTo>
                          <a:cubicBezTo>
                            <a:pt x="16935" y="63608"/>
                            <a:pt x="16412" y="63865"/>
                            <a:pt x="16412" y="63865"/>
                          </a:cubicBezTo>
                          <a:cubicBezTo>
                            <a:pt x="17050" y="64494"/>
                            <a:pt x="17678" y="65113"/>
                            <a:pt x="18307" y="65732"/>
                          </a:cubicBezTo>
                          <a:cubicBezTo>
                            <a:pt x="18307" y="65732"/>
                            <a:pt x="20450" y="64722"/>
                            <a:pt x="23679" y="63198"/>
                          </a:cubicBezTo>
                          <a:cubicBezTo>
                            <a:pt x="26918" y="61674"/>
                            <a:pt x="31271" y="59693"/>
                            <a:pt x="35671" y="57788"/>
                          </a:cubicBezTo>
                          <a:cubicBezTo>
                            <a:pt x="40072" y="55864"/>
                            <a:pt x="44529" y="53978"/>
                            <a:pt x="47882" y="52635"/>
                          </a:cubicBezTo>
                          <a:cubicBezTo>
                            <a:pt x="51254" y="51273"/>
                            <a:pt x="53493" y="50368"/>
                            <a:pt x="53493" y="50368"/>
                          </a:cubicBezTo>
                          <a:cubicBezTo>
                            <a:pt x="53493" y="50368"/>
                            <a:pt x="56083" y="51902"/>
                            <a:pt x="59912" y="54321"/>
                          </a:cubicBezTo>
                          <a:cubicBezTo>
                            <a:pt x="61827" y="55531"/>
                            <a:pt x="64084" y="56893"/>
                            <a:pt x="66447" y="58445"/>
                          </a:cubicBezTo>
                          <a:cubicBezTo>
                            <a:pt x="68818" y="59988"/>
                            <a:pt x="71352" y="61627"/>
                            <a:pt x="73876" y="63265"/>
                          </a:cubicBezTo>
                          <a:cubicBezTo>
                            <a:pt x="76381" y="64951"/>
                            <a:pt x="78886" y="66627"/>
                            <a:pt x="81229" y="68209"/>
                          </a:cubicBezTo>
                          <a:cubicBezTo>
                            <a:pt x="83582" y="69771"/>
                            <a:pt x="85754" y="71285"/>
                            <a:pt x="87601" y="72590"/>
                          </a:cubicBezTo>
                          <a:cubicBezTo>
                            <a:pt x="91307" y="75181"/>
                            <a:pt x="93783" y="76914"/>
                            <a:pt x="93783" y="76914"/>
                          </a:cubicBezTo>
                          <a:cubicBezTo>
                            <a:pt x="93783" y="76914"/>
                            <a:pt x="84630" y="80010"/>
                            <a:pt x="75705" y="83268"/>
                          </a:cubicBezTo>
                          <a:cubicBezTo>
                            <a:pt x="66713" y="86582"/>
                            <a:pt x="57950" y="90068"/>
                            <a:pt x="57950" y="90068"/>
                          </a:cubicBezTo>
                          <a:cubicBezTo>
                            <a:pt x="59179" y="90516"/>
                            <a:pt x="60417" y="90945"/>
                            <a:pt x="61646" y="91354"/>
                          </a:cubicBezTo>
                          <a:cubicBezTo>
                            <a:pt x="61646" y="91354"/>
                            <a:pt x="63789" y="90526"/>
                            <a:pt x="66999" y="89287"/>
                          </a:cubicBezTo>
                          <a:cubicBezTo>
                            <a:pt x="68618" y="88678"/>
                            <a:pt x="70504" y="87954"/>
                            <a:pt x="72523" y="87192"/>
                          </a:cubicBezTo>
                          <a:cubicBezTo>
                            <a:pt x="74552" y="86458"/>
                            <a:pt x="76714" y="85668"/>
                            <a:pt x="78877" y="84887"/>
                          </a:cubicBezTo>
                          <a:cubicBezTo>
                            <a:pt x="83220" y="83325"/>
                            <a:pt x="87601" y="81801"/>
                            <a:pt x="90907" y="80658"/>
                          </a:cubicBezTo>
                          <a:cubicBezTo>
                            <a:pt x="92555" y="80105"/>
                            <a:pt x="93936" y="79639"/>
                            <a:pt x="94898" y="79315"/>
                          </a:cubicBezTo>
                          <a:cubicBezTo>
                            <a:pt x="95860" y="79000"/>
                            <a:pt x="96412" y="78819"/>
                            <a:pt x="96412" y="78819"/>
                          </a:cubicBezTo>
                          <a:cubicBezTo>
                            <a:pt x="96412" y="78819"/>
                            <a:pt x="98108" y="80048"/>
                            <a:pt x="100651" y="81896"/>
                          </a:cubicBezTo>
                          <a:cubicBezTo>
                            <a:pt x="101918" y="82820"/>
                            <a:pt x="103403" y="83896"/>
                            <a:pt x="104994" y="85049"/>
                          </a:cubicBezTo>
                          <a:cubicBezTo>
                            <a:pt x="106566" y="86230"/>
                            <a:pt x="108233" y="87497"/>
                            <a:pt x="109909" y="88754"/>
                          </a:cubicBezTo>
                          <a:cubicBezTo>
                            <a:pt x="113252" y="91278"/>
                            <a:pt x="116615" y="93793"/>
                            <a:pt x="119063" y="95755"/>
                          </a:cubicBezTo>
                          <a:cubicBezTo>
                            <a:pt x="121539" y="97698"/>
                            <a:pt x="123187" y="98993"/>
                            <a:pt x="123187" y="98993"/>
                          </a:cubicBezTo>
                          <a:cubicBezTo>
                            <a:pt x="123187" y="98993"/>
                            <a:pt x="123692" y="99393"/>
                            <a:pt x="124673" y="100155"/>
                          </a:cubicBezTo>
                          <a:cubicBezTo>
                            <a:pt x="125644" y="100936"/>
                            <a:pt x="127121" y="102041"/>
                            <a:pt x="128978" y="103584"/>
                          </a:cubicBezTo>
                          <a:cubicBezTo>
                            <a:pt x="132693" y="106661"/>
                            <a:pt x="138246" y="111033"/>
                            <a:pt x="145047" y="116919"/>
                          </a:cubicBezTo>
                          <a:cubicBezTo>
                            <a:pt x="158753" y="128568"/>
                            <a:pt x="177917" y="145742"/>
                            <a:pt x="199501" y="167783"/>
                          </a:cubicBezTo>
                          <a:cubicBezTo>
                            <a:pt x="210207" y="178879"/>
                            <a:pt x="221675" y="191043"/>
                            <a:pt x="233182" y="204454"/>
                          </a:cubicBezTo>
                          <a:cubicBezTo>
                            <a:pt x="239049" y="211064"/>
                            <a:pt x="244754" y="218123"/>
                            <a:pt x="250688" y="225257"/>
                          </a:cubicBezTo>
                          <a:cubicBezTo>
                            <a:pt x="253632" y="228838"/>
                            <a:pt x="256489" y="232562"/>
                            <a:pt x="259442" y="236268"/>
                          </a:cubicBezTo>
                          <a:cubicBezTo>
                            <a:pt x="260909" y="238125"/>
                            <a:pt x="262385" y="239992"/>
                            <a:pt x="263862" y="241868"/>
                          </a:cubicBezTo>
                          <a:cubicBezTo>
                            <a:pt x="265347" y="243735"/>
                            <a:pt x="266757" y="245688"/>
                            <a:pt x="268215" y="247602"/>
                          </a:cubicBezTo>
                          <a:cubicBezTo>
                            <a:pt x="271110" y="251450"/>
                            <a:pt x="274034" y="255337"/>
                            <a:pt x="276978" y="259251"/>
                          </a:cubicBezTo>
                          <a:cubicBezTo>
                            <a:pt x="279854" y="263214"/>
                            <a:pt x="282702" y="267233"/>
                            <a:pt x="285598" y="271272"/>
                          </a:cubicBezTo>
                          <a:cubicBezTo>
                            <a:pt x="288493" y="275311"/>
                            <a:pt x="291408" y="279378"/>
                            <a:pt x="294342" y="283454"/>
                          </a:cubicBezTo>
                          <a:cubicBezTo>
                            <a:pt x="295808" y="285502"/>
                            <a:pt x="297285" y="287550"/>
                            <a:pt x="298761" y="289598"/>
                          </a:cubicBezTo>
                          <a:cubicBezTo>
                            <a:pt x="300247" y="291646"/>
                            <a:pt x="301695" y="293722"/>
                            <a:pt x="303267" y="295723"/>
                          </a:cubicBezTo>
                          <a:cubicBezTo>
                            <a:pt x="306362" y="299752"/>
                            <a:pt x="309458" y="303800"/>
                            <a:pt x="312573" y="307867"/>
                          </a:cubicBezTo>
                          <a:cubicBezTo>
                            <a:pt x="315735" y="311887"/>
                            <a:pt x="319021" y="315830"/>
                            <a:pt x="322240" y="319830"/>
                          </a:cubicBezTo>
                          <a:cubicBezTo>
                            <a:pt x="325441" y="323860"/>
                            <a:pt x="328841" y="327727"/>
                            <a:pt x="332194" y="331641"/>
                          </a:cubicBezTo>
                          <a:lnTo>
                            <a:pt x="337233" y="337509"/>
                          </a:lnTo>
                          <a:cubicBezTo>
                            <a:pt x="338909" y="339471"/>
                            <a:pt x="340681" y="341347"/>
                            <a:pt x="342395" y="343271"/>
                          </a:cubicBezTo>
                          <a:lnTo>
                            <a:pt x="347586" y="349006"/>
                          </a:lnTo>
                          <a:cubicBezTo>
                            <a:pt x="349320" y="350920"/>
                            <a:pt x="351034" y="352844"/>
                            <a:pt x="352835" y="354692"/>
                          </a:cubicBezTo>
                          <a:cubicBezTo>
                            <a:pt x="356387" y="358426"/>
                            <a:pt x="359931" y="362160"/>
                            <a:pt x="363474" y="365884"/>
                          </a:cubicBezTo>
                          <a:cubicBezTo>
                            <a:pt x="367103" y="369522"/>
                            <a:pt x="370723" y="373161"/>
                            <a:pt x="374323" y="376780"/>
                          </a:cubicBezTo>
                          <a:lnTo>
                            <a:pt x="377038" y="379486"/>
                          </a:lnTo>
                          <a:lnTo>
                            <a:pt x="379800" y="382133"/>
                          </a:lnTo>
                          <a:cubicBezTo>
                            <a:pt x="381638" y="383896"/>
                            <a:pt x="383477" y="385658"/>
                            <a:pt x="385305" y="387420"/>
                          </a:cubicBezTo>
                          <a:cubicBezTo>
                            <a:pt x="400012" y="401431"/>
                            <a:pt x="414976" y="414690"/>
                            <a:pt x="429835" y="427082"/>
                          </a:cubicBezTo>
                          <a:cubicBezTo>
                            <a:pt x="459600" y="451799"/>
                            <a:pt x="488890" y="472992"/>
                            <a:pt x="514655" y="490118"/>
                          </a:cubicBezTo>
                          <a:cubicBezTo>
                            <a:pt x="540458" y="507206"/>
                            <a:pt x="562718" y="520265"/>
                            <a:pt x="578510" y="529019"/>
                          </a:cubicBezTo>
                          <a:cubicBezTo>
                            <a:pt x="586416" y="533381"/>
                            <a:pt x="592693" y="536686"/>
                            <a:pt x="597008" y="538896"/>
                          </a:cubicBezTo>
                          <a:cubicBezTo>
                            <a:pt x="599161" y="540001"/>
                            <a:pt x="600828" y="540830"/>
                            <a:pt x="601952" y="541382"/>
                          </a:cubicBezTo>
                          <a:cubicBezTo>
                            <a:pt x="603085" y="541934"/>
                            <a:pt x="603666" y="542220"/>
                            <a:pt x="603666" y="542220"/>
                          </a:cubicBezTo>
                          <a:lnTo>
                            <a:pt x="604799" y="539829"/>
                          </a:lnTo>
                          <a:cubicBezTo>
                            <a:pt x="604799" y="539829"/>
                            <a:pt x="602504" y="538734"/>
                            <a:pt x="598237" y="536553"/>
                          </a:cubicBezTo>
                          <a:cubicBezTo>
                            <a:pt x="593970" y="534372"/>
                            <a:pt x="587740" y="531095"/>
                            <a:pt x="579892" y="526771"/>
                          </a:cubicBezTo>
                          <a:cubicBezTo>
                            <a:pt x="564223" y="518093"/>
                            <a:pt x="542115" y="505130"/>
                            <a:pt x="516493" y="488175"/>
                          </a:cubicBezTo>
                          <a:cubicBezTo>
                            <a:pt x="490909" y="471173"/>
                            <a:pt x="461791" y="450171"/>
                            <a:pt x="432235" y="425644"/>
                          </a:cubicBezTo>
                          <a:cubicBezTo>
                            <a:pt x="417481" y="413366"/>
                            <a:pt x="402603" y="400212"/>
                            <a:pt x="387982" y="386344"/>
                          </a:cubicBezTo>
                          <a:cubicBezTo>
                            <a:pt x="384362" y="382838"/>
                            <a:pt x="380657" y="379381"/>
                            <a:pt x="377066" y="375809"/>
                          </a:cubicBezTo>
                          <a:cubicBezTo>
                            <a:pt x="373485" y="372218"/>
                            <a:pt x="369894" y="368608"/>
                            <a:pt x="366294" y="364998"/>
                          </a:cubicBezTo>
                          <a:cubicBezTo>
                            <a:pt x="359236" y="357635"/>
                            <a:pt x="352139" y="350263"/>
                            <a:pt x="345339" y="342605"/>
                          </a:cubicBezTo>
                          <a:lnTo>
                            <a:pt x="340186" y="336909"/>
                          </a:lnTo>
                          <a:lnTo>
                            <a:pt x="335185" y="331089"/>
                          </a:lnTo>
                          <a:cubicBezTo>
                            <a:pt x="333518" y="329146"/>
                            <a:pt x="331851" y="327212"/>
                            <a:pt x="330184" y="325279"/>
                          </a:cubicBezTo>
                          <a:lnTo>
                            <a:pt x="327689" y="322374"/>
                          </a:lnTo>
                          <a:lnTo>
                            <a:pt x="325279" y="319402"/>
                          </a:lnTo>
                          <a:cubicBezTo>
                            <a:pt x="322059" y="315449"/>
                            <a:pt x="318849" y="311496"/>
                            <a:pt x="315649" y="307562"/>
                          </a:cubicBezTo>
                          <a:cubicBezTo>
                            <a:pt x="312563" y="303533"/>
                            <a:pt x="309486" y="299523"/>
                            <a:pt x="306419" y="295523"/>
                          </a:cubicBezTo>
                          <a:lnTo>
                            <a:pt x="304124" y="292532"/>
                          </a:lnTo>
                          <a:cubicBezTo>
                            <a:pt x="303362" y="291532"/>
                            <a:pt x="302647" y="290503"/>
                            <a:pt x="301904" y="289484"/>
                          </a:cubicBezTo>
                          <a:cubicBezTo>
                            <a:pt x="300438" y="287445"/>
                            <a:pt x="298980" y="285417"/>
                            <a:pt x="297523" y="283388"/>
                          </a:cubicBezTo>
                          <a:cubicBezTo>
                            <a:pt x="294608" y="279330"/>
                            <a:pt x="291703" y="275292"/>
                            <a:pt x="288827" y="271272"/>
                          </a:cubicBezTo>
                          <a:cubicBezTo>
                            <a:pt x="285950" y="267243"/>
                            <a:pt x="283083" y="263233"/>
                            <a:pt x="280245" y="259261"/>
                          </a:cubicBezTo>
                          <a:cubicBezTo>
                            <a:pt x="277349" y="255327"/>
                            <a:pt x="274406" y="251469"/>
                            <a:pt x="271520" y="247612"/>
                          </a:cubicBezTo>
                          <a:cubicBezTo>
                            <a:pt x="270072" y="245688"/>
                            <a:pt x="268634" y="243773"/>
                            <a:pt x="267195" y="241868"/>
                          </a:cubicBezTo>
                          <a:cubicBezTo>
                            <a:pt x="265738" y="239973"/>
                            <a:pt x="264252" y="238125"/>
                            <a:pt x="262795" y="236268"/>
                          </a:cubicBezTo>
                          <a:cubicBezTo>
                            <a:pt x="259861" y="232562"/>
                            <a:pt x="256966" y="228886"/>
                            <a:pt x="254089" y="225247"/>
                          </a:cubicBezTo>
                          <a:cubicBezTo>
                            <a:pt x="251136" y="221675"/>
                            <a:pt x="248212" y="218151"/>
                            <a:pt x="245326" y="214665"/>
                          </a:cubicBezTo>
                          <a:cubicBezTo>
                            <a:pt x="243878" y="212922"/>
                            <a:pt x="242449" y="211188"/>
                            <a:pt x="241021" y="209474"/>
                          </a:cubicBezTo>
                          <a:cubicBezTo>
                            <a:pt x="239554" y="207788"/>
                            <a:pt x="238097" y="206111"/>
                            <a:pt x="236649" y="204445"/>
                          </a:cubicBezTo>
                          <a:cubicBezTo>
                            <a:pt x="233753" y="201111"/>
                            <a:pt x="230896" y="197834"/>
                            <a:pt x="228086" y="194596"/>
                          </a:cubicBezTo>
                          <a:cubicBezTo>
                            <a:pt x="225200" y="191424"/>
                            <a:pt x="222361" y="188300"/>
                            <a:pt x="219570" y="185233"/>
                          </a:cubicBezTo>
                          <a:cubicBezTo>
                            <a:pt x="218170" y="183699"/>
                            <a:pt x="216789" y="182175"/>
                            <a:pt x="215418" y="180661"/>
                          </a:cubicBezTo>
                          <a:cubicBezTo>
                            <a:pt x="214008" y="179184"/>
                            <a:pt x="212617" y="177717"/>
                            <a:pt x="211236" y="176260"/>
                          </a:cubicBezTo>
                          <a:cubicBezTo>
                            <a:pt x="208474" y="173355"/>
                            <a:pt x="205769" y="170507"/>
                            <a:pt x="203111" y="167716"/>
                          </a:cubicBezTo>
                          <a:cubicBezTo>
                            <a:pt x="181632" y="145628"/>
                            <a:pt x="162525" y="128435"/>
                            <a:pt x="148885" y="116738"/>
                          </a:cubicBezTo>
                          <a:cubicBezTo>
                            <a:pt x="145456" y="113833"/>
                            <a:pt x="142427" y="111204"/>
                            <a:pt x="139732" y="108985"/>
                          </a:cubicBezTo>
                          <a:cubicBezTo>
                            <a:pt x="137027" y="106775"/>
                            <a:pt x="134731" y="104899"/>
                            <a:pt x="132864" y="103375"/>
                          </a:cubicBezTo>
                          <a:cubicBezTo>
                            <a:pt x="129150" y="100308"/>
                            <a:pt x="127121" y="98746"/>
                            <a:pt x="127121" y="98746"/>
                          </a:cubicBezTo>
                          <a:cubicBezTo>
                            <a:pt x="127121" y="98746"/>
                            <a:pt x="124682" y="96831"/>
                            <a:pt x="121025" y="93955"/>
                          </a:cubicBezTo>
                          <a:cubicBezTo>
                            <a:pt x="117405" y="91040"/>
                            <a:pt x="112405" y="87373"/>
                            <a:pt x="107471" y="83620"/>
                          </a:cubicBezTo>
                          <a:cubicBezTo>
                            <a:pt x="104985" y="81772"/>
                            <a:pt x="102460" y="79972"/>
                            <a:pt x="100117" y="78257"/>
                          </a:cubicBezTo>
                          <a:cubicBezTo>
                            <a:pt x="97765" y="76543"/>
                            <a:pt x="95574" y="74952"/>
                            <a:pt x="93659" y="73628"/>
                          </a:cubicBezTo>
                          <a:cubicBezTo>
                            <a:pt x="89849" y="70961"/>
                            <a:pt x="87306" y="69190"/>
                            <a:pt x="87306" y="69190"/>
                          </a:cubicBezTo>
                          <a:cubicBezTo>
                            <a:pt x="87306" y="69190"/>
                            <a:pt x="87506" y="66132"/>
                            <a:pt x="87716" y="61579"/>
                          </a:cubicBezTo>
                          <a:cubicBezTo>
                            <a:pt x="87935" y="57017"/>
                            <a:pt x="88183" y="50902"/>
                            <a:pt x="88364" y="44748"/>
                          </a:cubicBezTo>
                          <a:cubicBezTo>
                            <a:pt x="88697" y="32499"/>
                            <a:pt x="88630" y="20069"/>
                            <a:pt x="88630" y="20069"/>
                          </a:cubicBezTo>
                          <a:cubicBezTo>
                            <a:pt x="87706" y="19298"/>
                            <a:pt x="86782" y="18545"/>
                            <a:pt x="85849" y="17812"/>
                          </a:cubicBezTo>
                          <a:cubicBezTo>
                            <a:pt x="85849" y="17812"/>
                            <a:pt x="85877" y="20936"/>
                            <a:pt x="85916" y="25622"/>
                          </a:cubicBezTo>
                          <a:cubicBezTo>
                            <a:pt x="85916" y="30328"/>
                            <a:pt x="85858" y="36566"/>
                            <a:pt x="85735" y="42758"/>
                          </a:cubicBezTo>
                          <a:cubicBezTo>
                            <a:pt x="85620" y="48939"/>
                            <a:pt x="85354" y="55169"/>
                            <a:pt x="85163" y="59779"/>
                          </a:cubicBezTo>
                          <a:cubicBezTo>
                            <a:pt x="84925" y="64351"/>
                            <a:pt x="84782" y="67418"/>
                            <a:pt x="84782" y="67418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53" name="Google Shape;1861;p65">
                    <a:extLst>
                      <a:ext uri="{FF2B5EF4-FFF2-40B4-BE49-F238E27FC236}">
                        <a16:creationId xmlns:a16="http://schemas.microsoft.com/office/drawing/2014/main" id="{13A06A12-FB95-E40A-D7FD-245D2EC0A386}"/>
                      </a:ext>
                    </a:extLst>
                  </p:cNvPr>
                  <p:cNvGrpSpPr/>
                  <p:nvPr/>
                </p:nvGrpSpPr>
                <p:grpSpPr>
                  <a:xfrm>
                    <a:off x="6190930" y="2317380"/>
                    <a:ext cx="75709" cy="183703"/>
                    <a:chOff x="6190930" y="2317380"/>
                    <a:chExt cx="75709" cy="183703"/>
                  </a:xfrm>
                </p:grpSpPr>
                <p:sp>
                  <p:nvSpPr>
                    <p:cNvPr id="1075" name="Google Shape;1862;p65">
                      <a:extLst>
                        <a:ext uri="{FF2B5EF4-FFF2-40B4-BE49-F238E27FC236}">
                          <a16:creationId xmlns:a16="http://schemas.microsoft.com/office/drawing/2014/main" id="{969D490B-CCBA-B183-0A95-EC5DBD6536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0930" y="2317380"/>
                      <a:ext cx="75709" cy="1438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5709" h="143841" extrusionOk="0">
                          <a:moveTo>
                            <a:pt x="25142" y="143841"/>
                          </a:moveTo>
                          <a:cubicBezTo>
                            <a:pt x="25142" y="143841"/>
                            <a:pt x="24342" y="142917"/>
                            <a:pt x="23008" y="141174"/>
                          </a:cubicBezTo>
                          <a:cubicBezTo>
                            <a:pt x="21665" y="139450"/>
                            <a:pt x="19846" y="136840"/>
                            <a:pt x="17770" y="133516"/>
                          </a:cubicBezTo>
                          <a:cubicBezTo>
                            <a:pt x="16731" y="131859"/>
                            <a:pt x="15636" y="130021"/>
                            <a:pt x="14503" y="128020"/>
                          </a:cubicBezTo>
                          <a:cubicBezTo>
                            <a:pt x="13369" y="126020"/>
                            <a:pt x="12216" y="123858"/>
                            <a:pt x="11112" y="121496"/>
                          </a:cubicBezTo>
                          <a:cubicBezTo>
                            <a:pt x="8892" y="116790"/>
                            <a:pt x="6663" y="111523"/>
                            <a:pt x="4844" y="105713"/>
                          </a:cubicBezTo>
                          <a:cubicBezTo>
                            <a:pt x="3053" y="99864"/>
                            <a:pt x="1558" y="93568"/>
                            <a:pt x="720" y="86901"/>
                          </a:cubicBezTo>
                          <a:cubicBezTo>
                            <a:pt x="-71" y="80176"/>
                            <a:pt x="-261" y="73118"/>
                            <a:pt x="406" y="65850"/>
                          </a:cubicBezTo>
                          <a:cubicBezTo>
                            <a:pt x="1120" y="58545"/>
                            <a:pt x="2749" y="51001"/>
                            <a:pt x="5444" y="43391"/>
                          </a:cubicBezTo>
                          <a:cubicBezTo>
                            <a:pt x="8140" y="35771"/>
                            <a:pt x="11931" y="28065"/>
                            <a:pt x="17084" y="20302"/>
                          </a:cubicBezTo>
                          <a:cubicBezTo>
                            <a:pt x="22218" y="12558"/>
                            <a:pt x="27780" y="7281"/>
                            <a:pt x="33276" y="4052"/>
                          </a:cubicBezTo>
                          <a:cubicBezTo>
                            <a:pt x="38744" y="842"/>
                            <a:pt x="44240" y="-396"/>
                            <a:pt x="49288" y="109"/>
                          </a:cubicBezTo>
                          <a:cubicBezTo>
                            <a:pt x="51812" y="366"/>
                            <a:pt x="54222" y="1052"/>
                            <a:pt x="56479" y="2138"/>
                          </a:cubicBezTo>
                          <a:cubicBezTo>
                            <a:pt x="58708" y="3243"/>
                            <a:pt x="60927" y="4671"/>
                            <a:pt x="62880" y="6519"/>
                          </a:cubicBezTo>
                          <a:cubicBezTo>
                            <a:pt x="64852" y="8358"/>
                            <a:pt x="66633" y="10577"/>
                            <a:pt x="68185" y="13139"/>
                          </a:cubicBezTo>
                          <a:cubicBezTo>
                            <a:pt x="69795" y="15673"/>
                            <a:pt x="71176" y="18549"/>
                            <a:pt x="72300" y="21750"/>
                          </a:cubicBezTo>
                          <a:cubicBezTo>
                            <a:pt x="74482" y="28198"/>
                            <a:pt x="75834" y="35790"/>
                            <a:pt x="75701" y="44534"/>
                          </a:cubicBezTo>
                          <a:cubicBezTo>
                            <a:pt x="75615" y="48915"/>
                            <a:pt x="75282" y="53497"/>
                            <a:pt x="74500" y="58345"/>
                          </a:cubicBezTo>
                          <a:cubicBezTo>
                            <a:pt x="73729" y="63193"/>
                            <a:pt x="72558" y="68270"/>
                            <a:pt x="70929" y="73566"/>
                          </a:cubicBezTo>
                          <a:cubicBezTo>
                            <a:pt x="67652" y="84158"/>
                            <a:pt x="62670" y="95473"/>
                            <a:pt x="55250" y="107341"/>
                          </a:cubicBezTo>
                          <a:cubicBezTo>
                            <a:pt x="47811" y="119190"/>
                            <a:pt x="38020" y="131516"/>
                            <a:pt x="25142" y="143841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6" name="Google Shape;1863;p65">
                      <a:extLst>
                        <a:ext uri="{FF2B5EF4-FFF2-40B4-BE49-F238E27FC236}">
                          <a16:creationId xmlns:a16="http://schemas.microsoft.com/office/drawing/2014/main" id="{115255A4-7177-44E2-6609-9A2A718B45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1088" y="2317399"/>
                      <a:ext cx="73256" cy="1836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256" h="183684" extrusionOk="0">
                          <a:moveTo>
                            <a:pt x="30128" y="91406"/>
                          </a:moveTo>
                          <a:cubicBezTo>
                            <a:pt x="30128" y="91406"/>
                            <a:pt x="30527" y="88597"/>
                            <a:pt x="31137" y="84377"/>
                          </a:cubicBezTo>
                          <a:cubicBezTo>
                            <a:pt x="31452" y="82281"/>
                            <a:pt x="31823" y="79833"/>
                            <a:pt x="32213" y="77214"/>
                          </a:cubicBezTo>
                          <a:cubicBezTo>
                            <a:pt x="32642" y="74585"/>
                            <a:pt x="33099" y="71794"/>
                            <a:pt x="33566" y="68994"/>
                          </a:cubicBezTo>
                          <a:cubicBezTo>
                            <a:pt x="35443" y="57812"/>
                            <a:pt x="37547" y="46848"/>
                            <a:pt x="37547" y="46848"/>
                          </a:cubicBezTo>
                          <a:cubicBezTo>
                            <a:pt x="37547" y="46848"/>
                            <a:pt x="46606" y="41619"/>
                            <a:pt x="55531" y="36276"/>
                          </a:cubicBezTo>
                          <a:cubicBezTo>
                            <a:pt x="64465" y="30942"/>
                            <a:pt x="73257" y="25493"/>
                            <a:pt x="73257" y="25493"/>
                          </a:cubicBezTo>
                          <a:cubicBezTo>
                            <a:pt x="73057" y="24741"/>
                            <a:pt x="72847" y="24007"/>
                            <a:pt x="72628" y="23293"/>
                          </a:cubicBezTo>
                          <a:cubicBezTo>
                            <a:pt x="72628" y="23293"/>
                            <a:pt x="64122" y="28541"/>
                            <a:pt x="55493" y="33685"/>
                          </a:cubicBezTo>
                          <a:cubicBezTo>
                            <a:pt x="51178" y="36257"/>
                            <a:pt x="46844" y="38809"/>
                            <a:pt x="43577" y="40714"/>
                          </a:cubicBezTo>
                          <a:cubicBezTo>
                            <a:pt x="40329" y="42600"/>
                            <a:pt x="38157" y="43848"/>
                            <a:pt x="38157" y="43848"/>
                          </a:cubicBezTo>
                          <a:cubicBezTo>
                            <a:pt x="38157" y="43848"/>
                            <a:pt x="40405" y="32694"/>
                            <a:pt x="42881" y="21788"/>
                          </a:cubicBezTo>
                          <a:cubicBezTo>
                            <a:pt x="43491" y="19064"/>
                            <a:pt x="44139" y="16330"/>
                            <a:pt x="44768" y="13768"/>
                          </a:cubicBezTo>
                          <a:cubicBezTo>
                            <a:pt x="45406" y="11215"/>
                            <a:pt x="45996" y="8834"/>
                            <a:pt x="46501" y="6796"/>
                          </a:cubicBezTo>
                          <a:cubicBezTo>
                            <a:pt x="47539" y="2738"/>
                            <a:pt x="48235" y="43"/>
                            <a:pt x="48235" y="43"/>
                          </a:cubicBezTo>
                          <a:cubicBezTo>
                            <a:pt x="47463" y="-5"/>
                            <a:pt x="46692" y="-15"/>
                            <a:pt x="45901" y="23"/>
                          </a:cubicBezTo>
                          <a:cubicBezTo>
                            <a:pt x="45901" y="23"/>
                            <a:pt x="45053" y="3338"/>
                            <a:pt x="43777" y="8301"/>
                          </a:cubicBezTo>
                          <a:cubicBezTo>
                            <a:pt x="43158" y="10806"/>
                            <a:pt x="42434" y="13730"/>
                            <a:pt x="41662" y="16864"/>
                          </a:cubicBezTo>
                          <a:cubicBezTo>
                            <a:pt x="41291" y="18435"/>
                            <a:pt x="40900" y="20064"/>
                            <a:pt x="40510" y="21721"/>
                          </a:cubicBezTo>
                          <a:cubicBezTo>
                            <a:pt x="40138" y="23369"/>
                            <a:pt x="39767" y="25046"/>
                            <a:pt x="39386" y="26722"/>
                          </a:cubicBezTo>
                          <a:cubicBezTo>
                            <a:pt x="37900" y="33437"/>
                            <a:pt x="36481" y="40229"/>
                            <a:pt x="35443" y="45363"/>
                          </a:cubicBezTo>
                          <a:cubicBezTo>
                            <a:pt x="34395" y="50497"/>
                            <a:pt x="33785" y="53906"/>
                            <a:pt x="33785" y="53906"/>
                          </a:cubicBezTo>
                          <a:cubicBezTo>
                            <a:pt x="33785" y="53906"/>
                            <a:pt x="33414" y="53544"/>
                            <a:pt x="32766" y="52916"/>
                          </a:cubicBezTo>
                          <a:cubicBezTo>
                            <a:pt x="32137" y="52278"/>
                            <a:pt x="31232" y="51363"/>
                            <a:pt x="30147" y="50258"/>
                          </a:cubicBezTo>
                          <a:cubicBezTo>
                            <a:pt x="27984" y="48068"/>
                            <a:pt x="25098" y="45134"/>
                            <a:pt x="22222" y="42210"/>
                          </a:cubicBezTo>
                          <a:cubicBezTo>
                            <a:pt x="16602" y="36266"/>
                            <a:pt x="10992" y="30332"/>
                            <a:pt x="10992" y="30332"/>
                          </a:cubicBezTo>
                          <a:cubicBezTo>
                            <a:pt x="10554" y="31170"/>
                            <a:pt x="10135" y="32008"/>
                            <a:pt x="9725" y="32847"/>
                          </a:cubicBezTo>
                          <a:cubicBezTo>
                            <a:pt x="9725" y="32847"/>
                            <a:pt x="11163" y="34371"/>
                            <a:pt x="13325" y="36657"/>
                          </a:cubicBezTo>
                          <a:cubicBezTo>
                            <a:pt x="14402" y="37800"/>
                            <a:pt x="15669" y="39143"/>
                            <a:pt x="17021" y="40571"/>
                          </a:cubicBezTo>
                          <a:cubicBezTo>
                            <a:pt x="18374" y="42000"/>
                            <a:pt x="19793" y="43553"/>
                            <a:pt x="21298" y="45039"/>
                          </a:cubicBezTo>
                          <a:cubicBezTo>
                            <a:pt x="24260" y="48049"/>
                            <a:pt x="27222" y="51058"/>
                            <a:pt x="29451" y="53316"/>
                          </a:cubicBezTo>
                          <a:cubicBezTo>
                            <a:pt x="30556" y="54459"/>
                            <a:pt x="31509" y="55373"/>
                            <a:pt x="32175" y="56021"/>
                          </a:cubicBezTo>
                          <a:cubicBezTo>
                            <a:pt x="32842" y="56669"/>
                            <a:pt x="33223" y="57040"/>
                            <a:pt x="33223" y="57040"/>
                          </a:cubicBezTo>
                          <a:cubicBezTo>
                            <a:pt x="33223" y="57040"/>
                            <a:pt x="31118" y="68556"/>
                            <a:pt x="29280" y="80300"/>
                          </a:cubicBezTo>
                          <a:cubicBezTo>
                            <a:pt x="27508" y="91940"/>
                            <a:pt x="25984" y="103808"/>
                            <a:pt x="25984" y="103808"/>
                          </a:cubicBezTo>
                          <a:cubicBezTo>
                            <a:pt x="25984" y="103808"/>
                            <a:pt x="24336" y="102331"/>
                            <a:pt x="21860" y="100112"/>
                          </a:cubicBezTo>
                          <a:cubicBezTo>
                            <a:pt x="19383" y="97893"/>
                            <a:pt x="16050" y="94969"/>
                            <a:pt x="12849" y="91930"/>
                          </a:cubicBezTo>
                          <a:cubicBezTo>
                            <a:pt x="9620" y="88920"/>
                            <a:pt x="6382" y="85910"/>
                            <a:pt x="3953" y="83653"/>
                          </a:cubicBezTo>
                          <a:cubicBezTo>
                            <a:pt x="1581" y="81348"/>
                            <a:pt x="0" y="79814"/>
                            <a:pt x="0" y="79814"/>
                          </a:cubicBezTo>
                          <a:cubicBezTo>
                            <a:pt x="67" y="81138"/>
                            <a:pt x="162" y="82453"/>
                            <a:pt x="276" y="83758"/>
                          </a:cubicBezTo>
                          <a:cubicBezTo>
                            <a:pt x="276" y="83758"/>
                            <a:pt x="657" y="84129"/>
                            <a:pt x="1333" y="84786"/>
                          </a:cubicBezTo>
                          <a:cubicBezTo>
                            <a:pt x="2000" y="85444"/>
                            <a:pt x="2972" y="86368"/>
                            <a:pt x="4153" y="87453"/>
                          </a:cubicBezTo>
                          <a:cubicBezTo>
                            <a:pt x="6505" y="89644"/>
                            <a:pt x="9649" y="92568"/>
                            <a:pt x="12792" y="95483"/>
                          </a:cubicBezTo>
                          <a:cubicBezTo>
                            <a:pt x="15926" y="98407"/>
                            <a:pt x="19183" y="101227"/>
                            <a:pt x="21574" y="103398"/>
                          </a:cubicBezTo>
                          <a:cubicBezTo>
                            <a:pt x="23974" y="105551"/>
                            <a:pt x="25584" y="106989"/>
                            <a:pt x="25584" y="106989"/>
                          </a:cubicBezTo>
                          <a:cubicBezTo>
                            <a:pt x="25584" y="106989"/>
                            <a:pt x="25337" y="109047"/>
                            <a:pt x="24965" y="112133"/>
                          </a:cubicBezTo>
                          <a:cubicBezTo>
                            <a:pt x="24622" y="115228"/>
                            <a:pt x="24165" y="119353"/>
                            <a:pt x="23717" y="123487"/>
                          </a:cubicBezTo>
                          <a:cubicBezTo>
                            <a:pt x="23298" y="127649"/>
                            <a:pt x="22879" y="131802"/>
                            <a:pt x="22574" y="134926"/>
                          </a:cubicBezTo>
                          <a:cubicBezTo>
                            <a:pt x="22288" y="138050"/>
                            <a:pt x="22107" y="140136"/>
                            <a:pt x="22107" y="140136"/>
                          </a:cubicBezTo>
                          <a:cubicBezTo>
                            <a:pt x="22107" y="140136"/>
                            <a:pt x="21184" y="150880"/>
                            <a:pt x="20460" y="161787"/>
                          </a:cubicBezTo>
                          <a:cubicBezTo>
                            <a:pt x="20079" y="167254"/>
                            <a:pt x="19821" y="172655"/>
                            <a:pt x="19602" y="176760"/>
                          </a:cubicBezTo>
                          <a:cubicBezTo>
                            <a:pt x="19412" y="180865"/>
                            <a:pt x="19288" y="183599"/>
                            <a:pt x="19288" y="183599"/>
                          </a:cubicBezTo>
                          <a:lnTo>
                            <a:pt x="21907" y="183685"/>
                          </a:lnTo>
                          <a:cubicBezTo>
                            <a:pt x="21907" y="183685"/>
                            <a:pt x="22346" y="173445"/>
                            <a:pt x="22955" y="163349"/>
                          </a:cubicBezTo>
                          <a:cubicBezTo>
                            <a:pt x="23593" y="153176"/>
                            <a:pt x="24432" y="143118"/>
                            <a:pt x="24432" y="143118"/>
                          </a:cubicBezTo>
                          <a:cubicBezTo>
                            <a:pt x="24432" y="143118"/>
                            <a:pt x="24689" y="140051"/>
                            <a:pt x="25079" y="135460"/>
                          </a:cubicBezTo>
                          <a:cubicBezTo>
                            <a:pt x="25498" y="130859"/>
                            <a:pt x="26118" y="124715"/>
                            <a:pt x="26775" y="118629"/>
                          </a:cubicBezTo>
                          <a:cubicBezTo>
                            <a:pt x="27451" y="112523"/>
                            <a:pt x="28127" y="106513"/>
                            <a:pt x="28737" y="101951"/>
                          </a:cubicBezTo>
                          <a:cubicBezTo>
                            <a:pt x="29346" y="97417"/>
                            <a:pt x="29746" y="94388"/>
                            <a:pt x="29746" y="94388"/>
                          </a:cubicBezTo>
                          <a:cubicBezTo>
                            <a:pt x="29746" y="94388"/>
                            <a:pt x="32385" y="92959"/>
                            <a:pt x="36347" y="90806"/>
                          </a:cubicBezTo>
                          <a:cubicBezTo>
                            <a:pt x="40291" y="88654"/>
                            <a:pt x="45539" y="85748"/>
                            <a:pt x="50787" y="82786"/>
                          </a:cubicBezTo>
                          <a:cubicBezTo>
                            <a:pt x="61274" y="76881"/>
                            <a:pt x="71561" y="70813"/>
                            <a:pt x="71561" y="70813"/>
                          </a:cubicBezTo>
                          <a:cubicBezTo>
                            <a:pt x="71866" y="69737"/>
                            <a:pt x="72142" y="68670"/>
                            <a:pt x="72409" y="67613"/>
                          </a:cubicBezTo>
                          <a:cubicBezTo>
                            <a:pt x="72409" y="67613"/>
                            <a:pt x="62017" y="73737"/>
                            <a:pt x="51406" y="79710"/>
                          </a:cubicBezTo>
                          <a:cubicBezTo>
                            <a:pt x="46101" y="82710"/>
                            <a:pt x="40834" y="85606"/>
                            <a:pt x="36824" y="87796"/>
                          </a:cubicBezTo>
                          <a:cubicBezTo>
                            <a:pt x="32804" y="89959"/>
                            <a:pt x="30128" y="91406"/>
                            <a:pt x="30128" y="91406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54" name="Google Shape;1864;p65">
                    <a:extLst>
                      <a:ext uri="{FF2B5EF4-FFF2-40B4-BE49-F238E27FC236}">
                        <a16:creationId xmlns:a16="http://schemas.microsoft.com/office/drawing/2014/main" id="{EC4E28ED-058E-5B37-9F0E-B0A04FCF837C}"/>
                      </a:ext>
                    </a:extLst>
                  </p:cNvPr>
                  <p:cNvGrpSpPr/>
                  <p:nvPr/>
                </p:nvGrpSpPr>
                <p:grpSpPr>
                  <a:xfrm>
                    <a:off x="6069121" y="2532011"/>
                    <a:ext cx="189955" cy="89171"/>
                    <a:chOff x="6069121" y="2532011"/>
                    <a:chExt cx="189955" cy="89171"/>
                  </a:xfrm>
                </p:grpSpPr>
                <p:sp>
                  <p:nvSpPr>
                    <p:cNvPr id="1073" name="Google Shape;1865;p65">
                      <a:extLst>
                        <a:ext uri="{FF2B5EF4-FFF2-40B4-BE49-F238E27FC236}">
                          <a16:creationId xmlns:a16="http://schemas.microsoft.com/office/drawing/2014/main" id="{6FB8595B-9EB7-6B09-0A45-324C4E779F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69121" y="2534638"/>
                      <a:ext cx="152341" cy="865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2341" h="86544" extrusionOk="0">
                          <a:moveTo>
                            <a:pt x="152341" y="14538"/>
                          </a:moveTo>
                          <a:cubicBezTo>
                            <a:pt x="152341" y="14538"/>
                            <a:pt x="151151" y="13995"/>
                            <a:pt x="148989" y="13109"/>
                          </a:cubicBezTo>
                          <a:cubicBezTo>
                            <a:pt x="146817" y="12223"/>
                            <a:pt x="143655" y="11013"/>
                            <a:pt x="139664" y="9699"/>
                          </a:cubicBezTo>
                          <a:cubicBezTo>
                            <a:pt x="131710" y="7042"/>
                            <a:pt x="120518" y="3917"/>
                            <a:pt x="107469" y="1917"/>
                          </a:cubicBezTo>
                          <a:cubicBezTo>
                            <a:pt x="94410" y="-55"/>
                            <a:pt x="79475" y="-893"/>
                            <a:pt x="63883" y="1298"/>
                          </a:cubicBezTo>
                          <a:cubicBezTo>
                            <a:pt x="56063" y="2441"/>
                            <a:pt x="48119" y="4270"/>
                            <a:pt x="40165" y="7165"/>
                          </a:cubicBezTo>
                          <a:cubicBezTo>
                            <a:pt x="32203" y="10070"/>
                            <a:pt x="24230" y="14042"/>
                            <a:pt x="16458" y="19376"/>
                          </a:cubicBezTo>
                          <a:cubicBezTo>
                            <a:pt x="8695" y="24682"/>
                            <a:pt x="3837" y="30635"/>
                            <a:pt x="1561" y="36817"/>
                          </a:cubicBezTo>
                          <a:cubicBezTo>
                            <a:pt x="-716" y="42979"/>
                            <a:pt x="-430" y="49371"/>
                            <a:pt x="1951" y="55486"/>
                          </a:cubicBezTo>
                          <a:cubicBezTo>
                            <a:pt x="6685" y="67744"/>
                            <a:pt x="20011" y="78584"/>
                            <a:pt x="37270" y="83642"/>
                          </a:cubicBezTo>
                          <a:cubicBezTo>
                            <a:pt x="54605" y="88595"/>
                            <a:pt x="75760" y="87709"/>
                            <a:pt x="96258" y="77079"/>
                          </a:cubicBezTo>
                          <a:cubicBezTo>
                            <a:pt x="106507" y="71793"/>
                            <a:pt x="116546" y="64192"/>
                            <a:pt x="126024" y="53838"/>
                          </a:cubicBezTo>
                          <a:cubicBezTo>
                            <a:pt x="135501" y="43503"/>
                            <a:pt x="144350" y="30483"/>
                            <a:pt x="152341" y="14538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4" name="Google Shape;1866;p65">
                      <a:extLst>
                        <a:ext uri="{FF2B5EF4-FFF2-40B4-BE49-F238E27FC236}">
                          <a16:creationId xmlns:a16="http://schemas.microsoft.com/office/drawing/2014/main" id="{B292FC8C-532B-697F-F182-81DF33E3AA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69872" y="2532011"/>
                      <a:ext cx="189204" cy="874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9204" h="87487" extrusionOk="0">
                          <a:moveTo>
                            <a:pt x="99269" y="33299"/>
                          </a:moveTo>
                          <a:cubicBezTo>
                            <a:pt x="99269" y="33299"/>
                            <a:pt x="87792" y="36643"/>
                            <a:pt x="76086" y="39805"/>
                          </a:cubicBezTo>
                          <a:cubicBezTo>
                            <a:pt x="70228" y="41415"/>
                            <a:pt x="64399" y="42863"/>
                            <a:pt x="59969" y="43986"/>
                          </a:cubicBezTo>
                          <a:cubicBezTo>
                            <a:pt x="55540" y="45082"/>
                            <a:pt x="52587" y="45815"/>
                            <a:pt x="52587" y="45815"/>
                          </a:cubicBezTo>
                          <a:cubicBezTo>
                            <a:pt x="52587" y="45815"/>
                            <a:pt x="49682" y="56150"/>
                            <a:pt x="46911" y="66589"/>
                          </a:cubicBezTo>
                          <a:cubicBezTo>
                            <a:pt x="45520" y="71799"/>
                            <a:pt x="44158" y="77048"/>
                            <a:pt x="43158" y="80953"/>
                          </a:cubicBezTo>
                          <a:cubicBezTo>
                            <a:pt x="42167" y="84868"/>
                            <a:pt x="41500" y="87487"/>
                            <a:pt x="41500" y="87487"/>
                          </a:cubicBezTo>
                          <a:cubicBezTo>
                            <a:pt x="40519" y="87278"/>
                            <a:pt x="39557" y="87058"/>
                            <a:pt x="38595" y="86820"/>
                          </a:cubicBezTo>
                          <a:cubicBezTo>
                            <a:pt x="38595" y="86820"/>
                            <a:pt x="39243" y="84296"/>
                            <a:pt x="40205" y="80515"/>
                          </a:cubicBezTo>
                          <a:cubicBezTo>
                            <a:pt x="41196" y="76733"/>
                            <a:pt x="42529" y="71685"/>
                            <a:pt x="43853" y="66646"/>
                          </a:cubicBezTo>
                          <a:cubicBezTo>
                            <a:pt x="46539" y="56588"/>
                            <a:pt x="49349" y="46615"/>
                            <a:pt x="49349" y="46615"/>
                          </a:cubicBezTo>
                          <a:cubicBezTo>
                            <a:pt x="49349" y="46615"/>
                            <a:pt x="46349" y="47330"/>
                            <a:pt x="41843" y="48406"/>
                          </a:cubicBezTo>
                          <a:cubicBezTo>
                            <a:pt x="37347" y="49435"/>
                            <a:pt x="31318" y="50787"/>
                            <a:pt x="25251" y="52102"/>
                          </a:cubicBezTo>
                          <a:cubicBezTo>
                            <a:pt x="19183" y="53407"/>
                            <a:pt x="13049" y="54712"/>
                            <a:pt x="8477" y="55578"/>
                          </a:cubicBezTo>
                          <a:cubicBezTo>
                            <a:pt x="3877" y="56455"/>
                            <a:pt x="819" y="57045"/>
                            <a:pt x="819" y="57045"/>
                          </a:cubicBezTo>
                          <a:cubicBezTo>
                            <a:pt x="495" y="56112"/>
                            <a:pt x="219" y="55188"/>
                            <a:pt x="0" y="54245"/>
                          </a:cubicBezTo>
                          <a:cubicBezTo>
                            <a:pt x="0" y="54245"/>
                            <a:pt x="3753" y="53530"/>
                            <a:pt x="9392" y="52445"/>
                          </a:cubicBezTo>
                          <a:cubicBezTo>
                            <a:pt x="14992" y="51378"/>
                            <a:pt x="22498" y="49787"/>
                            <a:pt x="29908" y="48158"/>
                          </a:cubicBezTo>
                          <a:cubicBezTo>
                            <a:pt x="44739" y="44967"/>
                            <a:pt x="59341" y="41253"/>
                            <a:pt x="59341" y="41253"/>
                          </a:cubicBezTo>
                          <a:cubicBezTo>
                            <a:pt x="59341" y="41253"/>
                            <a:pt x="57226" y="39710"/>
                            <a:pt x="54054" y="37405"/>
                          </a:cubicBezTo>
                          <a:cubicBezTo>
                            <a:pt x="50883" y="35090"/>
                            <a:pt x="46720" y="31890"/>
                            <a:pt x="42519" y="28737"/>
                          </a:cubicBezTo>
                          <a:cubicBezTo>
                            <a:pt x="38319" y="25603"/>
                            <a:pt x="34176" y="22346"/>
                            <a:pt x="31070" y="19907"/>
                          </a:cubicBezTo>
                          <a:cubicBezTo>
                            <a:pt x="27965" y="17469"/>
                            <a:pt x="25889" y="15840"/>
                            <a:pt x="25889" y="15840"/>
                          </a:cubicBezTo>
                          <a:cubicBezTo>
                            <a:pt x="26746" y="15383"/>
                            <a:pt x="27613" y="14935"/>
                            <a:pt x="28470" y="14507"/>
                          </a:cubicBezTo>
                          <a:cubicBezTo>
                            <a:pt x="28470" y="14507"/>
                            <a:pt x="30585" y="16164"/>
                            <a:pt x="33757" y="18659"/>
                          </a:cubicBezTo>
                          <a:cubicBezTo>
                            <a:pt x="35347" y="19907"/>
                            <a:pt x="37195" y="21355"/>
                            <a:pt x="39176" y="22908"/>
                          </a:cubicBezTo>
                          <a:cubicBezTo>
                            <a:pt x="41186" y="24422"/>
                            <a:pt x="43320" y="26041"/>
                            <a:pt x="45463" y="27661"/>
                          </a:cubicBezTo>
                          <a:cubicBezTo>
                            <a:pt x="49749" y="30880"/>
                            <a:pt x="53997" y="34147"/>
                            <a:pt x="57264" y="36481"/>
                          </a:cubicBezTo>
                          <a:cubicBezTo>
                            <a:pt x="60503" y="38843"/>
                            <a:pt x="62665" y="40415"/>
                            <a:pt x="62665" y="40415"/>
                          </a:cubicBezTo>
                          <a:cubicBezTo>
                            <a:pt x="62665" y="40415"/>
                            <a:pt x="65722" y="39633"/>
                            <a:pt x="70304" y="38452"/>
                          </a:cubicBezTo>
                          <a:cubicBezTo>
                            <a:pt x="74857" y="37290"/>
                            <a:pt x="80972" y="35604"/>
                            <a:pt x="87011" y="33919"/>
                          </a:cubicBezTo>
                          <a:cubicBezTo>
                            <a:pt x="93059" y="32223"/>
                            <a:pt x="99050" y="30509"/>
                            <a:pt x="103537" y="29166"/>
                          </a:cubicBezTo>
                          <a:cubicBezTo>
                            <a:pt x="108023" y="27803"/>
                            <a:pt x="111014" y="26899"/>
                            <a:pt x="111014" y="26899"/>
                          </a:cubicBezTo>
                          <a:cubicBezTo>
                            <a:pt x="111014" y="26899"/>
                            <a:pt x="108937" y="25432"/>
                            <a:pt x="105823" y="23222"/>
                          </a:cubicBezTo>
                          <a:cubicBezTo>
                            <a:pt x="102737" y="20974"/>
                            <a:pt x="98612" y="17974"/>
                            <a:pt x="94498" y="14973"/>
                          </a:cubicBezTo>
                          <a:cubicBezTo>
                            <a:pt x="90392" y="11954"/>
                            <a:pt x="86335" y="8849"/>
                            <a:pt x="83277" y="6553"/>
                          </a:cubicBezTo>
                          <a:cubicBezTo>
                            <a:pt x="81753" y="5401"/>
                            <a:pt x="80477" y="4439"/>
                            <a:pt x="79581" y="3772"/>
                          </a:cubicBezTo>
                          <a:cubicBezTo>
                            <a:pt x="78686" y="3105"/>
                            <a:pt x="78191" y="2705"/>
                            <a:pt x="78191" y="2705"/>
                          </a:cubicBezTo>
                          <a:cubicBezTo>
                            <a:pt x="79619" y="2676"/>
                            <a:pt x="81058" y="2648"/>
                            <a:pt x="82477" y="2648"/>
                          </a:cubicBezTo>
                          <a:cubicBezTo>
                            <a:pt x="82477" y="2648"/>
                            <a:pt x="84439" y="4134"/>
                            <a:pt x="87392" y="6353"/>
                          </a:cubicBezTo>
                          <a:cubicBezTo>
                            <a:pt x="90345" y="8563"/>
                            <a:pt x="94250" y="11573"/>
                            <a:pt x="98250" y="14440"/>
                          </a:cubicBezTo>
                          <a:cubicBezTo>
                            <a:pt x="102232" y="17326"/>
                            <a:pt x="106194" y="20241"/>
                            <a:pt x="109195" y="22384"/>
                          </a:cubicBezTo>
                          <a:cubicBezTo>
                            <a:pt x="112204" y="24508"/>
                            <a:pt x="114214" y="25917"/>
                            <a:pt x="114214" y="25917"/>
                          </a:cubicBezTo>
                          <a:cubicBezTo>
                            <a:pt x="114214" y="25917"/>
                            <a:pt x="116281" y="25279"/>
                            <a:pt x="119367" y="24308"/>
                          </a:cubicBezTo>
                          <a:cubicBezTo>
                            <a:pt x="122463" y="23336"/>
                            <a:pt x="126549" y="22050"/>
                            <a:pt x="130645" y="20698"/>
                          </a:cubicBezTo>
                          <a:cubicBezTo>
                            <a:pt x="138846" y="18002"/>
                            <a:pt x="146933" y="15221"/>
                            <a:pt x="146933" y="15221"/>
                          </a:cubicBezTo>
                          <a:cubicBezTo>
                            <a:pt x="146933" y="15221"/>
                            <a:pt x="149542" y="14316"/>
                            <a:pt x="153457" y="12963"/>
                          </a:cubicBezTo>
                          <a:cubicBezTo>
                            <a:pt x="157382" y="11573"/>
                            <a:pt x="162582" y="9696"/>
                            <a:pt x="167745" y="7801"/>
                          </a:cubicBezTo>
                          <a:cubicBezTo>
                            <a:pt x="172907" y="5905"/>
                            <a:pt x="178032" y="3981"/>
                            <a:pt x="181889" y="2486"/>
                          </a:cubicBezTo>
                          <a:cubicBezTo>
                            <a:pt x="185728" y="991"/>
                            <a:pt x="188281" y="0"/>
                            <a:pt x="188281" y="0"/>
                          </a:cubicBezTo>
                          <a:lnTo>
                            <a:pt x="189205" y="2457"/>
                          </a:lnTo>
                          <a:cubicBezTo>
                            <a:pt x="189205" y="2457"/>
                            <a:pt x="186823" y="3391"/>
                            <a:pt x="183251" y="4782"/>
                          </a:cubicBezTo>
                          <a:cubicBezTo>
                            <a:pt x="179680" y="6163"/>
                            <a:pt x="174860" y="8020"/>
                            <a:pt x="170059" y="9782"/>
                          </a:cubicBezTo>
                          <a:cubicBezTo>
                            <a:pt x="160448" y="13345"/>
                            <a:pt x="150667" y="16783"/>
                            <a:pt x="150667" y="16783"/>
                          </a:cubicBezTo>
                          <a:cubicBezTo>
                            <a:pt x="150667" y="16783"/>
                            <a:pt x="138789" y="20917"/>
                            <a:pt x="126654" y="24860"/>
                          </a:cubicBezTo>
                          <a:cubicBezTo>
                            <a:pt x="114595" y="28746"/>
                            <a:pt x="102289" y="32404"/>
                            <a:pt x="102289" y="32404"/>
                          </a:cubicBezTo>
                          <a:cubicBezTo>
                            <a:pt x="102289" y="32404"/>
                            <a:pt x="99717" y="44444"/>
                            <a:pt x="97345" y="56626"/>
                          </a:cubicBezTo>
                          <a:cubicBezTo>
                            <a:pt x="96155" y="62713"/>
                            <a:pt x="95002" y="68828"/>
                            <a:pt x="94174" y="73390"/>
                          </a:cubicBezTo>
                          <a:cubicBezTo>
                            <a:pt x="93355" y="77972"/>
                            <a:pt x="92802" y="81029"/>
                            <a:pt x="92802" y="81029"/>
                          </a:cubicBezTo>
                          <a:cubicBezTo>
                            <a:pt x="91745" y="81534"/>
                            <a:pt x="90688" y="82010"/>
                            <a:pt x="89621" y="82458"/>
                          </a:cubicBezTo>
                          <a:cubicBezTo>
                            <a:pt x="89621" y="82458"/>
                            <a:pt x="90173" y="79372"/>
                            <a:pt x="91011" y="74743"/>
                          </a:cubicBezTo>
                          <a:cubicBezTo>
                            <a:pt x="91849" y="70123"/>
                            <a:pt x="93031" y="63922"/>
                            <a:pt x="94231" y="57788"/>
                          </a:cubicBezTo>
                          <a:cubicBezTo>
                            <a:pt x="96669" y="45463"/>
                            <a:pt x="99269" y="33299"/>
                            <a:pt x="99269" y="33299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55" name="Google Shape;1867;p65">
                    <a:extLst>
                      <a:ext uri="{FF2B5EF4-FFF2-40B4-BE49-F238E27FC236}">
                        <a16:creationId xmlns:a16="http://schemas.microsoft.com/office/drawing/2014/main" id="{347DA832-8DAB-61B4-7C51-F73609D60B92}"/>
                      </a:ext>
                    </a:extLst>
                  </p:cNvPr>
                  <p:cNvGrpSpPr/>
                  <p:nvPr/>
                </p:nvGrpSpPr>
                <p:grpSpPr>
                  <a:xfrm>
                    <a:off x="6105663" y="2235462"/>
                    <a:ext cx="82301" cy="175353"/>
                    <a:chOff x="6105663" y="2235462"/>
                    <a:chExt cx="82301" cy="175353"/>
                  </a:xfrm>
                </p:grpSpPr>
                <p:sp>
                  <p:nvSpPr>
                    <p:cNvPr id="1071" name="Google Shape;1868;p65">
                      <a:extLst>
                        <a:ext uri="{FF2B5EF4-FFF2-40B4-BE49-F238E27FC236}">
                          <a16:creationId xmlns:a16="http://schemas.microsoft.com/office/drawing/2014/main" id="{C20D1051-21CF-05FC-1F14-D769DAE9C3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05663" y="2235462"/>
                      <a:ext cx="82301" cy="1365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2301" h="136529" extrusionOk="0">
                          <a:moveTo>
                            <a:pt x="14111" y="136529"/>
                          </a:moveTo>
                          <a:cubicBezTo>
                            <a:pt x="14111" y="136529"/>
                            <a:pt x="11587" y="132386"/>
                            <a:pt x="8548" y="125290"/>
                          </a:cubicBezTo>
                          <a:cubicBezTo>
                            <a:pt x="7100" y="121680"/>
                            <a:pt x="5548" y="117336"/>
                            <a:pt x="4138" y="112412"/>
                          </a:cubicBezTo>
                          <a:cubicBezTo>
                            <a:pt x="2671" y="107526"/>
                            <a:pt x="1557" y="101925"/>
                            <a:pt x="814" y="95962"/>
                          </a:cubicBezTo>
                          <a:cubicBezTo>
                            <a:pt x="443" y="92981"/>
                            <a:pt x="176" y="89895"/>
                            <a:pt x="42" y="86742"/>
                          </a:cubicBezTo>
                          <a:cubicBezTo>
                            <a:pt x="-62" y="83570"/>
                            <a:pt x="33" y="80275"/>
                            <a:pt x="262" y="76960"/>
                          </a:cubicBezTo>
                          <a:cubicBezTo>
                            <a:pt x="490" y="73636"/>
                            <a:pt x="890" y="70264"/>
                            <a:pt x="1481" y="66863"/>
                          </a:cubicBezTo>
                          <a:cubicBezTo>
                            <a:pt x="1776" y="65158"/>
                            <a:pt x="2119" y="63453"/>
                            <a:pt x="2519" y="61739"/>
                          </a:cubicBezTo>
                          <a:cubicBezTo>
                            <a:pt x="2948" y="60005"/>
                            <a:pt x="3433" y="58272"/>
                            <a:pt x="3976" y="56538"/>
                          </a:cubicBezTo>
                          <a:cubicBezTo>
                            <a:pt x="6129" y="49595"/>
                            <a:pt x="9177" y="42622"/>
                            <a:pt x="13320" y="35783"/>
                          </a:cubicBezTo>
                          <a:cubicBezTo>
                            <a:pt x="14349" y="34059"/>
                            <a:pt x="15473" y="32392"/>
                            <a:pt x="16616" y="30649"/>
                          </a:cubicBezTo>
                          <a:cubicBezTo>
                            <a:pt x="17664" y="28763"/>
                            <a:pt x="18769" y="26877"/>
                            <a:pt x="19959" y="25011"/>
                          </a:cubicBezTo>
                          <a:cubicBezTo>
                            <a:pt x="22340" y="21277"/>
                            <a:pt x="25017" y="17591"/>
                            <a:pt x="28036" y="13981"/>
                          </a:cubicBezTo>
                          <a:cubicBezTo>
                            <a:pt x="34066" y="6770"/>
                            <a:pt x="40457" y="2522"/>
                            <a:pt x="46848" y="846"/>
                          </a:cubicBezTo>
                          <a:cubicBezTo>
                            <a:pt x="50039" y="7"/>
                            <a:pt x="53230" y="-193"/>
                            <a:pt x="56364" y="179"/>
                          </a:cubicBezTo>
                          <a:cubicBezTo>
                            <a:pt x="57145" y="274"/>
                            <a:pt x="57926" y="407"/>
                            <a:pt x="58697" y="569"/>
                          </a:cubicBezTo>
                          <a:lnTo>
                            <a:pt x="59279" y="703"/>
                          </a:lnTo>
                          <a:cubicBezTo>
                            <a:pt x="59469" y="741"/>
                            <a:pt x="59678" y="817"/>
                            <a:pt x="59831" y="798"/>
                          </a:cubicBezTo>
                          <a:cubicBezTo>
                            <a:pt x="60155" y="808"/>
                            <a:pt x="60479" y="827"/>
                            <a:pt x="60793" y="855"/>
                          </a:cubicBezTo>
                          <a:cubicBezTo>
                            <a:pt x="62069" y="950"/>
                            <a:pt x="63298" y="1150"/>
                            <a:pt x="64479" y="1455"/>
                          </a:cubicBezTo>
                          <a:cubicBezTo>
                            <a:pt x="66841" y="2046"/>
                            <a:pt x="68994" y="3027"/>
                            <a:pt x="70918" y="4370"/>
                          </a:cubicBezTo>
                          <a:cubicBezTo>
                            <a:pt x="71880" y="5037"/>
                            <a:pt x="72775" y="5799"/>
                            <a:pt x="73614" y="6646"/>
                          </a:cubicBezTo>
                          <a:cubicBezTo>
                            <a:pt x="74033" y="7065"/>
                            <a:pt x="74433" y="7513"/>
                            <a:pt x="74823" y="7980"/>
                          </a:cubicBezTo>
                          <a:cubicBezTo>
                            <a:pt x="75233" y="8437"/>
                            <a:pt x="75633" y="8913"/>
                            <a:pt x="76004" y="9418"/>
                          </a:cubicBezTo>
                          <a:cubicBezTo>
                            <a:pt x="77519" y="11418"/>
                            <a:pt x="78776" y="13742"/>
                            <a:pt x="79738" y="16381"/>
                          </a:cubicBezTo>
                          <a:cubicBezTo>
                            <a:pt x="80700" y="19019"/>
                            <a:pt x="81348" y="21972"/>
                            <a:pt x="81843" y="25134"/>
                          </a:cubicBezTo>
                          <a:cubicBezTo>
                            <a:pt x="83529" y="37898"/>
                            <a:pt x="80729" y="55109"/>
                            <a:pt x="70718" y="74693"/>
                          </a:cubicBezTo>
                          <a:cubicBezTo>
                            <a:pt x="65727" y="84447"/>
                            <a:pt x="58859" y="94810"/>
                            <a:pt x="49620" y="105297"/>
                          </a:cubicBezTo>
                          <a:cubicBezTo>
                            <a:pt x="40381" y="115774"/>
                            <a:pt x="28770" y="126414"/>
                            <a:pt x="14111" y="136529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2" name="Google Shape;1869;p65">
                      <a:extLst>
                        <a:ext uri="{FF2B5EF4-FFF2-40B4-BE49-F238E27FC236}">
                          <a16:creationId xmlns:a16="http://schemas.microsoft.com/office/drawing/2014/main" id="{233C2C64-2B94-9DA6-DD23-5AA8BA4F06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06210" y="2236384"/>
                      <a:ext cx="81676" cy="1744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1676" h="174431" extrusionOk="0">
                          <a:moveTo>
                            <a:pt x="27556" y="85173"/>
                          </a:moveTo>
                          <a:cubicBezTo>
                            <a:pt x="27556" y="85173"/>
                            <a:pt x="27775" y="84506"/>
                            <a:pt x="28175" y="83334"/>
                          </a:cubicBezTo>
                          <a:cubicBezTo>
                            <a:pt x="28575" y="82163"/>
                            <a:pt x="29156" y="80486"/>
                            <a:pt x="29851" y="78476"/>
                          </a:cubicBezTo>
                          <a:cubicBezTo>
                            <a:pt x="31242" y="74466"/>
                            <a:pt x="33137" y="69170"/>
                            <a:pt x="35071" y="63932"/>
                          </a:cubicBezTo>
                          <a:cubicBezTo>
                            <a:pt x="37014" y="58693"/>
                            <a:pt x="38957" y="53540"/>
                            <a:pt x="40567" y="49644"/>
                          </a:cubicBezTo>
                          <a:cubicBezTo>
                            <a:pt x="42158" y="45787"/>
                            <a:pt x="43215" y="43205"/>
                            <a:pt x="43215" y="43205"/>
                          </a:cubicBezTo>
                          <a:cubicBezTo>
                            <a:pt x="43215" y="43205"/>
                            <a:pt x="45634" y="42291"/>
                            <a:pt x="49263" y="40919"/>
                          </a:cubicBezTo>
                          <a:cubicBezTo>
                            <a:pt x="52892" y="39538"/>
                            <a:pt x="57674" y="37681"/>
                            <a:pt x="62493" y="35757"/>
                          </a:cubicBezTo>
                          <a:cubicBezTo>
                            <a:pt x="72161" y="31918"/>
                            <a:pt x="81677" y="27908"/>
                            <a:pt x="81677" y="27908"/>
                          </a:cubicBezTo>
                          <a:cubicBezTo>
                            <a:pt x="81629" y="27175"/>
                            <a:pt x="81572" y="26451"/>
                            <a:pt x="81496" y="25737"/>
                          </a:cubicBezTo>
                          <a:cubicBezTo>
                            <a:pt x="81496" y="25737"/>
                            <a:pt x="79191" y="26689"/>
                            <a:pt x="75733" y="28127"/>
                          </a:cubicBezTo>
                          <a:cubicBezTo>
                            <a:pt x="72285" y="29547"/>
                            <a:pt x="67599" y="31452"/>
                            <a:pt x="62998" y="33271"/>
                          </a:cubicBezTo>
                          <a:cubicBezTo>
                            <a:pt x="53769" y="36938"/>
                            <a:pt x="44396" y="40424"/>
                            <a:pt x="44396" y="40424"/>
                          </a:cubicBezTo>
                          <a:cubicBezTo>
                            <a:pt x="44396" y="40424"/>
                            <a:pt x="45491" y="37862"/>
                            <a:pt x="47130" y="34014"/>
                          </a:cubicBezTo>
                          <a:cubicBezTo>
                            <a:pt x="47968" y="32109"/>
                            <a:pt x="48939" y="29889"/>
                            <a:pt x="49978" y="27508"/>
                          </a:cubicBezTo>
                          <a:cubicBezTo>
                            <a:pt x="50501" y="26327"/>
                            <a:pt x="51054" y="25108"/>
                            <a:pt x="51606" y="23870"/>
                          </a:cubicBezTo>
                          <a:cubicBezTo>
                            <a:pt x="52187" y="22631"/>
                            <a:pt x="52778" y="21365"/>
                            <a:pt x="53368" y="20107"/>
                          </a:cubicBezTo>
                          <a:cubicBezTo>
                            <a:pt x="58112" y="10030"/>
                            <a:pt x="63094" y="352"/>
                            <a:pt x="63094" y="352"/>
                          </a:cubicBezTo>
                          <a:cubicBezTo>
                            <a:pt x="62370" y="200"/>
                            <a:pt x="61627" y="86"/>
                            <a:pt x="60865" y="0"/>
                          </a:cubicBezTo>
                          <a:cubicBezTo>
                            <a:pt x="60865" y="0"/>
                            <a:pt x="59350" y="2991"/>
                            <a:pt x="57083" y="7477"/>
                          </a:cubicBezTo>
                          <a:cubicBezTo>
                            <a:pt x="54835" y="11992"/>
                            <a:pt x="51873" y="18078"/>
                            <a:pt x="48987" y="24289"/>
                          </a:cubicBezTo>
                          <a:cubicBezTo>
                            <a:pt x="46120" y="30480"/>
                            <a:pt x="43491" y="36719"/>
                            <a:pt x="41481" y="41472"/>
                          </a:cubicBezTo>
                          <a:cubicBezTo>
                            <a:pt x="39510" y="46244"/>
                            <a:pt x="38195" y="49425"/>
                            <a:pt x="38195" y="49425"/>
                          </a:cubicBezTo>
                          <a:cubicBezTo>
                            <a:pt x="38195" y="49425"/>
                            <a:pt x="37081" y="47806"/>
                            <a:pt x="35414" y="45368"/>
                          </a:cubicBezTo>
                          <a:cubicBezTo>
                            <a:pt x="34576" y="44148"/>
                            <a:pt x="33604" y="42739"/>
                            <a:pt x="32556" y="41215"/>
                          </a:cubicBezTo>
                          <a:cubicBezTo>
                            <a:pt x="32042" y="40453"/>
                            <a:pt x="31480" y="39681"/>
                            <a:pt x="30956" y="38871"/>
                          </a:cubicBezTo>
                          <a:cubicBezTo>
                            <a:pt x="30442" y="38062"/>
                            <a:pt x="29908" y="37243"/>
                            <a:pt x="29385" y="36424"/>
                          </a:cubicBezTo>
                          <a:cubicBezTo>
                            <a:pt x="27280" y="33147"/>
                            <a:pt x="25165" y="29870"/>
                            <a:pt x="23584" y="27413"/>
                          </a:cubicBezTo>
                          <a:cubicBezTo>
                            <a:pt x="21688" y="24508"/>
                            <a:pt x="20422" y="22574"/>
                            <a:pt x="20422" y="22574"/>
                          </a:cubicBezTo>
                          <a:cubicBezTo>
                            <a:pt x="19888" y="23384"/>
                            <a:pt x="19364" y="24194"/>
                            <a:pt x="18859" y="25013"/>
                          </a:cubicBezTo>
                          <a:cubicBezTo>
                            <a:pt x="18859" y="25013"/>
                            <a:pt x="20088" y="26899"/>
                            <a:pt x="21926" y="29728"/>
                          </a:cubicBezTo>
                          <a:cubicBezTo>
                            <a:pt x="23555" y="32261"/>
                            <a:pt x="25727" y="35633"/>
                            <a:pt x="27899" y="39005"/>
                          </a:cubicBezTo>
                          <a:cubicBezTo>
                            <a:pt x="28956" y="40710"/>
                            <a:pt x="30137" y="42358"/>
                            <a:pt x="31204" y="43920"/>
                          </a:cubicBezTo>
                          <a:cubicBezTo>
                            <a:pt x="32280" y="45482"/>
                            <a:pt x="33280" y="46939"/>
                            <a:pt x="34147" y="48196"/>
                          </a:cubicBezTo>
                          <a:cubicBezTo>
                            <a:pt x="35862" y="50702"/>
                            <a:pt x="37014" y="52378"/>
                            <a:pt x="37014" y="52378"/>
                          </a:cubicBezTo>
                          <a:cubicBezTo>
                            <a:pt x="37014" y="52378"/>
                            <a:pt x="36747" y="53054"/>
                            <a:pt x="36271" y="54245"/>
                          </a:cubicBezTo>
                          <a:cubicBezTo>
                            <a:pt x="35795" y="55435"/>
                            <a:pt x="35119" y="57131"/>
                            <a:pt x="34366" y="59160"/>
                          </a:cubicBezTo>
                          <a:cubicBezTo>
                            <a:pt x="32833" y="63227"/>
                            <a:pt x="30813" y="68685"/>
                            <a:pt x="28851" y="74219"/>
                          </a:cubicBezTo>
                          <a:cubicBezTo>
                            <a:pt x="26899" y="79743"/>
                            <a:pt x="24936" y="85373"/>
                            <a:pt x="23603" y="89564"/>
                          </a:cubicBezTo>
                          <a:cubicBezTo>
                            <a:pt x="22269" y="93774"/>
                            <a:pt x="21374" y="96583"/>
                            <a:pt x="21374" y="96583"/>
                          </a:cubicBezTo>
                          <a:cubicBezTo>
                            <a:pt x="21374" y="96583"/>
                            <a:pt x="20002" y="94898"/>
                            <a:pt x="17945" y="92383"/>
                          </a:cubicBezTo>
                          <a:cubicBezTo>
                            <a:pt x="15973" y="89811"/>
                            <a:pt x="13335" y="86392"/>
                            <a:pt x="10697" y="82963"/>
                          </a:cubicBezTo>
                          <a:cubicBezTo>
                            <a:pt x="9392" y="81248"/>
                            <a:pt x="8029" y="79562"/>
                            <a:pt x="6848" y="77924"/>
                          </a:cubicBezTo>
                          <a:cubicBezTo>
                            <a:pt x="5667" y="76295"/>
                            <a:pt x="4562" y="74771"/>
                            <a:pt x="3619" y="73466"/>
                          </a:cubicBezTo>
                          <a:cubicBezTo>
                            <a:pt x="1724" y="70856"/>
                            <a:pt x="467" y="69123"/>
                            <a:pt x="467" y="69123"/>
                          </a:cubicBezTo>
                          <a:cubicBezTo>
                            <a:pt x="286" y="70418"/>
                            <a:pt x="133" y="71704"/>
                            <a:pt x="0" y="72981"/>
                          </a:cubicBezTo>
                          <a:cubicBezTo>
                            <a:pt x="0" y="72981"/>
                            <a:pt x="1229" y="74676"/>
                            <a:pt x="3067" y="77210"/>
                          </a:cubicBezTo>
                          <a:cubicBezTo>
                            <a:pt x="4858" y="79772"/>
                            <a:pt x="7449" y="83077"/>
                            <a:pt x="10011" y="86401"/>
                          </a:cubicBezTo>
                          <a:cubicBezTo>
                            <a:pt x="11287" y="88068"/>
                            <a:pt x="12573" y="89725"/>
                            <a:pt x="13773" y="91288"/>
                          </a:cubicBezTo>
                          <a:cubicBezTo>
                            <a:pt x="14973" y="92850"/>
                            <a:pt x="16078" y="94316"/>
                            <a:pt x="17097" y="95526"/>
                          </a:cubicBezTo>
                          <a:cubicBezTo>
                            <a:pt x="19098" y="97974"/>
                            <a:pt x="20431" y="99612"/>
                            <a:pt x="20431" y="99612"/>
                          </a:cubicBezTo>
                          <a:cubicBezTo>
                            <a:pt x="20431" y="99612"/>
                            <a:pt x="18002" y="107471"/>
                            <a:pt x="15697" y="115491"/>
                          </a:cubicBezTo>
                          <a:cubicBezTo>
                            <a:pt x="14516" y="119510"/>
                            <a:pt x="13497" y="123473"/>
                            <a:pt x="12687" y="126492"/>
                          </a:cubicBezTo>
                          <a:cubicBezTo>
                            <a:pt x="11897" y="129511"/>
                            <a:pt x="11373" y="131521"/>
                            <a:pt x="11373" y="131521"/>
                          </a:cubicBezTo>
                          <a:cubicBezTo>
                            <a:pt x="11373" y="131521"/>
                            <a:pt x="10706" y="134141"/>
                            <a:pt x="9706" y="138065"/>
                          </a:cubicBezTo>
                          <a:cubicBezTo>
                            <a:pt x="8725" y="141999"/>
                            <a:pt x="7391" y="147314"/>
                            <a:pt x="6201" y="152600"/>
                          </a:cubicBezTo>
                          <a:cubicBezTo>
                            <a:pt x="3810" y="163154"/>
                            <a:pt x="1629" y="173936"/>
                            <a:pt x="1629" y="173936"/>
                          </a:cubicBezTo>
                          <a:lnTo>
                            <a:pt x="4200" y="174431"/>
                          </a:lnTo>
                          <a:cubicBezTo>
                            <a:pt x="4200" y="174431"/>
                            <a:pt x="6220" y="164363"/>
                            <a:pt x="8430" y="154505"/>
                          </a:cubicBezTo>
                          <a:cubicBezTo>
                            <a:pt x="8992" y="152048"/>
                            <a:pt x="9544" y="149590"/>
                            <a:pt x="10068" y="147285"/>
                          </a:cubicBezTo>
                          <a:cubicBezTo>
                            <a:pt x="10630" y="144971"/>
                            <a:pt x="11154" y="142818"/>
                            <a:pt x="11601" y="140970"/>
                          </a:cubicBezTo>
                          <a:cubicBezTo>
                            <a:pt x="12525" y="137293"/>
                            <a:pt x="13135" y="134845"/>
                            <a:pt x="13135" y="134845"/>
                          </a:cubicBezTo>
                          <a:cubicBezTo>
                            <a:pt x="13135" y="134845"/>
                            <a:pt x="13906" y="131874"/>
                            <a:pt x="15059" y="127406"/>
                          </a:cubicBezTo>
                          <a:cubicBezTo>
                            <a:pt x="15649" y="125197"/>
                            <a:pt x="16345" y="122615"/>
                            <a:pt x="17078" y="119844"/>
                          </a:cubicBezTo>
                          <a:cubicBezTo>
                            <a:pt x="17459" y="118472"/>
                            <a:pt x="17850" y="117053"/>
                            <a:pt x="18240" y="115605"/>
                          </a:cubicBezTo>
                          <a:cubicBezTo>
                            <a:pt x="18659" y="114157"/>
                            <a:pt x="19088" y="112681"/>
                            <a:pt x="19517" y="111214"/>
                          </a:cubicBezTo>
                          <a:cubicBezTo>
                            <a:pt x="22946" y="99441"/>
                            <a:pt x="26660" y="88021"/>
                            <a:pt x="26660" y="88021"/>
                          </a:cubicBezTo>
                          <a:cubicBezTo>
                            <a:pt x="26660" y="88021"/>
                            <a:pt x="38052" y="84068"/>
                            <a:pt x="49225" y="79867"/>
                          </a:cubicBezTo>
                          <a:cubicBezTo>
                            <a:pt x="54816" y="77772"/>
                            <a:pt x="60360" y="75638"/>
                            <a:pt x="64503" y="74009"/>
                          </a:cubicBezTo>
                          <a:cubicBezTo>
                            <a:pt x="68666" y="72352"/>
                            <a:pt x="71437" y="71247"/>
                            <a:pt x="71437" y="71247"/>
                          </a:cubicBezTo>
                          <a:cubicBezTo>
                            <a:pt x="71914" y="70247"/>
                            <a:pt x="72371" y="69266"/>
                            <a:pt x="72819" y="68285"/>
                          </a:cubicBezTo>
                          <a:cubicBezTo>
                            <a:pt x="72819" y="68285"/>
                            <a:pt x="70028" y="69390"/>
                            <a:pt x="65837" y="71057"/>
                          </a:cubicBezTo>
                          <a:cubicBezTo>
                            <a:pt x="61655" y="72704"/>
                            <a:pt x="56045" y="74857"/>
                            <a:pt x="50387" y="76971"/>
                          </a:cubicBezTo>
                          <a:cubicBezTo>
                            <a:pt x="39081" y="81191"/>
                            <a:pt x="27556" y="85173"/>
                            <a:pt x="27556" y="85173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56" name="Google Shape;1870;p65">
                    <a:extLst>
                      <a:ext uri="{FF2B5EF4-FFF2-40B4-BE49-F238E27FC236}">
                        <a16:creationId xmlns:a16="http://schemas.microsoft.com/office/drawing/2014/main" id="{C8FB8AB5-9B95-C7EB-525E-DD38A8A53271}"/>
                      </a:ext>
                    </a:extLst>
                  </p:cNvPr>
                  <p:cNvGrpSpPr/>
                  <p:nvPr/>
                </p:nvGrpSpPr>
                <p:grpSpPr>
                  <a:xfrm>
                    <a:off x="5954505" y="2432045"/>
                    <a:ext cx="196567" cy="85437"/>
                    <a:chOff x="5954505" y="2432045"/>
                    <a:chExt cx="196567" cy="85437"/>
                  </a:xfrm>
                </p:grpSpPr>
                <p:sp>
                  <p:nvSpPr>
                    <p:cNvPr id="1069" name="Google Shape;1871;p65">
                      <a:extLst>
                        <a:ext uri="{FF2B5EF4-FFF2-40B4-BE49-F238E27FC236}">
                          <a16:creationId xmlns:a16="http://schemas.microsoft.com/office/drawing/2014/main" id="{E257B48B-6FBE-A485-17D4-51F6628E4E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54505" y="2432045"/>
                      <a:ext cx="157163" cy="854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163" h="85437" extrusionOk="0">
                          <a:moveTo>
                            <a:pt x="157163" y="27642"/>
                          </a:moveTo>
                          <a:cubicBezTo>
                            <a:pt x="157163" y="27642"/>
                            <a:pt x="152810" y="24737"/>
                            <a:pt x="145247" y="20946"/>
                          </a:cubicBezTo>
                          <a:cubicBezTo>
                            <a:pt x="141494" y="19013"/>
                            <a:pt x="136989" y="16793"/>
                            <a:pt x="131779" y="14612"/>
                          </a:cubicBezTo>
                          <a:cubicBezTo>
                            <a:pt x="129188" y="13498"/>
                            <a:pt x="126388" y="12450"/>
                            <a:pt x="123521" y="11326"/>
                          </a:cubicBezTo>
                          <a:cubicBezTo>
                            <a:pt x="120635" y="10212"/>
                            <a:pt x="117606" y="9135"/>
                            <a:pt x="114434" y="8107"/>
                          </a:cubicBezTo>
                          <a:cubicBezTo>
                            <a:pt x="111262" y="7087"/>
                            <a:pt x="107947" y="6125"/>
                            <a:pt x="104518" y="5249"/>
                          </a:cubicBezTo>
                          <a:cubicBezTo>
                            <a:pt x="101108" y="4344"/>
                            <a:pt x="97613" y="3496"/>
                            <a:pt x="93984" y="2782"/>
                          </a:cubicBezTo>
                          <a:cubicBezTo>
                            <a:pt x="86754" y="1334"/>
                            <a:pt x="79001" y="458"/>
                            <a:pt x="71124" y="96"/>
                          </a:cubicBezTo>
                          <a:cubicBezTo>
                            <a:pt x="63199" y="-218"/>
                            <a:pt x="54950" y="220"/>
                            <a:pt x="46501" y="1687"/>
                          </a:cubicBezTo>
                          <a:cubicBezTo>
                            <a:pt x="38081" y="3135"/>
                            <a:pt x="29538" y="5525"/>
                            <a:pt x="20908" y="9373"/>
                          </a:cubicBezTo>
                          <a:cubicBezTo>
                            <a:pt x="12288" y="13202"/>
                            <a:pt x="6487" y="18222"/>
                            <a:pt x="3239" y="24004"/>
                          </a:cubicBezTo>
                          <a:cubicBezTo>
                            <a:pt x="1610" y="26890"/>
                            <a:pt x="620" y="29967"/>
                            <a:pt x="210" y="33157"/>
                          </a:cubicBezTo>
                          <a:cubicBezTo>
                            <a:pt x="10" y="34748"/>
                            <a:pt x="-47" y="36377"/>
                            <a:pt x="39" y="38015"/>
                          </a:cubicBezTo>
                          <a:cubicBezTo>
                            <a:pt x="124" y="39653"/>
                            <a:pt x="381" y="41273"/>
                            <a:pt x="753" y="42921"/>
                          </a:cubicBezTo>
                          <a:cubicBezTo>
                            <a:pt x="2267" y="49474"/>
                            <a:pt x="5916" y="56217"/>
                            <a:pt x="11316" y="62275"/>
                          </a:cubicBezTo>
                          <a:cubicBezTo>
                            <a:pt x="14040" y="65266"/>
                            <a:pt x="17184" y="68114"/>
                            <a:pt x="20689" y="70734"/>
                          </a:cubicBezTo>
                          <a:cubicBezTo>
                            <a:pt x="24194" y="73343"/>
                            <a:pt x="28023" y="75782"/>
                            <a:pt x="32233" y="77744"/>
                          </a:cubicBezTo>
                          <a:cubicBezTo>
                            <a:pt x="36424" y="79744"/>
                            <a:pt x="40901" y="81430"/>
                            <a:pt x="45597" y="82726"/>
                          </a:cubicBezTo>
                          <a:cubicBezTo>
                            <a:pt x="47949" y="83364"/>
                            <a:pt x="50340" y="83945"/>
                            <a:pt x="52807" y="84345"/>
                          </a:cubicBezTo>
                          <a:cubicBezTo>
                            <a:pt x="55274" y="84745"/>
                            <a:pt x="57789" y="85050"/>
                            <a:pt x="60351" y="85231"/>
                          </a:cubicBezTo>
                          <a:cubicBezTo>
                            <a:pt x="70581" y="85945"/>
                            <a:pt x="81363" y="84859"/>
                            <a:pt x="92393" y="81163"/>
                          </a:cubicBezTo>
                          <a:cubicBezTo>
                            <a:pt x="103404" y="77525"/>
                            <a:pt x="114520" y="71496"/>
                            <a:pt x="125407" y="62685"/>
                          </a:cubicBezTo>
                          <a:cubicBezTo>
                            <a:pt x="136265" y="53874"/>
                            <a:pt x="146914" y="42273"/>
                            <a:pt x="157163" y="27642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70" name="Google Shape;1872;p65">
                      <a:extLst>
                        <a:ext uri="{FF2B5EF4-FFF2-40B4-BE49-F238E27FC236}">
                          <a16:creationId xmlns:a16="http://schemas.microsoft.com/office/drawing/2014/main" id="{80EE5830-EEA8-DD73-9943-B1A53B7416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54610" y="2433532"/>
                      <a:ext cx="196462" cy="81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6462" h="81476" extrusionOk="0">
                          <a:moveTo>
                            <a:pt x="102632" y="34023"/>
                          </a:moveTo>
                          <a:cubicBezTo>
                            <a:pt x="102632" y="34023"/>
                            <a:pt x="101879" y="34119"/>
                            <a:pt x="100565" y="34280"/>
                          </a:cubicBezTo>
                          <a:cubicBezTo>
                            <a:pt x="99250" y="34433"/>
                            <a:pt x="97384" y="34643"/>
                            <a:pt x="95136" y="34900"/>
                          </a:cubicBezTo>
                          <a:cubicBezTo>
                            <a:pt x="90640" y="35404"/>
                            <a:pt x="84611" y="36043"/>
                            <a:pt x="78534" y="36633"/>
                          </a:cubicBezTo>
                          <a:cubicBezTo>
                            <a:pt x="72457" y="37214"/>
                            <a:pt x="66323" y="37776"/>
                            <a:pt x="61770" y="38062"/>
                          </a:cubicBezTo>
                          <a:cubicBezTo>
                            <a:pt x="57178" y="38367"/>
                            <a:pt x="54121" y="38576"/>
                            <a:pt x="54121" y="38576"/>
                          </a:cubicBezTo>
                          <a:cubicBezTo>
                            <a:pt x="54121" y="38576"/>
                            <a:pt x="49654" y="48425"/>
                            <a:pt x="45358" y="58407"/>
                          </a:cubicBezTo>
                          <a:cubicBezTo>
                            <a:pt x="41081" y="68304"/>
                            <a:pt x="36966" y="78353"/>
                            <a:pt x="36966" y="78353"/>
                          </a:cubicBezTo>
                          <a:cubicBezTo>
                            <a:pt x="36014" y="77972"/>
                            <a:pt x="35071" y="77581"/>
                            <a:pt x="34147" y="77162"/>
                          </a:cubicBezTo>
                          <a:cubicBezTo>
                            <a:pt x="34147" y="77162"/>
                            <a:pt x="35157" y="74752"/>
                            <a:pt x="36662" y="71123"/>
                          </a:cubicBezTo>
                          <a:cubicBezTo>
                            <a:pt x="38176" y="67504"/>
                            <a:pt x="40205" y="62722"/>
                            <a:pt x="42300" y="57893"/>
                          </a:cubicBezTo>
                          <a:cubicBezTo>
                            <a:pt x="46472" y="48263"/>
                            <a:pt x="50778" y="38767"/>
                            <a:pt x="50778" y="38767"/>
                          </a:cubicBezTo>
                          <a:cubicBezTo>
                            <a:pt x="50778" y="38767"/>
                            <a:pt x="47663" y="38948"/>
                            <a:pt x="42986" y="39205"/>
                          </a:cubicBezTo>
                          <a:cubicBezTo>
                            <a:pt x="38300" y="39453"/>
                            <a:pt x="32004" y="39786"/>
                            <a:pt x="25746" y="39910"/>
                          </a:cubicBezTo>
                          <a:cubicBezTo>
                            <a:pt x="13202" y="40243"/>
                            <a:pt x="419" y="40262"/>
                            <a:pt x="419" y="40262"/>
                          </a:cubicBezTo>
                          <a:cubicBezTo>
                            <a:pt x="228" y="39272"/>
                            <a:pt x="86" y="38291"/>
                            <a:pt x="0" y="37309"/>
                          </a:cubicBezTo>
                          <a:cubicBezTo>
                            <a:pt x="0" y="37309"/>
                            <a:pt x="15688" y="37319"/>
                            <a:pt x="31004" y="36833"/>
                          </a:cubicBezTo>
                          <a:cubicBezTo>
                            <a:pt x="34823" y="36738"/>
                            <a:pt x="38681" y="36547"/>
                            <a:pt x="42272" y="36357"/>
                          </a:cubicBezTo>
                          <a:cubicBezTo>
                            <a:pt x="45853" y="36157"/>
                            <a:pt x="49197" y="35966"/>
                            <a:pt x="52064" y="35805"/>
                          </a:cubicBezTo>
                          <a:cubicBezTo>
                            <a:pt x="57760" y="35433"/>
                            <a:pt x="61550" y="35185"/>
                            <a:pt x="61550" y="35185"/>
                          </a:cubicBezTo>
                          <a:cubicBezTo>
                            <a:pt x="61550" y="35185"/>
                            <a:pt x="59674" y="33261"/>
                            <a:pt x="56845" y="30375"/>
                          </a:cubicBezTo>
                          <a:cubicBezTo>
                            <a:pt x="54035" y="27480"/>
                            <a:pt x="50235" y="23670"/>
                            <a:pt x="46587" y="19669"/>
                          </a:cubicBezTo>
                          <a:cubicBezTo>
                            <a:pt x="42910" y="15697"/>
                            <a:pt x="39224" y="11725"/>
                            <a:pt x="36471" y="8744"/>
                          </a:cubicBezTo>
                          <a:cubicBezTo>
                            <a:pt x="35081" y="7268"/>
                            <a:pt x="33985" y="5953"/>
                            <a:pt x="33185" y="5077"/>
                          </a:cubicBezTo>
                          <a:cubicBezTo>
                            <a:pt x="32395" y="4181"/>
                            <a:pt x="31947" y="3667"/>
                            <a:pt x="31947" y="3667"/>
                          </a:cubicBezTo>
                          <a:cubicBezTo>
                            <a:pt x="32880" y="3372"/>
                            <a:pt x="33804" y="3096"/>
                            <a:pt x="34738" y="2829"/>
                          </a:cubicBezTo>
                          <a:cubicBezTo>
                            <a:pt x="34738" y="2829"/>
                            <a:pt x="35195" y="3353"/>
                            <a:pt x="36004" y="4267"/>
                          </a:cubicBezTo>
                          <a:cubicBezTo>
                            <a:pt x="36404" y="4724"/>
                            <a:pt x="36890" y="5277"/>
                            <a:pt x="37452" y="5915"/>
                          </a:cubicBezTo>
                          <a:cubicBezTo>
                            <a:pt x="38024" y="6534"/>
                            <a:pt x="38671" y="7230"/>
                            <a:pt x="39376" y="7992"/>
                          </a:cubicBezTo>
                          <a:cubicBezTo>
                            <a:pt x="42196" y="11030"/>
                            <a:pt x="45949" y="15088"/>
                            <a:pt x="49711" y="19136"/>
                          </a:cubicBezTo>
                          <a:cubicBezTo>
                            <a:pt x="50654" y="20145"/>
                            <a:pt x="51597" y="21155"/>
                            <a:pt x="52521" y="22146"/>
                          </a:cubicBezTo>
                          <a:cubicBezTo>
                            <a:pt x="53464" y="23117"/>
                            <a:pt x="54397" y="24070"/>
                            <a:pt x="55293" y="24994"/>
                          </a:cubicBezTo>
                          <a:cubicBezTo>
                            <a:pt x="57093" y="26842"/>
                            <a:pt x="58769" y="28556"/>
                            <a:pt x="60208" y="30032"/>
                          </a:cubicBezTo>
                          <a:cubicBezTo>
                            <a:pt x="63084" y="32976"/>
                            <a:pt x="65008" y="34938"/>
                            <a:pt x="65008" y="34938"/>
                          </a:cubicBezTo>
                          <a:cubicBezTo>
                            <a:pt x="65008" y="34938"/>
                            <a:pt x="65799" y="34881"/>
                            <a:pt x="67189" y="34776"/>
                          </a:cubicBezTo>
                          <a:cubicBezTo>
                            <a:pt x="68580" y="34671"/>
                            <a:pt x="70552" y="34528"/>
                            <a:pt x="72942" y="34300"/>
                          </a:cubicBezTo>
                          <a:cubicBezTo>
                            <a:pt x="77714" y="33871"/>
                            <a:pt x="84049" y="33252"/>
                            <a:pt x="90326" y="32585"/>
                          </a:cubicBezTo>
                          <a:cubicBezTo>
                            <a:pt x="96622" y="31899"/>
                            <a:pt x="102813" y="31223"/>
                            <a:pt x="107509" y="30575"/>
                          </a:cubicBezTo>
                          <a:cubicBezTo>
                            <a:pt x="112185" y="29937"/>
                            <a:pt x="115300" y="29518"/>
                            <a:pt x="115300" y="29518"/>
                          </a:cubicBezTo>
                          <a:cubicBezTo>
                            <a:pt x="115300" y="29518"/>
                            <a:pt x="113443" y="27727"/>
                            <a:pt x="110652" y="25051"/>
                          </a:cubicBezTo>
                          <a:cubicBezTo>
                            <a:pt x="107918" y="22298"/>
                            <a:pt x="104261" y="18631"/>
                            <a:pt x="100612" y="14964"/>
                          </a:cubicBezTo>
                          <a:cubicBezTo>
                            <a:pt x="98793" y="13116"/>
                            <a:pt x="96945" y="11316"/>
                            <a:pt x="95278" y="9544"/>
                          </a:cubicBezTo>
                          <a:cubicBezTo>
                            <a:pt x="93602" y="7772"/>
                            <a:pt x="92040" y="6125"/>
                            <a:pt x="90707" y="4715"/>
                          </a:cubicBezTo>
                          <a:cubicBezTo>
                            <a:pt x="88030" y="1886"/>
                            <a:pt x="86249" y="0"/>
                            <a:pt x="86249" y="0"/>
                          </a:cubicBezTo>
                          <a:cubicBezTo>
                            <a:pt x="87687" y="200"/>
                            <a:pt x="89116" y="429"/>
                            <a:pt x="90526" y="676"/>
                          </a:cubicBezTo>
                          <a:cubicBezTo>
                            <a:pt x="90526" y="676"/>
                            <a:pt x="92250" y="2496"/>
                            <a:pt x="94831" y="5229"/>
                          </a:cubicBezTo>
                          <a:cubicBezTo>
                            <a:pt x="96136" y="6582"/>
                            <a:pt x="97612" y="8211"/>
                            <a:pt x="99270" y="9858"/>
                          </a:cubicBezTo>
                          <a:cubicBezTo>
                            <a:pt x="100917" y="11516"/>
                            <a:pt x="102679" y="13287"/>
                            <a:pt x="104442" y="15059"/>
                          </a:cubicBezTo>
                          <a:cubicBezTo>
                            <a:pt x="106204" y="16831"/>
                            <a:pt x="107966" y="18602"/>
                            <a:pt x="109614" y="20260"/>
                          </a:cubicBezTo>
                          <a:cubicBezTo>
                            <a:pt x="111262" y="21917"/>
                            <a:pt x="112804" y="23470"/>
                            <a:pt x="114157" y="24755"/>
                          </a:cubicBezTo>
                          <a:cubicBezTo>
                            <a:pt x="116853" y="27346"/>
                            <a:pt x="118643" y="29070"/>
                            <a:pt x="118643" y="29070"/>
                          </a:cubicBezTo>
                          <a:cubicBezTo>
                            <a:pt x="118643" y="29070"/>
                            <a:pt x="127263" y="27851"/>
                            <a:pt x="135750" y="26489"/>
                          </a:cubicBezTo>
                          <a:cubicBezTo>
                            <a:pt x="140008" y="25803"/>
                            <a:pt x="144285" y="25041"/>
                            <a:pt x="147456" y="24479"/>
                          </a:cubicBezTo>
                          <a:cubicBezTo>
                            <a:pt x="150628" y="23908"/>
                            <a:pt x="152752" y="23527"/>
                            <a:pt x="152752" y="23527"/>
                          </a:cubicBezTo>
                          <a:cubicBezTo>
                            <a:pt x="152752" y="23527"/>
                            <a:pt x="155477" y="23022"/>
                            <a:pt x="159563" y="22260"/>
                          </a:cubicBezTo>
                          <a:cubicBezTo>
                            <a:pt x="163639" y="21488"/>
                            <a:pt x="169031" y="20450"/>
                            <a:pt x="174460" y="19288"/>
                          </a:cubicBezTo>
                          <a:cubicBezTo>
                            <a:pt x="185290" y="17012"/>
                            <a:pt x="195910" y="14535"/>
                            <a:pt x="195910" y="14535"/>
                          </a:cubicBezTo>
                          <a:lnTo>
                            <a:pt x="196463" y="17107"/>
                          </a:lnTo>
                          <a:cubicBezTo>
                            <a:pt x="196463" y="17107"/>
                            <a:pt x="186566" y="19421"/>
                            <a:pt x="176489" y="21565"/>
                          </a:cubicBezTo>
                          <a:cubicBezTo>
                            <a:pt x="166392" y="23765"/>
                            <a:pt x="156258" y="25622"/>
                            <a:pt x="156258" y="25622"/>
                          </a:cubicBezTo>
                          <a:cubicBezTo>
                            <a:pt x="156258" y="25622"/>
                            <a:pt x="153143" y="26194"/>
                            <a:pt x="148476" y="27051"/>
                          </a:cubicBezTo>
                          <a:cubicBezTo>
                            <a:pt x="143799" y="27880"/>
                            <a:pt x="137493" y="29013"/>
                            <a:pt x="131207" y="29985"/>
                          </a:cubicBezTo>
                          <a:cubicBezTo>
                            <a:pt x="118662" y="31947"/>
                            <a:pt x="105832" y="33614"/>
                            <a:pt x="105832" y="33614"/>
                          </a:cubicBezTo>
                          <a:cubicBezTo>
                            <a:pt x="105832" y="33614"/>
                            <a:pt x="101517" y="45168"/>
                            <a:pt x="97412" y="56931"/>
                          </a:cubicBezTo>
                          <a:cubicBezTo>
                            <a:pt x="95355" y="62798"/>
                            <a:pt x="93335" y="68732"/>
                            <a:pt x="91859" y="73171"/>
                          </a:cubicBezTo>
                          <a:cubicBezTo>
                            <a:pt x="90402" y="77600"/>
                            <a:pt x="89430" y="80553"/>
                            <a:pt x="89430" y="80553"/>
                          </a:cubicBezTo>
                          <a:cubicBezTo>
                            <a:pt x="88297" y="80886"/>
                            <a:pt x="87173" y="81191"/>
                            <a:pt x="86039" y="81477"/>
                          </a:cubicBezTo>
                          <a:cubicBezTo>
                            <a:pt x="86039" y="81477"/>
                            <a:pt x="87030" y="78486"/>
                            <a:pt x="88516" y="74000"/>
                          </a:cubicBezTo>
                          <a:cubicBezTo>
                            <a:pt x="90021" y="69494"/>
                            <a:pt x="92059" y="63522"/>
                            <a:pt x="94145" y="57588"/>
                          </a:cubicBezTo>
                          <a:cubicBezTo>
                            <a:pt x="98260" y="45701"/>
                            <a:pt x="102632" y="34023"/>
                            <a:pt x="102632" y="34023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57" name="Google Shape;1873;p65">
                    <a:extLst>
                      <a:ext uri="{FF2B5EF4-FFF2-40B4-BE49-F238E27FC236}">
                        <a16:creationId xmlns:a16="http://schemas.microsoft.com/office/drawing/2014/main" id="{2071B4FB-2384-B1DC-59FE-682B3153E52F}"/>
                      </a:ext>
                    </a:extLst>
                  </p:cNvPr>
                  <p:cNvGrpSpPr/>
                  <p:nvPr/>
                </p:nvGrpSpPr>
                <p:grpSpPr>
                  <a:xfrm>
                    <a:off x="6018644" y="2111587"/>
                    <a:ext cx="85750" cy="192985"/>
                    <a:chOff x="6018644" y="2111587"/>
                    <a:chExt cx="85750" cy="192985"/>
                  </a:xfrm>
                </p:grpSpPr>
                <p:sp>
                  <p:nvSpPr>
                    <p:cNvPr id="1067" name="Google Shape;1874;p65">
                      <a:extLst>
                        <a:ext uri="{FF2B5EF4-FFF2-40B4-BE49-F238E27FC236}">
                          <a16:creationId xmlns:a16="http://schemas.microsoft.com/office/drawing/2014/main" id="{1D95D1D2-3278-658B-E575-27227A4909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18644" y="2111587"/>
                      <a:ext cx="85750" cy="1546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750" h="154639" extrusionOk="0">
                          <a:moveTo>
                            <a:pt x="18720" y="154639"/>
                          </a:moveTo>
                          <a:cubicBezTo>
                            <a:pt x="18720" y="154639"/>
                            <a:pt x="16253" y="150039"/>
                            <a:pt x="13224" y="142161"/>
                          </a:cubicBezTo>
                          <a:cubicBezTo>
                            <a:pt x="11748" y="138199"/>
                            <a:pt x="9967" y="133522"/>
                            <a:pt x="8300" y="128160"/>
                          </a:cubicBezTo>
                          <a:cubicBezTo>
                            <a:pt x="7462" y="125483"/>
                            <a:pt x="6652" y="122635"/>
                            <a:pt x="5880" y="119635"/>
                          </a:cubicBezTo>
                          <a:cubicBezTo>
                            <a:pt x="5490" y="118139"/>
                            <a:pt x="5137" y="116596"/>
                            <a:pt x="4756" y="115044"/>
                          </a:cubicBezTo>
                          <a:cubicBezTo>
                            <a:pt x="4375" y="113491"/>
                            <a:pt x="4004" y="111910"/>
                            <a:pt x="3661" y="110291"/>
                          </a:cubicBezTo>
                          <a:cubicBezTo>
                            <a:pt x="2251" y="103833"/>
                            <a:pt x="1194" y="96803"/>
                            <a:pt x="575" y="89479"/>
                          </a:cubicBezTo>
                          <a:cubicBezTo>
                            <a:pt x="-92" y="82182"/>
                            <a:pt x="-225" y="74515"/>
                            <a:pt x="423" y="66600"/>
                          </a:cubicBezTo>
                          <a:cubicBezTo>
                            <a:pt x="1042" y="58713"/>
                            <a:pt x="2347" y="50674"/>
                            <a:pt x="4766" y="42501"/>
                          </a:cubicBezTo>
                          <a:cubicBezTo>
                            <a:pt x="7166" y="34357"/>
                            <a:pt x="10671" y="26090"/>
                            <a:pt x="15443" y="18032"/>
                          </a:cubicBezTo>
                          <a:cubicBezTo>
                            <a:pt x="20244" y="9945"/>
                            <a:pt x="25883" y="4744"/>
                            <a:pt x="31950" y="2096"/>
                          </a:cubicBezTo>
                          <a:cubicBezTo>
                            <a:pt x="38037" y="-580"/>
                            <a:pt x="44419" y="-590"/>
                            <a:pt x="50724" y="1477"/>
                          </a:cubicBezTo>
                          <a:cubicBezTo>
                            <a:pt x="53867" y="2515"/>
                            <a:pt x="56982" y="4087"/>
                            <a:pt x="59982" y="6116"/>
                          </a:cubicBezTo>
                          <a:cubicBezTo>
                            <a:pt x="62992" y="8145"/>
                            <a:pt x="65783" y="10726"/>
                            <a:pt x="68450" y="13660"/>
                          </a:cubicBezTo>
                          <a:cubicBezTo>
                            <a:pt x="71098" y="16603"/>
                            <a:pt x="73565" y="19946"/>
                            <a:pt x="75765" y="23613"/>
                          </a:cubicBezTo>
                          <a:cubicBezTo>
                            <a:pt x="77937" y="27309"/>
                            <a:pt x="79785" y="31376"/>
                            <a:pt x="81328" y="35672"/>
                          </a:cubicBezTo>
                          <a:cubicBezTo>
                            <a:pt x="82852" y="39977"/>
                            <a:pt x="84081" y="44521"/>
                            <a:pt x="84833" y="49283"/>
                          </a:cubicBezTo>
                          <a:cubicBezTo>
                            <a:pt x="85557" y="54074"/>
                            <a:pt x="85871" y="59037"/>
                            <a:pt x="85709" y="64113"/>
                          </a:cubicBezTo>
                          <a:cubicBezTo>
                            <a:pt x="85547" y="69190"/>
                            <a:pt x="84909" y="74372"/>
                            <a:pt x="83728" y="79611"/>
                          </a:cubicBezTo>
                          <a:cubicBezTo>
                            <a:pt x="82499" y="84878"/>
                            <a:pt x="80728" y="90183"/>
                            <a:pt x="78366" y="95460"/>
                          </a:cubicBezTo>
                          <a:cubicBezTo>
                            <a:pt x="73651" y="106023"/>
                            <a:pt x="66555" y="116482"/>
                            <a:pt x="56715" y="126436"/>
                          </a:cubicBezTo>
                          <a:cubicBezTo>
                            <a:pt x="46866" y="136408"/>
                            <a:pt x="34284" y="145867"/>
                            <a:pt x="18720" y="154639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8" name="Google Shape;1875;p65">
                      <a:extLst>
                        <a:ext uri="{FF2B5EF4-FFF2-40B4-BE49-F238E27FC236}">
                          <a16:creationId xmlns:a16="http://schemas.microsoft.com/office/drawing/2014/main" id="{B837DD06-A2C0-3B9A-823F-08DE41475E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18714" y="2112063"/>
                      <a:ext cx="82810" cy="1925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2810" h="192509" extrusionOk="0">
                          <a:moveTo>
                            <a:pt x="31928" y="100908"/>
                          </a:moveTo>
                          <a:cubicBezTo>
                            <a:pt x="31928" y="100908"/>
                            <a:pt x="32604" y="97965"/>
                            <a:pt x="33623" y="93536"/>
                          </a:cubicBezTo>
                          <a:cubicBezTo>
                            <a:pt x="34652" y="89087"/>
                            <a:pt x="35862" y="83229"/>
                            <a:pt x="37081" y="77276"/>
                          </a:cubicBezTo>
                          <a:cubicBezTo>
                            <a:pt x="38291" y="71333"/>
                            <a:pt x="39462" y="65351"/>
                            <a:pt x="40310" y="60836"/>
                          </a:cubicBezTo>
                          <a:cubicBezTo>
                            <a:pt x="40729" y="58579"/>
                            <a:pt x="41081" y="56693"/>
                            <a:pt x="41329" y="55378"/>
                          </a:cubicBezTo>
                          <a:cubicBezTo>
                            <a:pt x="41557" y="54064"/>
                            <a:pt x="41691" y="53311"/>
                            <a:pt x="41691" y="53311"/>
                          </a:cubicBezTo>
                          <a:cubicBezTo>
                            <a:pt x="41691" y="53311"/>
                            <a:pt x="44244" y="52454"/>
                            <a:pt x="48073" y="51178"/>
                          </a:cubicBezTo>
                          <a:cubicBezTo>
                            <a:pt x="51902" y="49911"/>
                            <a:pt x="57007" y="48235"/>
                            <a:pt x="62151" y="46596"/>
                          </a:cubicBezTo>
                          <a:cubicBezTo>
                            <a:pt x="72419" y="43301"/>
                            <a:pt x="82810" y="40157"/>
                            <a:pt x="82810" y="40157"/>
                          </a:cubicBezTo>
                          <a:cubicBezTo>
                            <a:pt x="82534" y="39186"/>
                            <a:pt x="82239" y="38224"/>
                            <a:pt x="81934" y="37271"/>
                          </a:cubicBezTo>
                          <a:cubicBezTo>
                            <a:pt x="81934" y="37271"/>
                            <a:pt x="71923" y="40329"/>
                            <a:pt x="62017" y="43520"/>
                          </a:cubicBezTo>
                          <a:cubicBezTo>
                            <a:pt x="57055" y="45110"/>
                            <a:pt x="52140" y="46720"/>
                            <a:pt x="48435" y="47968"/>
                          </a:cubicBezTo>
                          <a:cubicBezTo>
                            <a:pt x="44729" y="49216"/>
                            <a:pt x="42253" y="50054"/>
                            <a:pt x="42253" y="50054"/>
                          </a:cubicBezTo>
                          <a:cubicBezTo>
                            <a:pt x="42253" y="50054"/>
                            <a:pt x="44348" y="37900"/>
                            <a:pt x="46206" y="25508"/>
                          </a:cubicBezTo>
                          <a:cubicBezTo>
                            <a:pt x="47168" y="19298"/>
                            <a:pt x="47939" y="13145"/>
                            <a:pt x="48549" y="8477"/>
                          </a:cubicBezTo>
                          <a:cubicBezTo>
                            <a:pt x="49130" y="3800"/>
                            <a:pt x="49521" y="686"/>
                            <a:pt x="49521" y="686"/>
                          </a:cubicBezTo>
                          <a:cubicBezTo>
                            <a:pt x="48568" y="410"/>
                            <a:pt x="47615" y="181"/>
                            <a:pt x="46663" y="0"/>
                          </a:cubicBezTo>
                          <a:cubicBezTo>
                            <a:pt x="46663" y="0"/>
                            <a:pt x="46187" y="3820"/>
                            <a:pt x="45472" y="9554"/>
                          </a:cubicBezTo>
                          <a:cubicBezTo>
                            <a:pt x="44729" y="15278"/>
                            <a:pt x="43758" y="22812"/>
                            <a:pt x="42548" y="30404"/>
                          </a:cubicBezTo>
                          <a:cubicBezTo>
                            <a:pt x="41377" y="37967"/>
                            <a:pt x="40138" y="45463"/>
                            <a:pt x="39176" y="51054"/>
                          </a:cubicBezTo>
                          <a:cubicBezTo>
                            <a:pt x="38691" y="53845"/>
                            <a:pt x="38281" y="56159"/>
                            <a:pt x="37995" y="57788"/>
                          </a:cubicBezTo>
                          <a:cubicBezTo>
                            <a:pt x="37690" y="59417"/>
                            <a:pt x="37519" y="60350"/>
                            <a:pt x="37519" y="60350"/>
                          </a:cubicBezTo>
                          <a:cubicBezTo>
                            <a:pt x="37519" y="60350"/>
                            <a:pt x="37100" y="59836"/>
                            <a:pt x="36366" y="58941"/>
                          </a:cubicBezTo>
                          <a:cubicBezTo>
                            <a:pt x="35624" y="58055"/>
                            <a:pt x="34557" y="56788"/>
                            <a:pt x="33280" y="55264"/>
                          </a:cubicBezTo>
                          <a:cubicBezTo>
                            <a:pt x="30718" y="52216"/>
                            <a:pt x="27299" y="48158"/>
                            <a:pt x="23889" y="44101"/>
                          </a:cubicBezTo>
                          <a:cubicBezTo>
                            <a:pt x="20441" y="40072"/>
                            <a:pt x="16888" y="36109"/>
                            <a:pt x="14268" y="33109"/>
                          </a:cubicBezTo>
                          <a:cubicBezTo>
                            <a:pt x="11630" y="30118"/>
                            <a:pt x="9868" y="28127"/>
                            <a:pt x="9868" y="28127"/>
                          </a:cubicBezTo>
                          <a:cubicBezTo>
                            <a:pt x="9468" y="29013"/>
                            <a:pt x="9077" y="29908"/>
                            <a:pt x="8696" y="30804"/>
                          </a:cubicBezTo>
                          <a:cubicBezTo>
                            <a:pt x="8696" y="30804"/>
                            <a:pt x="10487" y="32842"/>
                            <a:pt x="13183" y="35900"/>
                          </a:cubicBezTo>
                          <a:cubicBezTo>
                            <a:pt x="14526" y="37424"/>
                            <a:pt x="16097" y="39214"/>
                            <a:pt x="17774" y="41119"/>
                          </a:cubicBezTo>
                          <a:cubicBezTo>
                            <a:pt x="19460" y="43024"/>
                            <a:pt x="21250" y="45063"/>
                            <a:pt x="22984" y="47149"/>
                          </a:cubicBezTo>
                          <a:cubicBezTo>
                            <a:pt x="26470" y="51292"/>
                            <a:pt x="29956" y="55435"/>
                            <a:pt x="32575" y="58550"/>
                          </a:cubicBezTo>
                          <a:cubicBezTo>
                            <a:pt x="33880" y="60103"/>
                            <a:pt x="34966" y="61398"/>
                            <a:pt x="35700" y="62332"/>
                          </a:cubicBezTo>
                          <a:cubicBezTo>
                            <a:pt x="36443" y="63256"/>
                            <a:pt x="36862" y="63779"/>
                            <a:pt x="36862" y="63779"/>
                          </a:cubicBezTo>
                          <a:cubicBezTo>
                            <a:pt x="36862" y="63779"/>
                            <a:pt x="34471" y="76305"/>
                            <a:pt x="31842" y="88573"/>
                          </a:cubicBezTo>
                          <a:cubicBezTo>
                            <a:pt x="31509" y="90106"/>
                            <a:pt x="31185" y="91640"/>
                            <a:pt x="30861" y="93145"/>
                          </a:cubicBezTo>
                          <a:cubicBezTo>
                            <a:pt x="30518" y="94659"/>
                            <a:pt x="30175" y="96145"/>
                            <a:pt x="29851" y="97593"/>
                          </a:cubicBezTo>
                          <a:cubicBezTo>
                            <a:pt x="29185" y="100460"/>
                            <a:pt x="28556" y="103146"/>
                            <a:pt x="28013" y="105442"/>
                          </a:cubicBezTo>
                          <a:cubicBezTo>
                            <a:pt x="26918" y="110004"/>
                            <a:pt x="26184" y="113052"/>
                            <a:pt x="26184" y="113052"/>
                          </a:cubicBezTo>
                          <a:cubicBezTo>
                            <a:pt x="26184" y="113052"/>
                            <a:pt x="24594" y="111042"/>
                            <a:pt x="22203" y="108023"/>
                          </a:cubicBezTo>
                          <a:cubicBezTo>
                            <a:pt x="21003" y="106518"/>
                            <a:pt x="19621" y="104746"/>
                            <a:pt x="18097" y="102880"/>
                          </a:cubicBezTo>
                          <a:cubicBezTo>
                            <a:pt x="16564" y="101022"/>
                            <a:pt x="14916" y="99050"/>
                            <a:pt x="13278" y="97069"/>
                          </a:cubicBezTo>
                          <a:cubicBezTo>
                            <a:pt x="9982" y="93126"/>
                            <a:pt x="6734" y="89144"/>
                            <a:pt x="4220" y="86220"/>
                          </a:cubicBezTo>
                          <a:cubicBezTo>
                            <a:pt x="1686" y="83306"/>
                            <a:pt x="0" y="81363"/>
                            <a:pt x="0" y="81363"/>
                          </a:cubicBezTo>
                          <a:cubicBezTo>
                            <a:pt x="48" y="82801"/>
                            <a:pt x="124" y="84230"/>
                            <a:pt x="219" y="85649"/>
                          </a:cubicBezTo>
                          <a:cubicBezTo>
                            <a:pt x="219" y="85649"/>
                            <a:pt x="629" y="86116"/>
                            <a:pt x="1343" y="86935"/>
                          </a:cubicBezTo>
                          <a:cubicBezTo>
                            <a:pt x="2048" y="87754"/>
                            <a:pt x="3086" y="88916"/>
                            <a:pt x="4267" y="90354"/>
                          </a:cubicBezTo>
                          <a:cubicBezTo>
                            <a:pt x="6648" y="93212"/>
                            <a:pt x="9811" y="97031"/>
                            <a:pt x="12982" y="100851"/>
                          </a:cubicBezTo>
                          <a:cubicBezTo>
                            <a:pt x="14554" y="102765"/>
                            <a:pt x="16173" y="104642"/>
                            <a:pt x="17602" y="106480"/>
                          </a:cubicBezTo>
                          <a:cubicBezTo>
                            <a:pt x="19050" y="108299"/>
                            <a:pt x="20393" y="109995"/>
                            <a:pt x="21545" y="111452"/>
                          </a:cubicBezTo>
                          <a:cubicBezTo>
                            <a:pt x="23851" y="114367"/>
                            <a:pt x="25394" y="116310"/>
                            <a:pt x="25394" y="116310"/>
                          </a:cubicBezTo>
                          <a:cubicBezTo>
                            <a:pt x="25394" y="116310"/>
                            <a:pt x="24870" y="118405"/>
                            <a:pt x="24089" y="121558"/>
                          </a:cubicBezTo>
                          <a:cubicBezTo>
                            <a:pt x="23298" y="124701"/>
                            <a:pt x="22241" y="128854"/>
                            <a:pt x="21088" y="133055"/>
                          </a:cubicBezTo>
                          <a:cubicBezTo>
                            <a:pt x="18821" y="141418"/>
                            <a:pt x="16450" y="149657"/>
                            <a:pt x="16450" y="149657"/>
                          </a:cubicBezTo>
                          <a:cubicBezTo>
                            <a:pt x="16450" y="149657"/>
                            <a:pt x="15678" y="152314"/>
                            <a:pt x="14526" y="156296"/>
                          </a:cubicBezTo>
                          <a:cubicBezTo>
                            <a:pt x="13935" y="158277"/>
                            <a:pt x="13249" y="160582"/>
                            <a:pt x="12516" y="163059"/>
                          </a:cubicBezTo>
                          <a:cubicBezTo>
                            <a:pt x="11773" y="165535"/>
                            <a:pt x="10925" y="168193"/>
                            <a:pt x="10096" y="170821"/>
                          </a:cubicBezTo>
                          <a:cubicBezTo>
                            <a:pt x="6763" y="181375"/>
                            <a:pt x="3267" y="191710"/>
                            <a:pt x="3267" y="191710"/>
                          </a:cubicBezTo>
                          <a:lnTo>
                            <a:pt x="5772" y="192510"/>
                          </a:lnTo>
                          <a:cubicBezTo>
                            <a:pt x="5772" y="192510"/>
                            <a:pt x="9039" y="182880"/>
                            <a:pt x="12163" y="173060"/>
                          </a:cubicBezTo>
                          <a:cubicBezTo>
                            <a:pt x="13716" y="168164"/>
                            <a:pt x="15288" y="163192"/>
                            <a:pt x="16383" y="159496"/>
                          </a:cubicBezTo>
                          <a:cubicBezTo>
                            <a:pt x="17469" y="155791"/>
                            <a:pt x="18193" y="153324"/>
                            <a:pt x="18193" y="153324"/>
                          </a:cubicBezTo>
                          <a:cubicBezTo>
                            <a:pt x="18193" y="153324"/>
                            <a:pt x="21727" y="141237"/>
                            <a:pt x="25022" y="128854"/>
                          </a:cubicBezTo>
                          <a:cubicBezTo>
                            <a:pt x="26679" y="122672"/>
                            <a:pt x="28175" y="116529"/>
                            <a:pt x="29318" y="111843"/>
                          </a:cubicBezTo>
                          <a:cubicBezTo>
                            <a:pt x="30442" y="107166"/>
                            <a:pt x="31185" y="104042"/>
                            <a:pt x="31185" y="104042"/>
                          </a:cubicBezTo>
                          <a:cubicBezTo>
                            <a:pt x="31185" y="104042"/>
                            <a:pt x="43120" y="100870"/>
                            <a:pt x="55216" y="97907"/>
                          </a:cubicBezTo>
                          <a:cubicBezTo>
                            <a:pt x="61284" y="96412"/>
                            <a:pt x="67304" y="95002"/>
                            <a:pt x="71847" y="93974"/>
                          </a:cubicBezTo>
                          <a:cubicBezTo>
                            <a:pt x="76391" y="92945"/>
                            <a:pt x="79429" y="92259"/>
                            <a:pt x="79429" y="92259"/>
                          </a:cubicBezTo>
                          <a:cubicBezTo>
                            <a:pt x="79877" y="91173"/>
                            <a:pt x="80286" y="90078"/>
                            <a:pt x="80686" y="88992"/>
                          </a:cubicBezTo>
                          <a:cubicBezTo>
                            <a:pt x="80686" y="88992"/>
                            <a:pt x="77619" y="89687"/>
                            <a:pt x="73028" y="90726"/>
                          </a:cubicBezTo>
                          <a:cubicBezTo>
                            <a:pt x="68456" y="91764"/>
                            <a:pt x="62303" y="93231"/>
                            <a:pt x="56197" y="94736"/>
                          </a:cubicBezTo>
                          <a:cubicBezTo>
                            <a:pt x="43977" y="97698"/>
                            <a:pt x="31928" y="100908"/>
                            <a:pt x="31928" y="100908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58" name="Google Shape;1876;p65">
                    <a:extLst>
                      <a:ext uri="{FF2B5EF4-FFF2-40B4-BE49-F238E27FC236}">
                        <a16:creationId xmlns:a16="http://schemas.microsoft.com/office/drawing/2014/main" id="{CC17D400-0B38-8D4B-C0FC-8A8AF25C2581}"/>
                      </a:ext>
                    </a:extLst>
                  </p:cNvPr>
                  <p:cNvGrpSpPr/>
                  <p:nvPr/>
                </p:nvGrpSpPr>
                <p:grpSpPr>
                  <a:xfrm>
                    <a:off x="5871370" y="2321579"/>
                    <a:ext cx="186329" cy="73724"/>
                    <a:chOff x="5871370" y="2321579"/>
                    <a:chExt cx="186329" cy="73724"/>
                  </a:xfrm>
                </p:grpSpPr>
                <p:sp>
                  <p:nvSpPr>
                    <p:cNvPr id="1065" name="Google Shape;1877;p65">
                      <a:extLst>
                        <a:ext uri="{FF2B5EF4-FFF2-40B4-BE49-F238E27FC236}">
                          <a16:creationId xmlns:a16="http://schemas.microsoft.com/office/drawing/2014/main" id="{F95DB846-5628-EAB3-6B1D-6E9D158AFA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1370" y="2321579"/>
                      <a:ext cx="145857" cy="737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5857" h="73724" extrusionOk="0">
                          <a:moveTo>
                            <a:pt x="145858" y="30857"/>
                          </a:moveTo>
                          <a:cubicBezTo>
                            <a:pt x="145858" y="30857"/>
                            <a:pt x="144905" y="29933"/>
                            <a:pt x="143105" y="28352"/>
                          </a:cubicBezTo>
                          <a:cubicBezTo>
                            <a:pt x="142210" y="27561"/>
                            <a:pt x="141095" y="26618"/>
                            <a:pt x="139781" y="25542"/>
                          </a:cubicBezTo>
                          <a:cubicBezTo>
                            <a:pt x="139114" y="25009"/>
                            <a:pt x="138409" y="24437"/>
                            <a:pt x="137657" y="23837"/>
                          </a:cubicBezTo>
                          <a:cubicBezTo>
                            <a:pt x="136923" y="23275"/>
                            <a:pt x="136190" y="22742"/>
                            <a:pt x="135390" y="22161"/>
                          </a:cubicBezTo>
                          <a:cubicBezTo>
                            <a:pt x="132208" y="19875"/>
                            <a:pt x="128332" y="17284"/>
                            <a:pt x="123855" y="14693"/>
                          </a:cubicBezTo>
                          <a:cubicBezTo>
                            <a:pt x="121598" y="13407"/>
                            <a:pt x="119264" y="12074"/>
                            <a:pt x="116673" y="10864"/>
                          </a:cubicBezTo>
                          <a:cubicBezTo>
                            <a:pt x="114101" y="9645"/>
                            <a:pt x="111387" y="8454"/>
                            <a:pt x="108558" y="7340"/>
                          </a:cubicBezTo>
                          <a:cubicBezTo>
                            <a:pt x="97309" y="2806"/>
                            <a:pt x="83707" y="-242"/>
                            <a:pt x="69143" y="15"/>
                          </a:cubicBezTo>
                          <a:cubicBezTo>
                            <a:pt x="61771" y="225"/>
                            <a:pt x="54132" y="1263"/>
                            <a:pt x="46331" y="3396"/>
                          </a:cubicBezTo>
                          <a:cubicBezTo>
                            <a:pt x="38521" y="5530"/>
                            <a:pt x="30577" y="8721"/>
                            <a:pt x="22442" y="13283"/>
                          </a:cubicBezTo>
                          <a:cubicBezTo>
                            <a:pt x="14327" y="17827"/>
                            <a:pt x="8669" y="22999"/>
                            <a:pt x="5059" y="28247"/>
                          </a:cubicBezTo>
                          <a:cubicBezTo>
                            <a:pt x="1478" y="33476"/>
                            <a:pt x="-151" y="38915"/>
                            <a:pt x="11" y="44002"/>
                          </a:cubicBezTo>
                          <a:cubicBezTo>
                            <a:pt x="154" y="49116"/>
                            <a:pt x="2164" y="53812"/>
                            <a:pt x="5488" y="58089"/>
                          </a:cubicBezTo>
                          <a:cubicBezTo>
                            <a:pt x="7183" y="60204"/>
                            <a:pt x="9260" y="62147"/>
                            <a:pt x="11708" y="63899"/>
                          </a:cubicBezTo>
                          <a:cubicBezTo>
                            <a:pt x="12927" y="64776"/>
                            <a:pt x="14260" y="65576"/>
                            <a:pt x="15642" y="66376"/>
                          </a:cubicBezTo>
                          <a:cubicBezTo>
                            <a:pt x="17013" y="67166"/>
                            <a:pt x="18480" y="67909"/>
                            <a:pt x="20023" y="68586"/>
                          </a:cubicBezTo>
                          <a:cubicBezTo>
                            <a:pt x="23119" y="69938"/>
                            <a:pt x="26567" y="71053"/>
                            <a:pt x="30329" y="71881"/>
                          </a:cubicBezTo>
                          <a:cubicBezTo>
                            <a:pt x="32206" y="72300"/>
                            <a:pt x="34187" y="72624"/>
                            <a:pt x="36196" y="72920"/>
                          </a:cubicBezTo>
                          <a:cubicBezTo>
                            <a:pt x="38206" y="73215"/>
                            <a:pt x="40292" y="73434"/>
                            <a:pt x="42454" y="73567"/>
                          </a:cubicBezTo>
                          <a:cubicBezTo>
                            <a:pt x="46779" y="73834"/>
                            <a:pt x="51398" y="73767"/>
                            <a:pt x="56294" y="73329"/>
                          </a:cubicBezTo>
                          <a:cubicBezTo>
                            <a:pt x="58742" y="73110"/>
                            <a:pt x="61257" y="72786"/>
                            <a:pt x="63838" y="72367"/>
                          </a:cubicBezTo>
                          <a:cubicBezTo>
                            <a:pt x="66429" y="71967"/>
                            <a:pt x="68972" y="71300"/>
                            <a:pt x="71982" y="71110"/>
                          </a:cubicBezTo>
                          <a:cubicBezTo>
                            <a:pt x="83631" y="69767"/>
                            <a:pt x="95766" y="66014"/>
                            <a:pt x="108129" y="59403"/>
                          </a:cubicBezTo>
                          <a:cubicBezTo>
                            <a:pt x="120512" y="52803"/>
                            <a:pt x="133094" y="43344"/>
                            <a:pt x="145858" y="30857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6" name="Google Shape;1878;p65">
                      <a:extLst>
                        <a:ext uri="{FF2B5EF4-FFF2-40B4-BE49-F238E27FC236}">
                          <a16:creationId xmlns:a16="http://schemas.microsoft.com/office/drawing/2014/main" id="{6522FD13-EA78-916C-0D56-21A783025D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1410" y="2322318"/>
                      <a:ext cx="186289" cy="712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6289" h="71227" extrusionOk="0">
                          <a:moveTo>
                            <a:pt x="92507" y="30890"/>
                          </a:moveTo>
                          <a:cubicBezTo>
                            <a:pt x="92507" y="30890"/>
                            <a:pt x="91802" y="30937"/>
                            <a:pt x="90564" y="31023"/>
                          </a:cubicBezTo>
                          <a:cubicBezTo>
                            <a:pt x="89316" y="31118"/>
                            <a:pt x="87544" y="31251"/>
                            <a:pt x="85411" y="31423"/>
                          </a:cubicBezTo>
                          <a:cubicBezTo>
                            <a:pt x="81153" y="31756"/>
                            <a:pt x="75495" y="32242"/>
                            <a:pt x="69875" y="32766"/>
                          </a:cubicBezTo>
                          <a:cubicBezTo>
                            <a:pt x="64256" y="33290"/>
                            <a:pt x="58683" y="33861"/>
                            <a:pt x="54502" y="34328"/>
                          </a:cubicBezTo>
                          <a:cubicBezTo>
                            <a:pt x="50301" y="34833"/>
                            <a:pt x="47501" y="35166"/>
                            <a:pt x="47501" y="35166"/>
                          </a:cubicBezTo>
                          <a:cubicBezTo>
                            <a:pt x="47501" y="35166"/>
                            <a:pt x="46044" y="37319"/>
                            <a:pt x="43853" y="40538"/>
                          </a:cubicBezTo>
                          <a:cubicBezTo>
                            <a:pt x="42748" y="42139"/>
                            <a:pt x="41472" y="44015"/>
                            <a:pt x="40091" y="46015"/>
                          </a:cubicBezTo>
                          <a:cubicBezTo>
                            <a:pt x="38691" y="48025"/>
                            <a:pt x="37205" y="50159"/>
                            <a:pt x="35709" y="52302"/>
                          </a:cubicBezTo>
                          <a:cubicBezTo>
                            <a:pt x="29728" y="60846"/>
                            <a:pt x="23641" y="69247"/>
                            <a:pt x="23641" y="69247"/>
                          </a:cubicBezTo>
                          <a:cubicBezTo>
                            <a:pt x="22917" y="68990"/>
                            <a:pt x="22203" y="68732"/>
                            <a:pt x="21507" y="68447"/>
                          </a:cubicBezTo>
                          <a:cubicBezTo>
                            <a:pt x="21507" y="68447"/>
                            <a:pt x="27375" y="60331"/>
                            <a:pt x="33137" y="52064"/>
                          </a:cubicBezTo>
                          <a:cubicBezTo>
                            <a:pt x="36024" y="47939"/>
                            <a:pt x="38833" y="43834"/>
                            <a:pt x="40948" y="40719"/>
                          </a:cubicBezTo>
                          <a:cubicBezTo>
                            <a:pt x="43062" y="37605"/>
                            <a:pt x="44463" y="35528"/>
                            <a:pt x="44463" y="35528"/>
                          </a:cubicBezTo>
                          <a:cubicBezTo>
                            <a:pt x="44463" y="35528"/>
                            <a:pt x="33185" y="36947"/>
                            <a:pt x="22136" y="38605"/>
                          </a:cubicBezTo>
                          <a:cubicBezTo>
                            <a:pt x="16573" y="39453"/>
                            <a:pt x="11011" y="40405"/>
                            <a:pt x="6877" y="41119"/>
                          </a:cubicBezTo>
                          <a:cubicBezTo>
                            <a:pt x="2753" y="41853"/>
                            <a:pt x="0" y="42339"/>
                            <a:pt x="0" y="42339"/>
                          </a:cubicBezTo>
                          <a:cubicBezTo>
                            <a:pt x="9" y="41567"/>
                            <a:pt x="57" y="40786"/>
                            <a:pt x="143" y="39995"/>
                          </a:cubicBezTo>
                          <a:cubicBezTo>
                            <a:pt x="143" y="39995"/>
                            <a:pt x="3515" y="39395"/>
                            <a:pt x="8572" y="38500"/>
                          </a:cubicBezTo>
                          <a:cubicBezTo>
                            <a:pt x="13630" y="37633"/>
                            <a:pt x="20488" y="36471"/>
                            <a:pt x="27308" y="35481"/>
                          </a:cubicBezTo>
                          <a:cubicBezTo>
                            <a:pt x="40910" y="33490"/>
                            <a:pt x="54826" y="31871"/>
                            <a:pt x="54826" y="31871"/>
                          </a:cubicBezTo>
                          <a:cubicBezTo>
                            <a:pt x="54826" y="31871"/>
                            <a:pt x="49406" y="25670"/>
                            <a:pt x="43977" y="19469"/>
                          </a:cubicBezTo>
                          <a:cubicBezTo>
                            <a:pt x="38424" y="13411"/>
                            <a:pt x="32871" y="7353"/>
                            <a:pt x="32871" y="7353"/>
                          </a:cubicBezTo>
                          <a:cubicBezTo>
                            <a:pt x="33737" y="6982"/>
                            <a:pt x="34604" y="6620"/>
                            <a:pt x="35471" y="6277"/>
                          </a:cubicBezTo>
                          <a:cubicBezTo>
                            <a:pt x="35471" y="6277"/>
                            <a:pt x="41167" y="12516"/>
                            <a:pt x="46872" y="18745"/>
                          </a:cubicBezTo>
                          <a:cubicBezTo>
                            <a:pt x="52445" y="25127"/>
                            <a:pt x="58017" y="31499"/>
                            <a:pt x="58017" y="31499"/>
                          </a:cubicBezTo>
                          <a:cubicBezTo>
                            <a:pt x="58017" y="31499"/>
                            <a:pt x="60931" y="31194"/>
                            <a:pt x="65294" y="30747"/>
                          </a:cubicBezTo>
                          <a:cubicBezTo>
                            <a:pt x="69666" y="30308"/>
                            <a:pt x="75524" y="29766"/>
                            <a:pt x="81429" y="29270"/>
                          </a:cubicBezTo>
                          <a:cubicBezTo>
                            <a:pt x="87316" y="28785"/>
                            <a:pt x="93307" y="28308"/>
                            <a:pt x="97717" y="28051"/>
                          </a:cubicBezTo>
                          <a:cubicBezTo>
                            <a:pt x="102156" y="27794"/>
                            <a:pt x="105118" y="27632"/>
                            <a:pt x="105118" y="27632"/>
                          </a:cubicBezTo>
                          <a:cubicBezTo>
                            <a:pt x="105118" y="27632"/>
                            <a:pt x="103784" y="25860"/>
                            <a:pt x="101794" y="23212"/>
                          </a:cubicBezTo>
                          <a:cubicBezTo>
                            <a:pt x="99736" y="20612"/>
                            <a:pt x="96983" y="17154"/>
                            <a:pt x="94240" y="13687"/>
                          </a:cubicBezTo>
                          <a:cubicBezTo>
                            <a:pt x="92869" y="11954"/>
                            <a:pt x="91497" y="10220"/>
                            <a:pt x="90211" y="8601"/>
                          </a:cubicBezTo>
                          <a:cubicBezTo>
                            <a:pt x="88925" y="6972"/>
                            <a:pt x="87658" y="5515"/>
                            <a:pt x="86611" y="4239"/>
                          </a:cubicBezTo>
                          <a:cubicBezTo>
                            <a:pt x="84496" y="1695"/>
                            <a:pt x="83077" y="0"/>
                            <a:pt x="83077" y="0"/>
                          </a:cubicBezTo>
                          <a:cubicBezTo>
                            <a:pt x="84392" y="162"/>
                            <a:pt x="85696" y="352"/>
                            <a:pt x="86992" y="562"/>
                          </a:cubicBezTo>
                          <a:cubicBezTo>
                            <a:pt x="86992" y="562"/>
                            <a:pt x="88363" y="2210"/>
                            <a:pt x="90421" y="4677"/>
                          </a:cubicBezTo>
                          <a:cubicBezTo>
                            <a:pt x="92488" y="7134"/>
                            <a:pt x="95098" y="10544"/>
                            <a:pt x="97784" y="13887"/>
                          </a:cubicBezTo>
                          <a:cubicBezTo>
                            <a:pt x="99117" y="15564"/>
                            <a:pt x="100451" y="17250"/>
                            <a:pt x="101698" y="18821"/>
                          </a:cubicBezTo>
                          <a:cubicBezTo>
                            <a:pt x="102956" y="20393"/>
                            <a:pt x="104127" y="21860"/>
                            <a:pt x="105080" y="23165"/>
                          </a:cubicBezTo>
                          <a:cubicBezTo>
                            <a:pt x="107023" y="25737"/>
                            <a:pt x="108309" y="27451"/>
                            <a:pt x="108309" y="27451"/>
                          </a:cubicBezTo>
                          <a:cubicBezTo>
                            <a:pt x="108309" y="27451"/>
                            <a:pt x="116567" y="27022"/>
                            <a:pt x="124920" y="26727"/>
                          </a:cubicBezTo>
                          <a:cubicBezTo>
                            <a:pt x="127016" y="26660"/>
                            <a:pt x="129102" y="26584"/>
                            <a:pt x="131064" y="26527"/>
                          </a:cubicBezTo>
                          <a:cubicBezTo>
                            <a:pt x="131559" y="26518"/>
                            <a:pt x="132026" y="26489"/>
                            <a:pt x="132521" y="26499"/>
                          </a:cubicBezTo>
                          <a:cubicBezTo>
                            <a:pt x="133017" y="26508"/>
                            <a:pt x="133493" y="26518"/>
                            <a:pt x="133960" y="26527"/>
                          </a:cubicBezTo>
                          <a:cubicBezTo>
                            <a:pt x="134893" y="26546"/>
                            <a:pt x="135779" y="26565"/>
                            <a:pt x="136588" y="26575"/>
                          </a:cubicBezTo>
                          <a:cubicBezTo>
                            <a:pt x="139837" y="26622"/>
                            <a:pt x="142008" y="26651"/>
                            <a:pt x="142008" y="26651"/>
                          </a:cubicBezTo>
                          <a:cubicBezTo>
                            <a:pt x="142008" y="26651"/>
                            <a:pt x="153210" y="26794"/>
                            <a:pt x="164182" y="26613"/>
                          </a:cubicBezTo>
                          <a:cubicBezTo>
                            <a:pt x="166916" y="26584"/>
                            <a:pt x="169697" y="26489"/>
                            <a:pt x="172288" y="26403"/>
                          </a:cubicBezTo>
                          <a:cubicBezTo>
                            <a:pt x="174869" y="26308"/>
                            <a:pt x="177279" y="26213"/>
                            <a:pt x="179346" y="26137"/>
                          </a:cubicBezTo>
                          <a:cubicBezTo>
                            <a:pt x="183451" y="25946"/>
                            <a:pt x="186195" y="25822"/>
                            <a:pt x="186195" y="25822"/>
                          </a:cubicBezTo>
                          <a:lnTo>
                            <a:pt x="186290" y="28442"/>
                          </a:lnTo>
                          <a:cubicBezTo>
                            <a:pt x="186290" y="28442"/>
                            <a:pt x="176117" y="28975"/>
                            <a:pt x="165745" y="29251"/>
                          </a:cubicBezTo>
                          <a:cubicBezTo>
                            <a:pt x="160572" y="29394"/>
                            <a:pt x="155467" y="29394"/>
                            <a:pt x="151571" y="29404"/>
                          </a:cubicBezTo>
                          <a:cubicBezTo>
                            <a:pt x="147685" y="29394"/>
                            <a:pt x="145085" y="29385"/>
                            <a:pt x="145085" y="29385"/>
                          </a:cubicBezTo>
                          <a:cubicBezTo>
                            <a:pt x="145085" y="29385"/>
                            <a:pt x="141894" y="29346"/>
                            <a:pt x="137112" y="29299"/>
                          </a:cubicBezTo>
                          <a:cubicBezTo>
                            <a:pt x="134703" y="29251"/>
                            <a:pt x="131902" y="29194"/>
                            <a:pt x="128892" y="29127"/>
                          </a:cubicBezTo>
                          <a:cubicBezTo>
                            <a:pt x="125968" y="29175"/>
                            <a:pt x="122911" y="29318"/>
                            <a:pt x="119834" y="29423"/>
                          </a:cubicBezTo>
                          <a:cubicBezTo>
                            <a:pt x="107547" y="29889"/>
                            <a:pt x="95479" y="30651"/>
                            <a:pt x="95479" y="30651"/>
                          </a:cubicBezTo>
                          <a:cubicBezTo>
                            <a:pt x="95479" y="30651"/>
                            <a:pt x="88983" y="40843"/>
                            <a:pt x="82334" y="50825"/>
                          </a:cubicBezTo>
                          <a:cubicBezTo>
                            <a:pt x="75705" y="60827"/>
                            <a:pt x="68923" y="70599"/>
                            <a:pt x="68923" y="70599"/>
                          </a:cubicBezTo>
                          <a:cubicBezTo>
                            <a:pt x="67828" y="70828"/>
                            <a:pt x="66742" y="71037"/>
                            <a:pt x="65665" y="71228"/>
                          </a:cubicBezTo>
                          <a:cubicBezTo>
                            <a:pt x="65665" y="71228"/>
                            <a:pt x="72514" y="61341"/>
                            <a:pt x="79219" y="51235"/>
                          </a:cubicBezTo>
                          <a:cubicBezTo>
                            <a:pt x="85944" y="41205"/>
                            <a:pt x="92507" y="30890"/>
                            <a:pt x="92507" y="30890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59" name="Google Shape;1879;p65">
                    <a:extLst>
                      <a:ext uri="{FF2B5EF4-FFF2-40B4-BE49-F238E27FC236}">
                        <a16:creationId xmlns:a16="http://schemas.microsoft.com/office/drawing/2014/main" id="{48E32CE4-4445-00AB-D8B3-0865E0CE604A}"/>
                      </a:ext>
                    </a:extLst>
                  </p:cNvPr>
                  <p:cNvGrpSpPr/>
                  <p:nvPr/>
                </p:nvGrpSpPr>
                <p:grpSpPr>
                  <a:xfrm>
                    <a:off x="5907759" y="2003953"/>
                    <a:ext cx="85620" cy="197312"/>
                    <a:chOff x="5907759" y="2003953"/>
                    <a:chExt cx="85620" cy="197312"/>
                  </a:xfrm>
                </p:grpSpPr>
                <p:sp>
                  <p:nvSpPr>
                    <p:cNvPr id="1063" name="Google Shape;1880;p65">
                      <a:extLst>
                        <a:ext uri="{FF2B5EF4-FFF2-40B4-BE49-F238E27FC236}">
                          <a16:creationId xmlns:a16="http://schemas.microsoft.com/office/drawing/2014/main" id="{E9ACA460-C07B-426F-718E-466F10C3E1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07759" y="2003953"/>
                      <a:ext cx="85620" cy="15742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620" h="157421" extrusionOk="0">
                          <a:moveTo>
                            <a:pt x="33650" y="157421"/>
                          </a:moveTo>
                          <a:cubicBezTo>
                            <a:pt x="33650" y="157421"/>
                            <a:pt x="32859" y="156373"/>
                            <a:pt x="31535" y="154411"/>
                          </a:cubicBezTo>
                          <a:cubicBezTo>
                            <a:pt x="30192" y="152468"/>
                            <a:pt x="28392" y="149534"/>
                            <a:pt x="26191" y="145953"/>
                          </a:cubicBezTo>
                          <a:cubicBezTo>
                            <a:pt x="24010" y="142343"/>
                            <a:pt x="21543" y="137942"/>
                            <a:pt x="19029" y="132875"/>
                          </a:cubicBezTo>
                          <a:cubicBezTo>
                            <a:pt x="16447" y="127875"/>
                            <a:pt x="13838" y="122207"/>
                            <a:pt x="11418" y="115978"/>
                          </a:cubicBezTo>
                          <a:cubicBezTo>
                            <a:pt x="8913" y="109834"/>
                            <a:pt x="6665" y="103071"/>
                            <a:pt x="4779" y="95928"/>
                          </a:cubicBezTo>
                          <a:cubicBezTo>
                            <a:pt x="3827" y="92375"/>
                            <a:pt x="2979" y="88698"/>
                            <a:pt x="2284" y="84917"/>
                          </a:cubicBezTo>
                          <a:cubicBezTo>
                            <a:pt x="1588" y="81135"/>
                            <a:pt x="1045" y="77249"/>
                            <a:pt x="626" y="73315"/>
                          </a:cubicBezTo>
                          <a:cubicBezTo>
                            <a:pt x="-193" y="65448"/>
                            <a:pt x="-231" y="57142"/>
                            <a:pt x="645" y="48684"/>
                          </a:cubicBezTo>
                          <a:cubicBezTo>
                            <a:pt x="1541" y="40216"/>
                            <a:pt x="3455" y="31491"/>
                            <a:pt x="6760" y="22642"/>
                          </a:cubicBezTo>
                          <a:cubicBezTo>
                            <a:pt x="10056" y="13794"/>
                            <a:pt x="14695" y="7688"/>
                            <a:pt x="20238" y="4078"/>
                          </a:cubicBezTo>
                          <a:cubicBezTo>
                            <a:pt x="25772" y="468"/>
                            <a:pt x="32192" y="-656"/>
                            <a:pt x="38888" y="354"/>
                          </a:cubicBezTo>
                          <a:cubicBezTo>
                            <a:pt x="52157" y="2459"/>
                            <a:pt x="66454" y="13241"/>
                            <a:pt x="75540" y="29443"/>
                          </a:cubicBezTo>
                          <a:cubicBezTo>
                            <a:pt x="76683" y="31453"/>
                            <a:pt x="77760" y="33548"/>
                            <a:pt x="78750" y="35701"/>
                          </a:cubicBezTo>
                          <a:cubicBezTo>
                            <a:pt x="79712" y="37882"/>
                            <a:pt x="80589" y="40130"/>
                            <a:pt x="81379" y="42445"/>
                          </a:cubicBezTo>
                          <a:cubicBezTo>
                            <a:pt x="82951" y="47074"/>
                            <a:pt x="84142" y="51941"/>
                            <a:pt x="84875" y="56989"/>
                          </a:cubicBezTo>
                          <a:cubicBezTo>
                            <a:pt x="86247" y="67181"/>
                            <a:pt x="85799" y="78078"/>
                            <a:pt x="82922" y="89279"/>
                          </a:cubicBezTo>
                          <a:cubicBezTo>
                            <a:pt x="79998" y="100528"/>
                            <a:pt x="74702" y="112034"/>
                            <a:pt x="66606" y="123464"/>
                          </a:cubicBezTo>
                          <a:cubicBezTo>
                            <a:pt x="58500" y="134913"/>
                            <a:pt x="47594" y="146267"/>
                            <a:pt x="33650" y="157421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4" name="Google Shape;1881;p65">
                      <a:extLst>
                        <a:ext uri="{FF2B5EF4-FFF2-40B4-BE49-F238E27FC236}">
                          <a16:creationId xmlns:a16="http://schemas.microsoft.com/office/drawing/2014/main" id="{E35B4B78-A36E-A06C-0A0D-360A916349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0357" y="2003974"/>
                      <a:ext cx="81715" cy="1972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1715" h="197291" extrusionOk="0">
                          <a:moveTo>
                            <a:pt x="35347" y="102565"/>
                          </a:moveTo>
                          <a:cubicBezTo>
                            <a:pt x="35347" y="102565"/>
                            <a:pt x="35509" y="99546"/>
                            <a:pt x="35747" y="95012"/>
                          </a:cubicBezTo>
                          <a:cubicBezTo>
                            <a:pt x="35966" y="90488"/>
                            <a:pt x="36271" y="84363"/>
                            <a:pt x="36414" y="78305"/>
                          </a:cubicBezTo>
                          <a:cubicBezTo>
                            <a:pt x="36586" y="72228"/>
                            <a:pt x="36690" y="66104"/>
                            <a:pt x="36747" y="61493"/>
                          </a:cubicBezTo>
                          <a:cubicBezTo>
                            <a:pt x="36767" y="59188"/>
                            <a:pt x="36786" y="57264"/>
                            <a:pt x="36805" y="55912"/>
                          </a:cubicBezTo>
                          <a:cubicBezTo>
                            <a:pt x="36805" y="54569"/>
                            <a:pt x="36805" y="53807"/>
                            <a:pt x="36805" y="53807"/>
                          </a:cubicBezTo>
                          <a:cubicBezTo>
                            <a:pt x="36805" y="53807"/>
                            <a:pt x="39186" y="52540"/>
                            <a:pt x="42767" y="50644"/>
                          </a:cubicBezTo>
                          <a:cubicBezTo>
                            <a:pt x="46339" y="48768"/>
                            <a:pt x="51130" y="46272"/>
                            <a:pt x="55950" y="43815"/>
                          </a:cubicBezTo>
                          <a:cubicBezTo>
                            <a:pt x="65580" y="38881"/>
                            <a:pt x="75371" y="34090"/>
                            <a:pt x="75371" y="34090"/>
                          </a:cubicBezTo>
                          <a:cubicBezTo>
                            <a:pt x="74924" y="33166"/>
                            <a:pt x="74467" y="32261"/>
                            <a:pt x="73981" y="31366"/>
                          </a:cubicBezTo>
                          <a:cubicBezTo>
                            <a:pt x="73981" y="31366"/>
                            <a:pt x="64551" y="36004"/>
                            <a:pt x="55274" y="40777"/>
                          </a:cubicBezTo>
                          <a:cubicBezTo>
                            <a:pt x="50625" y="43158"/>
                            <a:pt x="46025" y="45558"/>
                            <a:pt x="42558" y="47387"/>
                          </a:cubicBezTo>
                          <a:cubicBezTo>
                            <a:pt x="39100" y="49225"/>
                            <a:pt x="36795" y="50454"/>
                            <a:pt x="36795" y="50454"/>
                          </a:cubicBezTo>
                          <a:cubicBezTo>
                            <a:pt x="36795" y="50454"/>
                            <a:pt x="36767" y="47339"/>
                            <a:pt x="36719" y="42672"/>
                          </a:cubicBezTo>
                          <a:cubicBezTo>
                            <a:pt x="36652" y="38005"/>
                            <a:pt x="36576" y="31699"/>
                            <a:pt x="36338" y="25441"/>
                          </a:cubicBezTo>
                          <a:cubicBezTo>
                            <a:pt x="36109" y="19174"/>
                            <a:pt x="35824" y="12868"/>
                            <a:pt x="35576" y="8115"/>
                          </a:cubicBezTo>
                          <a:cubicBezTo>
                            <a:pt x="35338" y="3353"/>
                            <a:pt x="35109" y="200"/>
                            <a:pt x="35109" y="200"/>
                          </a:cubicBezTo>
                          <a:cubicBezTo>
                            <a:pt x="34100" y="86"/>
                            <a:pt x="33099" y="19"/>
                            <a:pt x="32118" y="0"/>
                          </a:cubicBezTo>
                          <a:cubicBezTo>
                            <a:pt x="32118" y="0"/>
                            <a:pt x="32185" y="972"/>
                            <a:pt x="32299" y="2667"/>
                          </a:cubicBezTo>
                          <a:cubicBezTo>
                            <a:pt x="32414" y="4362"/>
                            <a:pt x="32575" y="6772"/>
                            <a:pt x="32718" y="9687"/>
                          </a:cubicBezTo>
                          <a:cubicBezTo>
                            <a:pt x="33023" y="15507"/>
                            <a:pt x="33357" y="23232"/>
                            <a:pt x="33604" y="30890"/>
                          </a:cubicBezTo>
                          <a:cubicBezTo>
                            <a:pt x="33823" y="38576"/>
                            <a:pt x="33890" y="46244"/>
                            <a:pt x="33928" y="51949"/>
                          </a:cubicBezTo>
                          <a:cubicBezTo>
                            <a:pt x="33938" y="54797"/>
                            <a:pt x="33938" y="57169"/>
                            <a:pt x="33938" y="58826"/>
                          </a:cubicBezTo>
                          <a:cubicBezTo>
                            <a:pt x="33928" y="60493"/>
                            <a:pt x="33919" y="61446"/>
                            <a:pt x="33919" y="61446"/>
                          </a:cubicBezTo>
                          <a:cubicBezTo>
                            <a:pt x="33919" y="61446"/>
                            <a:pt x="33414" y="61008"/>
                            <a:pt x="32528" y="60236"/>
                          </a:cubicBezTo>
                          <a:cubicBezTo>
                            <a:pt x="31633" y="59474"/>
                            <a:pt x="30356" y="58388"/>
                            <a:pt x="28823" y="57083"/>
                          </a:cubicBezTo>
                          <a:cubicBezTo>
                            <a:pt x="27289" y="55778"/>
                            <a:pt x="25489" y="54254"/>
                            <a:pt x="23574" y="52626"/>
                          </a:cubicBezTo>
                          <a:cubicBezTo>
                            <a:pt x="22612" y="51807"/>
                            <a:pt x="21622" y="50968"/>
                            <a:pt x="20612" y="50111"/>
                          </a:cubicBezTo>
                          <a:cubicBezTo>
                            <a:pt x="19583" y="49273"/>
                            <a:pt x="18545" y="48416"/>
                            <a:pt x="17507" y="47558"/>
                          </a:cubicBezTo>
                          <a:cubicBezTo>
                            <a:pt x="13316" y="44158"/>
                            <a:pt x="9182" y="40700"/>
                            <a:pt x="5982" y="38205"/>
                          </a:cubicBezTo>
                          <a:cubicBezTo>
                            <a:pt x="2791" y="35690"/>
                            <a:pt x="667" y="34023"/>
                            <a:pt x="667" y="34023"/>
                          </a:cubicBezTo>
                          <a:cubicBezTo>
                            <a:pt x="429" y="34976"/>
                            <a:pt x="210" y="35919"/>
                            <a:pt x="0" y="36862"/>
                          </a:cubicBezTo>
                          <a:cubicBezTo>
                            <a:pt x="0" y="36862"/>
                            <a:pt x="2172" y="38567"/>
                            <a:pt x="5429" y="41138"/>
                          </a:cubicBezTo>
                          <a:cubicBezTo>
                            <a:pt x="8668" y="43720"/>
                            <a:pt x="12916" y="47225"/>
                            <a:pt x="17183" y="50702"/>
                          </a:cubicBezTo>
                          <a:cubicBezTo>
                            <a:pt x="21422" y="54207"/>
                            <a:pt x="25575" y="57788"/>
                            <a:pt x="28718" y="60446"/>
                          </a:cubicBezTo>
                          <a:cubicBezTo>
                            <a:pt x="30290" y="61779"/>
                            <a:pt x="31594" y="62884"/>
                            <a:pt x="32480" y="63684"/>
                          </a:cubicBezTo>
                          <a:cubicBezTo>
                            <a:pt x="33376" y="64475"/>
                            <a:pt x="33890" y="64932"/>
                            <a:pt x="33890" y="64932"/>
                          </a:cubicBezTo>
                          <a:cubicBezTo>
                            <a:pt x="33890" y="64932"/>
                            <a:pt x="33833" y="68123"/>
                            <a:pt x="33747" y="72904"/>
                          </a:cubicBezTo>
                          <a:cubicBezTo>
                            <a:pt x="33633" y="77686"/>
                            <a:pt x="33499" y="83982"/>
                            <a:pt x="33204" y="90316"/>
                          </a:cubicBezTo>
                          <a:cubicBezTo>
                            <a:pt x="32652" y="103003"/>
                            <a:pt x="31785" y="115434"/>
                            <a:pt x="31785" y="115434"/>
                          </a:cubicBezTo>
                          <a:cubicBezTo>
                            <a:pt x="31785" y="115434"/>
                            <a:pt x="29851" y="113709"/>
                            <a:pt x="26956" y="111138"/>
                          </a:cubicBezTo>
                          <a:cubicBezTo>
                            <a:pt x="25508" y="109852"/>
                            <a:pt x="23813" y="108347"/>
                            <a:pt x="22003" y="106737"/>
                          </a:cubicBezTo>
                          <a:cubicBezTo>
                            <a:pt x="21098" y="105928"/>
                            <a:pt x="20155" y="105099"/>
                            <a:pt x="19212" y="104251"/>
                          </a:cubicBezTo>
                          <a:cubicBezTo>
                            <a:pt x="18240" y="103422"/>
                            <a:pt x="17259" y="102575"/>
                            <a:pt x="16278" y="101737"/>
                          </a:cubicBezTo>
                          <a:cubicBezTo>
                            <a:pt x="12335" y="98374"/>
                            <a:pt x="8420" y="94983"/>
                            <a:pt x="5420" y="92497"/>
                          </a:cubicBezTo>
                          <a:cubicBezTo>
                            <a:pt x="2410" y="90021"/>
                            <a:pt x="410" y="88373"/>
                            <a:pt x="410" y="88373"/>
                          </a:cubicBezTo>
                          <a:cubicBezTo>
                            <a:pt x="705" y="89792"/>
                            <a:pt x="1029" y="91192"/>
                            <a:pt x="1362" y="92583"/>
                          </a:cubicBezTo>
                          <a:cubicBezTo>
                            <a:pt x="1362" y="92583"/>
                            <a:pt x="1848" y="92983"/>
                            <a:pt x="2696" y="93678"/>
                          </a:cubicBezTo>
                          <a:cubicBezTo>
                            <a:pt x="3534" y="94383"/>
                            <a:pt x="4763" y="95355"/>
                            <a:pt x="6182" y="96583"/>
                          </a:cubicBezTo>
                          <a:cubicBezTo>
                            <a:pt x="9030" y="99022"/>
                            <a:pt x="12830" y="102270"/>
                            <a:pt x="16631" y="105518"/>
                          </a:cubicBezTo>
                          <a:cubicBezTo>
                            <a:pt x="20364" y="108833"/>
                            <a:pt x="24098" y="112138"/>
                            <a:pt x="26899" y="114624"/>
                          </a:cubicBezTo>
                          <a:cubicBezTo>
                            <a:pt x="28289" y="115872"/>
                            <a:pt x="29461" y="116910"/>
                            <a:pt x="30271" y="117634"/>
                          </a:cubicBezTo>
                          <a:cubicBezTo>
                            <a:pt x="31071" y="118377"/>
                            <a:pt x="31528" y="118796"/>
                            <a:pt x="31528" y="118796"/>
                          </a:cubicBezTo>
                          <a:cubicBezTo>
                            <a:pt x="31528" y="118796"/>
                            <a:pt x="30851" y="127502"/>
                            <a:pt x="30032" y="136084"/>
                          </a:cubicBezTo>
                          <a:cubicBezTo>
                            <a:pt x="29623" y="140379"/>
                            <a:pt x="29204" y="144637"/>
                            <a:pt x="28823" y="147866"/>
                          </a:cubicBezTo>
                          <a:cubicBezTo>
                            <a:pt x="28451" y="151076"/>
                            <a:pt x="28204" y="153219"/>
                            <a:pt x="28204" y="153219"/>
                          </a:cubicBezTo>
                          <a:cubicBezTo>
                            <a:pt x="28204" y="153219"/>
                            <a:pt x="26918" y="164278"/>
                            <a:pt x="25375" y="175155"/>
                          </a:cubicBezTo>
                          <a:cubicBezTo>
                            <a:pt x="23784" y="186128"/>
                            <a:pt x="21965" y="196891"/>
                            <a:pt x="21965" y="196891"/>
                          </a:cubicBezTo>
                          <a:lnTo>
                            <a:pt x="24565" y="197291"/>
                          </a:lnTo>
                          <a:cubicBezTo>
                            <a:pt x="24565" y="197291"/>
                            <a:pt x="26260" y="187262"/>
                            <a:pt x="27775" y="177051"/>
                          </a:cubicBezTo>
                          <a:cubicBezTo>
                            <a:pt x="28547" y="171936"/>
                            <a:pt x="29223" y="166840"/>
                            <a:pt x="29709" y="163011"/>
                          </a:cubicBezTo>
                          <a:cubicBezTo>
                            <a:pt x="30185" y="159163"/>
                            <a:pt x="30509" y="156601"/>
                            <a:pt x="30509" y="156601"/>
                          </a:cubicBezTo>
                          <a:cubicBezTo>
                            <a:pt x="30509" y="156601"/>
                            <a:pt x="30880" y="153448"/>
                            <a:pt x="31442" y="148723"/>
                          </a:cubicBezTo>
                          <a:cubicBezTo>
                            <a:pt x="31709" y="146352"/>
                            <a:pt x="32014" y="143580"/>
                            <a:pt x="32337" y="140608"/>
                          </a:cubicBezTo>
                          <a:cubicBezTo>
                            <a:pt x="32623" y="137646"/>
                            <a:pt x="32918" y="134484"/>
                            <a:pt x="33223" y="131312"/>
                          </a:cubicBezTo>
                          <a:cubicBezTo>
                            <a:pt x="33804" y="124968"/>
                            <a:pt x="34319" y="118567"/>
                            <a:pt x="34681" y="113738"/>
                          </a:cubicBezTo>
                          <a:cubicBezTo>
                            <a:pt x="34871" y="111319"/>
                            <a:pt x="34976" y="109338"/>
                            <a:pt x="35071" y="107928"/>
                          </a:cubicBezTo>
                          <a:cubicBezTo>
                            <a:pt x="35157" y="106528"/>
                            <a:pt x="35204" y="105727"/>
                            <a:pt x="35204" y="105727"/>
                          </a:cubicBezTo>
                          <a:cubicBezTo>
                            <a:pt x="35204" y="105727"/>
                            <a:pt x="38043" y="104461"/>
                            <a:pt x="42301" y="102565"/>
                          </a:cubicBezTo>
                          <a:cubicBezTo>
                            <a:pt x="46549" y="100689"/>
                            <a:pt x="52226" y="98241"/>
                            <a:pt x="57950" y="95821"/>
                          </a:cubicBezTo>
                          <a:cubicBezTo>
                            <a:pt x="69390" y="90973"/>
                            <a:pt x="81039" y="86335"/>
                            <a:pt x="81039" y="86335"/>
                          </a:cubicBezTo>
                          <a:cubicBezTo>
                            <a:pt x="81286" y="85192"/>
                            <a:pt x="81515" y="84049"/>
                            <a:pt x="81715" y="82906"/>
                          </a:cubicBezTo>
                          <a:cubicBezTo>
                            <a:pt x="81715" y="82906"/>
                            <a:pt x="69942" y="87601"/>
                            <a:pt x="58388" y="92497"/>
                          </a:cubicBezTo>
                          <a:cubicBezTo>
                            <a:pt x="52607" y="94945"/>
                            <a:pt x="46873" y="97422"/>
                            <a:pt x="42558" y="99346"/>
                          </a:cubicBezTo>
                          <a:cubicBezTo>
                            <a:pt x="38214" y="101279"/>
                            <a:pt x="35347" y="102565"/>
                            <a:pt x="35347" y="102565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60" name="Google Shape;1882;p65">
                    <a:extLst>
                      <a:ext uri="{FF2B5EF4-FFF2-40B4-BE49-F238E27FC236}">
                        <a16:creationId xmlns:a16="http://schemas.microsoft.com/office/drawing/2014/main" id="{33BC851A-A49E-521C-63BB-3BE5B338C3F2}"/>
                      </a:ext>
                    </a:extLst>
                  </p:cNvPr>
                  <p:cNvGrpSpPr/>
                  <p:nvPr/>
                </p:nvGrpSpPr>
                <p:grpSpPr>
                  <a:xfrm>
                    <a:off x="5793626" y="2230073"/>
                    <a:ext cx="180224" cy="78649"/>
                    <a:chOff x="5793626" y="2230073"/>
                    <a:chExt cx="180224" cy="78649"/>
                  </a:xfrm>
                </p:grpSpPr>
                <p:sp>
                  <p:nvSpPr>
                    <p:cNvPr id="1061" name="Google Shape;1883;p65">
                      <a:extLst>
                        <a:ext uri="{FF2B5EF4-FFF2-40B4-BE49-F238E27FC236}">
                          <a16:creationId xmlns:a16="http://schemas.microsoft.com/office/drawing/2014/main" id="{A34102BB-70A7-42B3-1587-13A4E22506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93626" y="2230073"/>
                      <a:ext cx="140791" cy="786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0791" h="78649" extrusionOk="0">
                          <a:moveTo>
                            <a:pt x="140791" y="19132"/>
                          </a:moveTo>
                          <a:cubicBezTo>
                            <a:pt x="140791" y="19132"/>
                            <a:pt x="136829" y="16293"/>
                            <a:pt x="129942" y="12683"/>
                          </a:cubicBezTo>
                          <a:cubicBezTo>
                            <a:pt x="126494" y="10883"/>
                            <a:pt x="122218" y="9007"/>
                            <a:pt x="117407" y="7168"/>
                          </a:cubicBezTo>
                          <a:cubicBezTo>
                            <a:pt x="114988" y="6263"/>
                            <a:pt x="112454" y="5349"/>
                            <a:pt x="109730" y="4549"/>
                          </a:cubicBezTo>
                          <a:cubicBezTo>
                            <a:pt x="107006" y="3758"/>
                            <a:pt x="104149" y="3025"/>
                            <a:pt x="101186" y="2387"/>
                          </a:cubicBezTo>
                          <a:cubicBezTo>
                            <a:pt x="98224" y="1748"/>
                            <a:pt x="95157" y="1187"/>
                            <a:pt x="91985" y="777"/>
                          </a:cubicBezTo>
                          <a:cubicBezTo>
                            <a:pt x="88785" y="396"/>
                            <a:pt x="85499" y="139"/>
                            <a:pt x="82146" y="44"/>
                          </a:cubicBezTo>
                          <a:cubicBezTo>
                            <a:pt x="78793" y="-52"/>
                            <a:pt x="75364" y="5"/>
                            <a:pt x="71887" y="253"/>
                          </a:cubicBezTo>
                          <a:cubicBezTo>
                            <a:pt x="68382" y="539"/>
                            <a:pt x="64820" y="1025"/>
                            <a:pt x="61229" y="1720"/>
                          </a:cubicBezTo>
                          <a:cubicBezTo>
                            <a:pt x="46913" y="4435"/>
                            <a:pt x="31940" y="11007"/>
                            <a:pt x="17566" y="22618"/>
                          </a:cubicBezTo>
                          <a:cubicBezTo>
                            <a:pt x="10366" y="28438"/>
                            <a:pt x="5631" y="34476"/>
                            <a:pt x="2898" y="40258"/>
                          </a:cubicBezTo>
                          <a:cubicBezTo>
                            <a:pt x="174" y="46049"/>
                            <a:pt x="-550" y="51583"/>
                            <a:pt x="393" y="56479"/>
                          </a:cubicBezTo>
                          <a:cubicBezTo>
                            <a:pt x="879" y="58908"/>
                            <a:pt x="1736" y="61270"/>
                            <a:pt x="2984" y="63423"/>
                          </a:cubicBezTo>
                          <a:cubicBezTo>
                            <a:pt x="4231" y="65576"/>
                            <a:pt x="5870" y="67538"/>
                            <a:pt x="7870" y="69271"/>
                          </a:cubicBezTo>
                          <a:cubicBezTo>
                            <a:pt x="9861" y="71014"/>
                            <a:pt x="12147" y="72615"/>
                            <a:pt x="14795" y="73910"/>
                          </a:cubicBezTo>
                          <a:cubicBezTo>
                            <a:pt x="17424" y="75234"/>
                            <a:pt x="20443" y="76215"/>
                            <a:pt x="23643" y="77053"/>
                          </a:cubicBezTo>
                          <a:cubicBezTo>
                            <a:pt x="30092" y="78691"/>
                            <a:pt x="37826" y="79063"/>
                            <a:pt x="46351" y="78196"/>
                          </a:cubicBezTo>
                          <a:cubicBezTo>
                            <a:pt x="54923" y="77282"/>
                            <a:pt x="64506" y="74862"/>
                            <a:pt x="74659" y="70738"/>
                          </a:cubicBezTo>
                          <a:cubicBezTo>
                            <a:pt x="84841" y="66576"/>
                            <a:pt x="95728" y="60546"/>
                            <a:pt x="106920" y="52145"/>
                          </a:cubicBezTo>
                          <a:cubicBezTo>
                            <a:pt x="118112" y="43744"/>
                            <a:pt x="129599" y="32971"/>
                            <a:pt x="140791" y="19132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2" name="Google Shape;1884;p65">
                      <a:extLst>
                        <a:ext uri="{FF2B5EF4-FFF2-40B4-BE49-F238E27FC236}">
                          <a16:creationId xmlns:a16="http://schemas.microsoft.com/office/drawing/2014/main" id="{407C27C4-FB45-880C-98EA-49A0FF916C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93647" y="2230078"/>
                      <a:ext cx="180203" cy="778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0203" h="77819" extrusionOk="0">
                          <a:moveTo>
                            <a:pt x="89163" y="28889"/>
                          </a:moveTo>
                          <a:cubicBezTo>
                            <a:pt x="89163" y="28889"/>
                            <a:pt x="88478" y="29051"/>
                            <a:pt x="87278" y="29327"/>
                          </a:cubicBezTo>
                          <a:cubicBezTo>
                            <a:pt x="86068" y="29623"/>
                            <a:pt x="84344" y="30042"/>
                            <a:pt x="82267" y="30547"/>
                          </a:cubicBezTo>
                          <a:cubicBezTo>
                            <a:pt x="78134" y="31566"/>
                            <a:pt x="72647" y="32966"/>
                            <a:pt x="67208" y="34404"/>
                          </a:cubicBezTo>
                          <a:cubicBezTo>
                            <a:pt x="64503" y="35128"/>
                            <a:pt x="61798" y="35862"/>
                            <a:pt x="59255" y="36547"/>
                          </a:cubicBezTo>
                          <a:cubicBezTo>
                            <a:pt x="56721" y="37271"/>
                            <a:pt x="54350" y="37948"/>
                            <a:pt x="52321" y="38519"/>
                          </a:cubicBezTo>
                          <a:cubicBezTo>
                            <a:pt x="48292" y="39700"/>
                            <a:pt x="45596" y="40491"/>
                            <a:pt x="45596" y="40491"/>
                          </a:cubicBezTo>
                          <a:cubicBezTo>
                            <a:pt x="45596" y="40491"/>
                            <a:pt x="41205" y="49930"/>
                            <a:pt x="36671" y="59226"/>
                          </a:cubicBezTo>
                          <a:cubicBezTo>
                            <a:pt x="32118" y="68580"/>
                            <a:pt x="27394" y="77819"/>
                            <a:pt x="27394" y="77819"/>
                          </a:cubicBezTo>
                          <a:cubicBezTo>
                            <a:pt x="26641" y="77695"/>
                            <a:pt x="25908" y="77553"/>
                            <a:pt x="25184" y="77400"/>
                          </a:cubicBezTo>
                          <a:cubicBezTo>
                            <a:pt x="25184" y="77400"/>
                            <a:pt x="26308" y="75162"/>
                            <a:pt x="28004" y="71809"/>
                          </a:cubicBezTo>
                          <a:cubicBezTo>
                            <a:pt x="29689" y="68437"/>
                            <a:pt x="31909" y="63951"/>
                            <a:pt x="34080" y="59465"/>
                          </a:cubicBezTo>
                          <a:cubicBezTo>
                            <a:pt x="38443" y="50483"/>
                            <a:pt x="42682" y="41367"/>
                            <a:pt x="42682" y="41367"/>
                          </a:cubicBezTo>
                          <a:cubicBezTo>
                            <a:pt x="42682" y="41367"/>
                            <a:pt x="39995" y="42186"/>
                            <a:pt x="35957" y="43425"/>
                          </a:cubicBezTo>
                          <a:cubicBezTo>
                            <a:pt x="31956" y="44644"/>
                            <a:pt x="26565" y="46406"/>
                            <a:pt x="21260" y="48187"/>
                          </a:cubicBezTo>
                          <a:cubicBezTo>
                            <a:pt x="15945" y="49968"/>
                            <a:pt x="10687" y="51806"/>
                            <a:pt x="6772" y="53197"/>
                          </a:cubicBezTo>
                          <a:cubicBezTo>
                            <a:pt x="2848" y="54635"/>
                            <a:pt x="229" y="55597"/>
                            <a:pt x="229" y="55597"/>
                          </a:cubicBezTo>
                          <a:cubicBezTo>
                            <a:pt x="114" y="54845"/>
                            <a:pt x="38" y="54083"/>
                            <a:pt x="0" y="53302"/>
                          </a:cubicBezTo>
                          <a:cubicBezTo>
                            <a:pt x="0" y="53302"/>
                            <a:pt x="3210" y="52121"/>
                            <a:pt x="8030" y="50349"/>
                          </a:cubicBezTo>
                          <a:cubicBezTo>
                            <a:pt x="12849" y="48625"/>
                            <a:pt x="19298" y="46406"/>
                            <a:pt x="25841" y="44244"/>
                          </a:cubicBezTo>
                          <a:cubicBezTo>
                            <a:pt x="29108" y="43167"/>
                            <a:pt x="32414" y="42081"/>
                            <a:pt x="35500" y="41119"/>
                          </a:cubicBezTo>
                          <a:cubicBezTo>
                            <a:pt x="38586" y="40176"/>
                            <a:pt x="41472" y="39291"/>
                            <a:pt x="43948" y="38538"/>
                          </a:cubicBezTo>
                          <a:cubicBezTo>
                            <a:pt x="48939" y="37062"/>
                            <a:pt x="52264" y="36081"/>
                            <a:pt x="52264" y="36081"/>
                          </a:cubicBezTo>
                          <a:cubicBezTo>
                            <a:pt x="52264" y="36081"/>
                            <a:pt x="50702" y="34776"/>
                            <a:pt x="48358" y="32823"/>
                          </a:cubicBezTo>
                          <a:cubicBezTo>
                            <a:pt x="47187" y="31852"/>
                            <a:pt x="45834" y="30690"/>
                            <a:pt x="44348" y="29489"/>
                          </a:cubicBezTo>
                          <a:cubicBezTo>
                            <a:pt x="42863" y="28299"/>
                            <a:pt x="41272" y="27032"/>
                            <a:pt x="39691" y="25765"/>
                          </a:cubicBezTo>
                          <a:cubicBezTo>
                            <a:pt x="36519" y="23232"/>
                            <a:pt x="33376" y="20679"/>
                            <a:pt x="30937" y="18860"/>
                          </a:cubicBezTo>
                          <a:cubicBezTo>
                            <a:pt x="28527" y="17012"/>
                            <a:pt x="26927" y="15783"/>
                            <a:pt x="26927" y="15783"/>
                          </a:cubicBezTo>
                          <a:cubicBezTo>
                            <a:pt x="27718" y="15269"/>
                            <a:pt x="28508" y="14764"/>
                            <a:pt x="29308" y="14278"/>
                          </a:cubicBezTo>
                          <a:cubicBezTo>
                            <a:pt x="29308" y="14278"/>
                            <a:pt x="30956" y="15545"/>
                            <a:pt x="33433" y="17440"/>
                          </a:cubicBezTo>
                          <a:cubicBezTo>
                            <a:pt x="35938" y="19307"/>
                            <a:pt x="39148" y="21974"/>
                            <a:pt x="42415" y="24565"/>
                          </a:cubicBezTo>
                          <a:cubicBezTo>
                            <a:pt x="44044" y="25870"/>
                            <a:pt x="45682" y="27156"/>
                            <a:pt x="47196" y="28404"/>
                          </a:cubicBezTo>
                          <a:cubicBezTo>
                            <a:pt x="48701" y="29661"/>
                            <a:pt x="50101" y="30832"/>
                            <a:pt x="51311" y="31842"/>
                          </a:cubicBezTo>
                          <a:cubicBezTo>
                            <a:pt x="53721" y="33852"/>
                            <a:pt x="55331" y="35195"/>
                            <a:pt x="55331" y="35195"/>
                          </a:cubicBezTo>
                          <a:cubicBezTo>
                            <a:pt x="55331" y="35195"/>
                            <a:pt x="58160" y="34395"/>
                            <a:pt x="62398" y="33204"/>
                          </a:cubicBezTo>
                          <a:cubicBezTo>
                            <a:pt x="66627" y="32061"/>
                            <a:pt x="72295" y="30566"/>
                            <a:pt x="78019" y="29118"/>
                          </a:cubicBezTo>
                          <a:cubicBezTo>
                            <a:pt x="83725" y="27680"/>
                            <a:pt x="89545" y="26241"/>
                            <a:pt x="93840" y="25279"/>
                          </a:cubicBezTo>
                          <a:cubicBezTo>
                            <a:pt x="98174" y="24308"/>
                            <a:pt x="101060" y="23660"/>
                            <a:pt x="101060" y="23660"/>
                          </a:cubicBezTo>
                          <a:cubicBezTo>
                            <a:pt x="101060" y="23660"/>
                            <a:pt x="99470" y="22146"/>
                            <a:pt x="97088" y="19860"/>
                          </a:cubicBezTo>
                          <a:cubicBezTo>
                            <a:pt x="94659" y="17631"/>
                            <a:pt x="91421" y="14669"/>
                            <a:pt x="88192" y="11706"/>
                          </a:cubicBezTo>
                          <a:cubicBezTo>
                            <a:pt x="84982" y="8706"/>
                            <a:pt x="81658" y="5858"/>
                            <a:pt x="79191" y="3686"/>
                          </a:cubicBezTo>
                          <a:cubicBezTo>
                            <a:pt x="76724" y="1515"/>
                            <a:pt x="75076" y="76"/>
                            <a:pt x="75076" y="76"/>
                          </a:cubicBezTo>
                          <a:cubicBezTo>
                            <a:pt x="76390" y="29"/>
                            <a:pt x="77695" y="0"/>
                            <a:pt x="79000" y="0"/>
                          </a:cubicBezTo>
                          <a:cubicBezTo>
                            <a:pt x="79000" y="0"/>
                            <a:pt x="80600" y="1400"/>
                            <a:pt x="83001" y="3505"/>
                          </a:cubicBezTo>
                          <a:cubicBezTo>
                            <a:pt x="84201" y="4563"/>
                            <a:pt x="85601" y="5791"/>
                            <a:pt x="87097" y="7106"/>
                          </a:cubicBezTo>
                          <a:cubicBezTo>
                            <a:pt x="88573" y="8458"/>
                            <a:pt x="90145" y="9896"/>
                            <a:pt x="91716" y="11335"/>
                          </a:cubicBezTo>
                          <a:cubicBezTo>
                            <a:pt x="93288" y="12773"/>
                            <a:pt x="94859" y="14211"/>
                            <a:pt x="96336" y="15564"/>
                          </a:cubicBezTo>
                          <a:cubicBezTo>
                            <a:pt x="97069" y="16240"/>
                            <a:pt x="97784" y="16888"/>
                            <a:pt x="98460" y="17507"/>
                          </a:cubicBezTo>
                          <a:cubicBezTo>
                            <a:pt x="99127" y="18136"/>
                            <a:pt x="99746" y="18736"/>
                            <a:pt x="100327" y="19288"/>
                          </a:cubicBezTo>
                          <a:cubicBezTo>
                            <a:pt x="102641" y="21498"/>
                            <a:pt x="104184" y="22974"/>
                            <a:pt x="104184" y="22974"/>
                          </a:cubicBezTo>
                          <a:cubicBezTo>
                            <a:pt x="104184" y="22974"/>
                            <a:pt x="112262" y="21212"/>
                            <a:pt x="120463" y="19583"/>
                          </a:cubicBezTo>
                          <a:cubicBezTo>
                            <a:pt x="128578" y="18012"/>
                            <a:pt x="136817" y="16574"/>
                            <a:pt x="136817" y="16574"/>
                          </a:cubicBezTo>
                          <a:cubicBezTo>
                            <a:pt x="136817" y="16574"/>
                            <a:pt x="139484" y="16116"/>
                            <a:pt x="143494" y="15421"/>
                          </a:cubicBezTo>
                          <a:cubicBezTo>
                            <a:pt x="147514" y="14735"/>
                            <a:pt x="152895" y="13849"/>
                            <a:pt x="158248" y="13078"/>
                          </a:cubicBezTo>
                          <a:cubicBezTo>
                            <a:pt x="168973" y="11487"/>
                            <a:pt x="179899" y="10106"/>
                            <a:pt x="179899" y="10106"/>
                          </a:cubicBezTo>
                          <a:lnTo>
                            <a:pt x="180203" y="12697"/>
                          </a:lnTo>
                          <a:cubicBezTo>
                            <a:pt x="180203" y="12697"/>
                            <a:pt x="170012" y="13973"/>
                            <a:pt x="159991" y="15440"/>
                          </a:cubicBezTo>
                          <a:cubicBezTo>
                            <a:pt x="154962" y="16174"/>
                            <a:pt x="150019" y="16907"/>
                            <a:pt x="146256" y="17545"/>
                          </a:cubicBezTo>
                          <a:cubicBezTo>
                            <a:pt x="142513" y="18174"/>
                            <a:pt x="140017" y="18602"/>
                            <a:pt x="140017" y="18602"/>
                          </a:cubicBezTo>
                          <a:cubicBezTo>
                            <a:pt x="140017" y="18602"/>
                            <a:pt x="136979" y="19136"/>
                            <a:pt x="132436" y="19936"/>
                          </a:cubicBezTo>
                          <a:cubicBezTo>
                            <a:pt x="127892" y="20755"/>
                            <a:pt x="121891" y="21860"/>
                            <a:pt x="115900" y="23051"/>
                          </a:cubicBezTo>
                          <a:cubicBezTo>
                            <a:pt x="103851" y="25489"/>
                            <a:pt x="92078" y="28204"/>
                            <a:pt x="92078" y="28204"/>
                          </a:cubicBezTo>
                          <a:cubicBezTo>
                            <a:pt x="92078" y="28204"/>
                            <a:pt x="87268" y="39272"/>
                            <a:pt x="82258" y="50130"/>
                          </a:cubicBezTo>
                          <a:cubicBezTo>
                            <a:pt x="77295" y="60979"/>
                            <a:pt x="72018" y="71742"/>
                            <a:pt x="72018" y="71742"/>
                          </a:cubicBezTo>
                          <a:cubicBezTo>
                            <a:pt x="70980" y="72142"/>
                            <a:pt x="69952" y="72514"/>
                            <a:pt x="68932" y="72866"/>
                          </a:cubicBezTo>
                          <a:cubicBezTo>
                            <a:pt x="68932" y="72866"/>
                            <a:pt x="70247" y="70142"/>
                            <a:pt x="72228" y="66056"/>
                          </a:cubicBezTo>
                          <a:cubicBezTo>
                            <a:pt x="74171" y="61989"/>
                            <a:pt x="76733" y="56531"/>
                            <a:pt x="79258" y="51045"/>
                          </a:cubicBezTo>
                          <a:cubicBezTo>
                            <a:pt x="84315" y="40081"/>
                            <a:pt x="89163" y="28889"/>
                            <a:pt x="89163" y="28889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829" name="Google Shape;1885;p65">
                <a:extLst>
                  <a:ext uri="{FF2B5EF4-FFF2-40B4-BE49-F238E27FC236}">
                    <a16:creationId xmlns:a16="http://schemas.microsoft.com/office/drawing/2014/main" id="{445B4B08-E3F6-0A5C-E570-1125B9D1011B}"/>
                  </a:ext>
                </a:extLst>
              </p:cNvPr>
              <p:cNvGrpSpPr/>
              <p:nvPr/>
            </p:nvGrpSpPr>
            <p:grpSpPr>
              <a:xfrm>
                <a:off x="6532202" y="3536527"/>
                <a:ext cx="768355" cy="769807"/>
                <a:chOff x="7077970" y="3919270"/>
                <a:chExt cx="1024474" cy="1026409"/>
              </a:xfrm>
            </p:grpSpPr>
            <p:grpSp>
              <p:nvGrpSpPr>
                <p:cNvPr id="1016" name="Google Shape;1886;p65">
                  <a:extLst>
                    <a:ext uri="{FF2B5EF4-FFF2-40B4-BE49-F238E27FC236}">
                      <a16:creationId xmlns:a16="http://schemas.microsoft.com/office/drawing/2014/main" id="{A8CBAFE9-FDB4-C10F-7D64-ECE009E1DDD7}"/>
                    </a:ext>
                  </a:extLst>
                </p:cNvPr>
                <p:cNvGrpSpPr/>
                <p:nvPr/>
              </p:nvGrpSpPr>
              <p:grpSpPr>
                <a:xfrm>
                  <a:off x="7246962" y="4028744"/>
                  <a:ext cx="703468" cy="725668"/>
                  <a:chOff x="7246962" y="4028744"/>
                  <a:chExt cx="703468" cy="725668"/>
                </a:xfrm>
              </p:grpSpPr>
              <p:sp>
                <p:nvSpPr>
                  <p:cNvPr id="1048" name="Google Shape;1887;p65">
                    <a:extLst>
                      <a:ext uri="{FF2B5EF4-FFF2-40B4-BE49-F238E27FC236}">
                        <a16:creationId xmlns:a16="http://schemas.microsoft.com/office/drawing/2014/main" id="{54183A50-28B8-173F-75E3-818DF37FB31A}"/>
                      </a:ext>
                    </a:extLst>
                  </p:cNvPr>
                  <p:cNvSpPr/>
                  <p:nvPr/>
                </p:nvSpPr>
                <p:spPr>
                  <a:xfrm>
                    <a:off x="7255074" y="4028744"/>
                    <a:ext cx="695347" cy="689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5347" h="689940" extrusionOk="0">
                        <a:moveTo>
                          <a:pt x="695347" y="7"/>
                        </a:moveTo>
                        <a:cubicBezTo>
                          <a:pt x="695347" y="7"/>
                          <a:pt x="685870" y="-155"/>
                          <a:pt x="668677" y="1083"/>
                        </a:cubicBezTo>
                        <a:cubicBezTo>
                          <a:pt x="651494" y="2331"/>
                          <a:pt x="626577" y="4969"/>
                          <a:pt x="595859" y="10618"/>
                        </a:cubicBezTo>
                        <a:cubicBezTo>
                          <a:pt x="565150" y="16257"/>
                          <a:pt x="528612" y="24896"/>
                          <a:pt x="488388" y="38069"/>
                        </a:cubicBezTo>
                        <a:cubicBezTo>
                          <a:pt x="448183" y="51242"/>
                          <a:pt x="404273" y="68958"/>
                          <a:pt x="359191" y="92666"/>
                        </a:cubicBezTo>
                        <a:cubicBezTo>
                          <a:pt x="314128" y="116364"/>
                          <a:pt x="267865" y="146082"/>
                          <a:pt x="223593" y="182934"/>
                        </a:cubicBezTo>
                        <a:cubicBezTo>
                          <a:pt x="179359" y="219749"/>
                          <a:pt x="137078" y="263783"/>
                          <a:pt x="101035" y="315189"/>
                        </a:cubicBezTo>
                        <a:cubicBezTo>
                          <a:pt x="83033" y="340878"/>
                          <a:pt x="66612" y="368386"/>
                          <a:pt x="52458" y="397542"/>
                        </a:cubicBezTo>
                        <a:cubicBezTo>
                          <a:pt x="38303" y="426689"/>
                          <a:pt x="26416" y="457474"/>
                          <a:pt x="17548" y="489497"/>
                        </a:cubicBezTo>
                        <a:cubicBezTo>
                          <a:pt x="8681" y="521501"/>
                          <a:pt x="2842" y="554743"/>
                          <a:pt x="803" y="588480"/>
                        </a:cubicBezTo>
                        <a:cubicBezTo>
                          <a:pt x="-1235" y="622199"/>
                          <a:pt x="546" y="656403"/>
                          <a:pt x="6823" y="689941"/>
                        </a:cubicBezTo>
                        <a:cubicBezTo>
                          <a:pt x="34627" y="670024"/>
                          <a:pt x="61116" y="651469"/>
                          <a:pt x="86405" y="633553"/>
                        </a:cubicBezTo>
                        <a:cubicBezTo>
                          <a:pt x="111693" y="615646"/>
                          <a:pt x="135811" y="598377"/>
                          <a:pt x="158928" y="581251"/>
                        </a:cubicBezTo>
                        <a:cubicBezTo>
                          <a:pt x="205153" y="547075"/>
                          <a:pt x="247472" y="513319"/>
                          <a:pt x="287115" y="478619"/>
                        </a:cubicBezTo>
                        <a:cubicBezTo>
                          <a:pt x="326730" y="443996"/>
                          <a:pt x="363649" y="408544"/>
                          <a:pt x="398272" y="372768"/>
                        </a:cubicBezTo>
                        <a:cubicBezTo>
                          <a:pt x="432876" y="337020"/>
                          <a:pt x="465157" y="300997"/>
                          <a:pt x="494941" y="265964"/>
                        </a:cubicBezTo>
                        <a:cubicBezTo>
                          <a:pt x="524717" y="230941"/>
                          <a:pt x="551977" y="196927"/>
                          <a:pt x="576247" y="165494"/>
                        </a:cubicBezTo>
                        <a:cubicBezTo>
                          <a:pt x="600517" y="134071"/>
                          <a:pt x="621786" y="105249"/>
                          <a:pt x="639407" y="80741"/>
                        </a:cubicBezTo>
                        <a:cubicBezTo>
                          <a:pt x="657028" y="56233"/>
                          <a:pt x="671001" y="36069"/>
                          <a:pt x="680584" y="22010"/>
                        </a:cubicBezTo>
                        <a:cubicBezTo>
                          <a:pt x="690147" y="7960"/>
                          <a:pt x="695347" y="7"/>
                          <a:pt x="695347" y="7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9" name="Google Shape;1888;p65">
                    <a:extLst>
                      <a:ext uri="{FF2B5EF4-FFF2-40B4-BE49-F238E27FC236}">
                        <a16:creationId xmlns:a16="http://schemas.microsoft.com/office/drawing/2014/main" id="{32FECF55-BC3A-88DA-12B0-2D161D958CFB}"/>
                      </a:ext>
                    </a:extLst>
                  </p:cNvPr>
                  <p:cNvSpPr/>
                  <p:nvPr/>
                </p:nvSpPr>
                <p:spPr>
                  <a:xfrm>
                    <a:off x="7246962" y="4028755"/>
                    <a:ext cx="703468" cy="7256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3468" h="725657" extrusionOk="0">
                        <a:moveTo>
                          <a:pt x="334556" y="443184"/>
                        </a:moveTo>
                        <a:cubicBezTo>
                          <a:pt x="335966" y="441860"/>
                          <a:pt x="337385" y="440536"/>
                          <a:pt x="338795" y="439222"/>
                        </a:cubicBezTo>
                        <a:cubicBezTo>
                          <a:pt x="338795" y="439222"/>
                          <a:pt x="329670" y="437364"/>
                          <a:pt x="315801" y="434754"/>
                        </a:cubicBezTo>
                        <a:cubicBezTo>
                          <a:pt x="312325" y="434116"/>
                          <a:pt x="308553" y="433421"/>
                          <a:pt x="304572" y="432687"/>
                        </a:cubicBezTo>
                        <a:cubicBezTo>
                          <a:pt x="300590" y="431992"/>
                          <a:pt x="296389" y="431259"/>
                          <a:pt x="292046" y="430506"/>
                        </a:cubicBezTo>
                        <a:cubicBezTo>
                          <a:pt x="283350" y="429030"/>
                          <a:pt x="273968" y="427477"/>
                          <a:pt x="264605" y="426058"/>
                        </a:cubicBezTo>
                        <a:cubicBezTo>
                          <a:pt x="255261" y="424648"/>
                          <a:pt x="245850" y="423305"/>
                          <a:pt x="236982" y="422115"/>
                        </a:cubicBezTo>
                        <a:cubicBezTo>
                          <a:pt x="228086" y="420905"/>
                          <a:pt x="219866" y="419943"/>
                          <a:pt x="212722" y="419095"/>
                        </a:cubicBezTo>
                        <a:cubicBezTo>
                          <a:pt x="205569" y="418295"/>
                          <a:pt x="199596" y="417638"/>
                          <a:pt x="195424" y="417171"/>
                        </a:cubicBezTo>
                        <a:cubicBezTo>
                          <a:pt x="191253" y="416752"/>
                          <a:pt x="188862" y="416514"/>
                          <a:pt x="188862" y="416514"/>
                        </a:cubicBezTo>
                        <a:cubicBezTo>
                          <a:pt x="188862" y="416514"/>
                          <a:pt x="190405" y="414628"/>
                          <a:pt x="193215" y="411418"/>
                        </a:cubicBezTo>
                        <a:cubicBezTo>
                          <a:pt x="196005" y="408189"/>
                          <a:pt x="199997" y="403589"/>
                          <a:pt x="204778" y="398064"/>
                        </a:cubicBezTo>
                        <a:cubicBezTo>
                          <a:pt x="209664" y="392625"/>
                          <a:pt x="215284" y="386205"/>
                          <a:pt x="221456" y="379462"/>
                        </a:cubicBezTo>
                        <a:cubicBezTo>
                          <a:pt x="224552" y="376099"/>
                          <a:pt x="227743" y="372623"/>
                          <a:pt x="230991" y="369089"/>
                        </a:cubicBezTo>
                        <a:cubicBezTo>
                          <a:pt x="234220" y="365546"/>
                          <a:pt x="237620" y="362041"/>
                          <a:pt x="240954" y="358488"/>
                        </a:cubicBezTo>
                        <a:cubicBezTo>
                          <a:pt x="247612" y="351363"/>
                          <a:pt x="254470" y="344429"/>
                          <a:pt x="260823" y="337866"/>
                        </a:cubicBezTo>
                        <a:cubicBezTo>
                          <a:pt x="267253" y="331370"/>
                          <a:pt x="273282" y="325331"/>
                          <a:pt x="278482" y="320188"/>
                        </a:cubicBezTo>
                        <a:cubicBezTo>
                          <a:pt x="283712" y="315082"/>
                          <a:pt x="288074" y="310825"/>
                          <a:pt x="291132" y="307843"/>
                        </a:cubicBezTo>
                        <a:cubicBezTo>
                          <a:pt x="294218" y="304900"/>
                          <a:pt x="295980" y="303214"/>
                          <a:pt x="295980" y="303214"/>
                        </a:cubicBezTo>
                        <a:cubicBezTo>
                          <a:pt x="295980" y="303214"/>
                          <a:pt x="304829" y="305405"/>
                          <a:pt x="317963" y="308824"/>
                        </a:cubicBezTo>
                        <a:cubicBezTo>
                          <a:pt x="324517" y="310520"/>
                          <a:pt x="332213" y="312615"/>
                          <a:pt x="340376" y="314854"/>
                        </a:cubicBezTo>
                        <a:cubicBezTo>
                          <a:pt x="348558" y="317111"/>
                          <a:pt x="357188" y="319511"/>
                          <a:pt x="365865" y="322055"/>
                        </a:cubicBezTo>
                        <a:cubicBezTo>
                          <a:pt x="374523" y="324579"/>
                          <a:pt x="383134" y="327141"/>
                          <a:pt x="391173" y="329579"/>
                        </a:cubicBezTo>
                        <a:cubicBezTo>
                          <a:pt x="399212" y="332018"/>
                          <a:pt x="406727" y="334389"/>
                          <a:pt x="413118" y="336409"/>
                        </a:cubicBezTo>
                        <a:cubicBezTo>
                          <a:pt x="419491" y="338457"/>
                          <a:pt x="424805" y="340161"/>
                          <a:pt x="428530" y="341362"/>
                        </a:cubicBezTo>
                        <a:cubicBezTo>
                          <a:pt x="432245" y="342581"/>
                          <a:pt x="434369" y="343276"/>
                          <a:pt x="434369" y="343276"/>
                        </a:cubicBezTo>
                        <a:cubicBezTo>
                          <a:pt x="435559" y="342009"/>
                          <a:pt x="436750" y="340733"/>
                          <a:pt x="437931" y="339466"/>
                        </a:cubicBezTo>
                        <a:cubicBezTo>
                          <a:pt x="437931" y="339466"/>
                          <a:pt x="435816" y="338771"/>
                          <a:pt x="432121" y="337542"/>
                        </a:cubicBezTo>
                        <a:cubicBezTo>
                          <a:pt x="428415" y="336323"/>
                          <a:pt x="423120" y="334580"/>
                          <a:pt x="416766" y="332551"/>
                        </a:cubicBezTo>
                        <a:cubicBezTo>
                          <a:pt x="404060" y="328484"/>
                          <a:pt x="386953" y="323150"/>
                          <a:pt x="369770" y="318130"/>
                        </a:cubicBezTo>
                        <a:cubicBezTo>
                          <a:pt x="352530" y="313044"/>
                          <a:pt x="335232" y="308301"/>
                          <a:pt x="322107" y="304805"/>
                        </a:cubicBezTo>
                        <a:cubicBezTo>
                          <a:pt x="315544" y="303043"/>
                          <a:pt x="310096" y="301661"/>
                          <a:pt x="306267" y="300671"/>
                        </a:cubicBezTo>
                        <a:cubicBezTo>
                          <a:pt x="302428" y="299699"/>
                          <a:pt x="300238" y="299137"/>
                          <a:pt x="300238" y="299137"/>
                        </a:cubicBezTo>
                        <a:cubicBezTo>
                          <a:pt x="300238" y="299137"/>
                          <a:pt x="306029" y="293546"/>
                          <a:pt x="314906" y="285355"/>
                        </a:cubicBezTo>
                        <a:cubicBezTo>
                          <a:pt x="317116" y="283297"/>
                          <a:pt x="319516" y="281078"/>
                          <a:pt x="322050" y="278716"/>
                        </a:cubicBezTo>
                        <a:cubicBezTo>
                          <a:pt x="324612" y="276392"/>
                          <a:pt x="327308" y="273934"/>
                          <a:pt x="330108" y="271391"/>
                        </a:cubicBezTo>
                        <a:cubicBezTo>
                          <a:pt x="335671" y="266286"/>
                          <a:pt x="341709" y="260952"/>
                          <a:pt x="347729" y="255608"/>
                        </a:cubicBezTo>
                        <a:cubicBezTo>
                          <a:pt x="353739" y="250246"/>
                          <a:pt x="359864" y="245016"/>
                          <a:pt x="365541" y="240044"/>
                        </a:cubicBezTo>
                        <a:cubicBezTo>
                          <a:pt x="371285" y="235148"/>
                          <a:pt x="376647" y="230577"/>
                          <a:pt x="381248" y="226652"/>
                        </a:cubicBezTo>
                        <a:cubicBezTo>
                          <a:pt x="390525" y="218918"/>
                          <a:pt x="396716" y="213755"/>
                          <a:pt x="396716" y="213755"/>
                        </a:cubicBezTo>
                        <a:cubicBezTo>
                          <a:pt x="396716" y="213755"/>
                          <a:pt x="404898" y="215108"/>
                          <a:pt x="417176" y="217137"/>
                        </a:cubicBezTo>
                        <a:cubicBezTo>
                          <a:pt x="423272" y="218156"/>
                          <a:pt x="430425" y="219432"/>
                          <a:pt x="438026" y="220813"/>
                        </a:cubicBezTo>
                        <a:cubicBezTo>
                          <a:pt x="445627" y="222185"/>
                          <a:pt x="453704" y="223699"/>
                          <a:pt x="461791" y="225281"/>
                        </a:cubicBezTo>
                        <a:cubicBezTo>
                          <a:pt x="477907" y="228395"/>
                          <a:pt x="493957" y="231776"/>
                          <a:pt x="505892" y="234367"/>
                        </a:cubicBezTo>
                        <a:cubicBezTo>
                          <a:pt x="517827" y="237034"/>
                          <a:pt x="525780" y="238816"/>
                          <a:pt x="525780" y="238816"/>
                        </a:cubicBezTo>
                        <a:cubicBezTo>
                          <a:pt x="526952" y="237396"/>
                          <a:pt x="528123" y="235977"/>
                          <a:pt x="529285" y="234567"/>
                        </a:cubicBezTo>
                        <a:cubicBezTo>
                          <a:pt x="529285" y="234567"/>
                          <a:pt x="527323" y="234120"/>
                          <a:pt x="523894" y="233329"/>
                        </a:cubicBezTo>
                        <a:cubicBezTo>
                          <a:pt x="520455" y="232558"/>
                          <a:pt x="515550" y="231462"/>
                          <a:pt x="509664" y="230148"/>
                        </a:cubicBezTo>
                        <a:cubicBezTo>
                          <a:pt x="503749" y="228833"/>
                          <a:pt x="496853" y="227338"/>
                          <a:pt x="489452" y="225795"/>
                        </a:cubicBezTo>
                        <a:cubicBezTo>
                          <a:pt x="482041" y="224252"/>
                          <a:pt x="474078" y="222594"/>
                          <a:pt x="466144" y="221052"/>
                        </a:cubicBezTo>
                        <a:cubicBezTo>
                          <a:pt x="458200" y="219499"/>
                          <a:pt x="450190" y="217937"/>
                          <a:pt x="442693" y="216565"/>
                        </a:cubicBezTo>
                        <a:cubicBezTo>
                          <a:pt x="435169" y="215213"/>
                          <a:pt x="428139" y="213955"/>
                          <a:pt x="422120" y="212879"/>
                        </a:cubicBezTo>
                        <a:cubicBezTo>
                          <a:pt x="416071" y="211812"/>
                          <a:pt x="411051" y="211002"/>
                          <a:pt x="407508" y="210402"/>
                        </a:cubicBezTo>
                        <a:cubicBezTo>
                          <a:pt x="403974" y="209821"/>
                          <a:pt x="401946" y="209488"/>
                          <a:pt x="401946" y="209488"/>
                        </a:cubicBezTo>
                        <a:cubicBezTo>
                          <a:pt x="401946" y="209488"/>
                          <a:pt x="403517" y="208202"/>
                          <a:pt x="406279" y="205945"/>
                        </a:cubicBezTo>
                        <a:cubicBezTo>
                          <a:pt x="409023" y="203678"/>
                          <a:pt x="412985" y="200487"/>
                          <a:pt x="417747" y="196677"/>
                        </a:cubicBezTo>
                        <a:cubicBezTo>
                          <a:pt x="420129" y="194772"/>
                          <a:pt x="422710" y="192695"/>
                          <a:pt x="425434" y="190514"/>
                        </a:cubicBezTo>
                        <a:cubicBezTo>
                          <a:pt x="428177" y="188352"/>
                          <a:pt x="431073" y="186066"/>
                          <a:pt x="434073" y="183713"/>
                        </a:cubicBezTo>
                        <a:cubicBezTo>
                          <a:pt x="440046" y="178970"/>
                          <a:pt x="446513" y="174026"/>
                          <a:pt x="452942" y="169036"/>
                        </a:cubicBezTo>
                        <a:cubicBezTo>
                          <a:pt x="465868" y="159148"/>
                          <a:pt x="478879" y="149366"/>
                          <a:pt x="488737" y="142165"/>
                        </a:cubicBezTo>
                        <a:cubicBezTo>
                          <a:pt x="493652" y="138546"/>
                          <a:pt x="497757" y="135545"/>
                          <a:pt x="500653" y="133469"/>
                        </a:cubicBezTo>
                        <a:cubicBezTo>
                          <a:pt x="503539" y="131383"/>
                          <a:pt x="505187" y="130193"/>
                          <a:pt x="505187" y="130193"/>
                        </a:cubicBezTo>
                        <a:cubicBezTo>
                          <a:pt x="505187" y="130193"/>
                          <a:pt x="527914" y="135060"/>
                          <a:pt x="550355" y="140470"/>
                        </a:cubicBezTo>
                        <a:cubicBezTo>
                          <a:pt x="561565" y="143127"/>
                          <a:pt x="572757" y="145956"/>
                          <a:pt x="581082" y="148061"/>
                        </a:cubicBezTo>
                        <a:cubicBezTo>
                          <a:pt x="589417" y="150224"/>
                          <a:pt x="594970" y="151671"/>
                          <a:pt x="594970" y="151671"/>
                        </a:cubicBezTo>
                        <a:cubicBezTo>
                          <a:pt x="596065" y="150233"/>
                          <a:pt x="597151" y="148795"/>
                          <a:pt x="598237" y="147375"/>
                        </a:cubicBezTo>
                        <a:cubicBezTo>
                          <a:pt x="598237" y="147375"/>
                          <a:pt x="576653" y="141642"/>
                          <a:pt x="554755" y="136355"/>
                        </a:cubicBezTo>
                        <a:cubicBezTo>
                          <a:pt x="532905" y="131059"/>
                          <a:pt x="510740" y="126211"/>
                          <a:pt x="510740" y="126211"/>
                        </a:cubicBezTo>
                        <a:cubicBezTo>
                          <a:pt x="510740" y="126211"/>
                          <a:pt x="513597" y="124182"/>
                          <a:pt x="518589" y="120629"/>
                        </a:cubicBezTo>
                        <a:cubicBezTo>
                          <a:pt x="521084" y="118848"/>
                          <a:pt x="524123" y="116695"/>
                          <a:pt x="527628" y="114257"/>
                        </a:cubicBezTo>
                        <a:cubicBezTo>
                          <a:pt x="531133" y="111819"/>
                          <a:pt x="535057" y="109028"/>
                          <a:pt x="539391" y="106056"/>
                        </a:cubicBezTo>
                        <a:cubicBezTo>
                          <a:pt x="556670" y="94093"/>
                          <a:pt x="579911" y="78443"/>
                          <a:pt x="603523" y="63356"/>
                        </a:cubicBezTo>
                        <a:cubicBezTo>
                          <a:pt x="627116" y="48239"/>
                          <a:pt x="651053" y="33666"/>
                          <a:pt x="669198" y="23084"/>
                        </a:cubicBezTo>
                        <a:cubicBezTo>
                          <a:pt x="687334" y="12473"/>
                          <a:pt x="699630" y="5805"/>
                          <a:pt x="699630" y="5805"/>
                        </a:cubicBezTo>
                        <a:cubicBezTo>
                          <a:pt x="702145" y="2005"/>
                          <a:pt x="703469" y="5"/>
                          <a:pt x="703469" y="5"/>
                        </a:cubicBezTo>
                        <a:cubicBezTo>
                          <a:pt x="703469" y="5"/>
                          <a:pt x="701935" y="-14"/>
                          <a:pt x="699021" y="24"/>
                        </a:cubicBezTo>
                        <a:cubicBezTo>
                          <a:pt x="699021" y="24"/>
                          <a:pt x="690944" y="4386"/>
                          <a:pt x="679018" y="11206"/>
                        </a:cubicBezTo>
                        <a:cubicBezTo>
                          <a:pt x="667083" y="18017"/>
                          <a:pt x="651310" y="27313"/>
                          <a:pt x="635698" y="36885"/>
                        </a:cubicBezTo>
                        <a:cubicBezTo>
                          <a:pt x="620068" y="46430"/>
                          <a:pt x="604609" y="56240"/>
                          <a:pt x="593084" y="63689"/>
                        </a:cubicBezTo>
                        <a:cubicBezTo>
                          <a:pt x="581558" y="71157"/>
                          <a:pt x="573939" y="76214"/>
                          <a:pt x="573939" y="76214"/>
                        </a:cubicBezTo>
                        <a:cubicBezTo>
                          <a:pt x="573939" y="76214"/>
                          <a:pt x="574710" y="72328"/>
                          <a:pt x="575872" y="66489"/>
                        </a:cubicBezTo>
                        <a:cubicBezTo>
                          <a:pt x="577082" y="60651"/>
                          <a:pt x="578701" y="52859"/>
                          <a:pt x="580320" y="45077"/>
                        </a:cubicBezTo>
                        <a:cubicBezTo>
                          <a:pt x="583635" y="29513"/>
                          <a:pt x="587245" y="13883"/>
                          <a:pt x="587245" y="13883"/>
                        </a:cubicBezTo>
                        <a:cubicBezTo>
                          <a:pt x="585416" y="14264"/>
                          <a:pt x="583559" y="14654"/>
                          <a:pt x="581692" y="15054"/>
                        </a:cubicBezTo>
                        <a:cubicBezTo>
                          <a:pt x="581692" y="15054"/>
                          <a:pt x="577958" y="31371"/>
                          <a:pt x="574548" y="47649"/>
                        </a:cubicBezTo>
                        <a:cubicBezTo>
                          <a:pt x="572824" y="55783"/>
                          <a:pt x="571176" y="63918"/>
                          <a:pt x="569966" y="70023"/>
                        </a:cubicBezTo>
                        <a:cubicBezTo>
                          <a:pt x="568766" y="76119"/>
                          <a:pt x="567966" y="80177"/>
                          <a:pt x="567966" y="80177"/>
                        </a:cubicBezTo>
                        <a:cubicBezTo>
                          <a:pt x="567966" y="80177"/>
                          <a:pt x="542430" y="97131"/>
                          <a:pt x="517436" y="114867"/>
                        </a:cubicBezTo>
                        <a:cubicBezTo>
                          <a:pt x="504920" y="123715"/>
                          <a:pt x="492519" y="132717"/>
                          <a:pt x="483270" y="139536"/>
                        </a:cubicBezTo>
                        <a:cubicBezTo>
                          <a:pt x="478631" y="142927"/>
                          <a:pt x="474812" y="145813"/>
                          <a:pt x="472116" y="147814"/>
                        </a:cubicBezTo>
                        <a:cubicBezTo>
                          <a:pt x="469430" y="149824"/>
                          <a:pt x="467897" y="150967"/>
                          <a:pt x="467897" y="150967"/>
                        </a:cubicBezTo>
                        <a:cubicBezTo>
                          <a:pt x="467897" y="150967"/>
                          <a:pt x="468411" y="144327"/>
                          <a:pt x="469182" y="134364"/>
                        </a:cubicBezTo>
                        <a:cubicBezTo>
                          <a:pt x="469992" y="124401"/>
                          <a:pt x="471164" y="111085"/>
                          <a:pt x="472478" y="97741"/>
                        </a:cubicBezTo>
                        <a:cubicBezTo>
                          <a:pt x="473164" y="91054"/>
                          <a:pt x="473850" y="84377"/>
                          <a:pt x="474498" y="78110"/>
                        </a:cubicBezTo>
                        <a:cubicBezTo>
                          <a:pt x="475202" y="71842"/>
                          <a:pt x="475860" y="65994"/>
                          <a:pt x="476422" y="60974"/>
                        </a:cubicBezTo>
                        <a:cubicBezTo>
                          <a:pt x="477021" y="55945"/>
                          <a:pt x="477517" y="51764"/>
                          <a:pt x="477860" y="48830"/>
                        </a:cubicBezTo>
                        <a:cubicBezTo>
                          <a:pt x="478222" y="45896"/>
                          <a:pt x="478431" y="44220"/>
                          <a:pt x="478431" y="44220"/>
                        </a:cubicBezTo>
                        <a:cubicBezTo>
                          <a:pt x="476622" y="44858"/>
                          <a:pt x="474802" y="45506"/>
                          <a:pt x="472973" y="46144"/>
                        </a:cubicBezTo>
                        <a:cubicBezTo>
                          <a:pt x="472973" y="46144"/>
                          <a:pt x="469621" y="73528"/>
                          <a:pt x="467030" y="100732"/>
                        </a:cubicBezTo>
                        <a:cubicBezTo>
                          <a:pt x="465725" y="114352"/>
                          <a:pt x="464553" y="127906"/>
                          <a:pt x="463782" y="138089"/>
                        </a:cubicBezTo>
                        <a:cubicBezTo>
                          <a:pt x="463391" y="143166"/>
                          <a:pt x="463077" y="147395"/>
                          <a:pt x="462848" y="150347"/>
                        </a:cubicBezTo>
                        <a:cubicBezTo>
                          <a:pt x="462639" y="153310"/>
                          <a:pt x="462524" y="155005"/>
                          <a:pt x="462524" y="155005"/>
                        </a:cubicBezTo>
                        <a:cubicBezTo>
                          <a:pt x="462524" y="155005"/>
                          <a:pt x="456810" y="159358"/>
                          <a:pt x="448246" y="165892"/>
                        </a:cubicBezTo>
                        <a:cubicBezTo>
                          <a:pt x="439712" y="172464"/>
                          <a:pt x="428368" y="181294"/>
                          <a:pt x="417166" y="190276"/>
                        </a:cubicBezTo>
                        <a:cubicBezTo>
                          <a:pt x="411556" y="194762"/>
                          <a:pt x="405955" y="199258"/>
                          <a:pt x="400765" y="203544"/>
                        </a:cubicBezTo>
                        <a:cubicBezTo>
                          <a:pt x="395545" y="207802"/>
                          <a:pt x="390687" y="211793"/>
                          <a:pt x="386563" y="215260"/>
                        </a:cubicBezTo>
                        <a:cubicBezTo>
                          <a:pt x="382429" y="218718"/>
                          <a:pt x="378990" y="221594"/>
                          <a:pt x="376571" y="223614"/>
                        </a:cubicBezTo>
                        <a:cubicBezTo>
                          <a:pt x="374180" y="225652"/>
                          <a:pt x="372809" y="226814"/>
                          <a:pt x="372809" y="226814"/>
                        </a:cubicBezTo>
                        <a:cubicBezTo>
                          <a:pt x="372809" y="226814"/>
                          <a:pt x="372809" y="218137"/>
                          <a:pt x="373047" y="205135"/>
                        </a:cubicBezTo>
                        <a:cubicBezTo>
                          <a:pt x="373161" y="198630"/>
                          <a:pt x="373294" y="190981"/>
                          <a:pt x="373532" y="182828"/>
                        </a:cubicBezTo>
                        <a:cubicBezTo>
                          <a:pt x="373771" y="174674"/>
                          <a:pt x="374066" y="165940"/>
                          <a:pt x="374409" y="157167"/>
                        </a:cubicBezTo>
                        <a:cubicBezTo>
                          <a:pt x="374780" y="148442"/>
                          <a:pt x="375199" y="139679"/>
                          <a:pt x="375628" y="131440"/>
                        </a:cubicBezTo>
                        <a:cubicBezTo>
                          <a:pt x="376066" y="123211"/>
                          <a:pt x="376542" y="115543"/>
                          <a:pt x="376952" y="108933"/>
                        </a:cubicBezTo>
                        <a:cubicBezTo>
                          <a:pt x="377362" y="102322"/>
                          <a:pt x="377752" y="96807"/>
                          <a:pt x="378028" y="92969"/>
                        </a:cubicBezTo>
                        <a:cubicBezTo>
                          <a:pt x="378314" y="89111"/>
                          <a:pt x="378476" y="86911"/>
                          <a:pt x="378476" y="86911"/>
                        </a:cubicBezTo>
                        <a:cubicBezTo>
                          <a:pt x="376666" y="87825"/>
                          <a:pt x="374856" y="88749"/>
                          <a:pt x="373047" y="89673"/>
                        </a:cubicBezTo>
                        <a:cubicBezTo>
                          <a:pt x="373047" y="89673"/>
                          <a:pt x="372885" y="91902"/>
                          <a:pt x="372608" y="95798"/>
                        </a:cubicBezTo>
                        <a:cubicBezTo>
                          <a:pt x="372351" y="99694"/>
                          <a:pt x="371990" y="105266"/>
                          <a:pt x="371561" y="111952"/>
                        </a:cubicBezTo>
                        <a:cubicBezTo>
                          <a:pt x="371142" y="118610"/>
                          <a:pt x="370694" y="126392"/>
                          <a:pt x="370284" y="134726"/>
                        </a:cubicBezTo>
                        <a:cubicBezTo>
                          <a:pt x="369865" y="143051"/>
                          <a:pt x="369446" y="151881"/>
                          <a:pt x="369132" y="160749"/>
                        </a:cubicBezTo>
                        <a:cubicBezTo>
                          <a:pt x="368437" y="178427"/>
                          <a:pt x="368065" y="196067"/>
                          <a:pt x="367875" y="209212"/>
                        </a:cubicBezTo>
                        <a:cubicBezTo>
                          <a:pt x="367722" y="222404"/>
                          <a:pt x="367722" y="231138"/>
                          <a:pt x="367722" y="231138"/>
                        </a:cubicBezTo>
                        <a:cubicBezTo>
                          <a:pt x="367722" y="231138"/>
                          <a:pt x="365703" y="232862"/>
                          <a:pt x="362169" y="235872"/>
                        </a:cubicBezTo>
                        <a:cubicBezTo>
                          <a:pt x="358664" y="238920"/>
                          <a:pt x="353663" y="243273"/>
                          <a:pt x="347653" y="248493"/>
                        </a:cubicBezTo>
                        <a:cubicBezTo>
                          <a:pt x="335728" y="259037"/>
                          <a:pt x="319916" y="273201"/>
                          <a:pt x="304448" y="287745"/>
                        </a:cubicBezTo>
                        <a:cubicBezTo>
                          <a:pt x="288998" y="302309"/>
                          <a:pt x="273777" y="317111"/>
                          <a:pt x="262595" y="328446"/>
                        </a:cubicBezTo>
                        <a:cubicBezTo>
                          <a:pt x="259775" y="331256"/>
                          <a:pt x="257203" y="333846"/>
                          <a:pt x="254965" y="336180"/>
                        </a:cubicBezTo>
                        <a:cubicBezTo>
                          <a:pt x="252708" y="338495"/>
                          <a:pt x="250746" y="340524"/>
                          <a:pt x="249126" y="342181"/>
                        </a:cubicBezTo>
                        <a:cubicBezTo>
                          <a:pt x="245888" y="345515"/>
                          <a:pt x="244040" y="347410"/>
                          <a:pt x="244040" y="347410"/>
                        </a:cubicBezTo>
                        <a:cubicBezTo>
                          <a:pt x="244040" y="347410"/>
                          <a:pt x="241887" y="338228"/>
                          <a:pt x="238820" y="324274"/>
                        </a:cubicBezTo>
                        <a:cubicBezTo>
                          <a:pt x="235715" y="310282"/>
                          <a:pt x="231934" y="291689"/>
                          <a:pt x="228333" y="272763"/>
                        </a:cubicBezTo>
                        <a:cubicBezTo>
                          <a:pt x="224838" y="253979"/>
                          <a:pt x="221532" y="234882"/>
                          <a:pt x="219303" y="220623"/>
                        </a:cubicBezTo>
                        <a:cubicBezTo>
                          <a:pt x="217037" y="206316"/>
                          <a:pt x="215627" y="196686"/>
                          <a:pt x="215627" y="196686"/>
                        </a:cubicBezTo>
                        <a:cubicBezTo>
                          <a:pt x="214074" y="198087"/>
                          <a:pt x="212512" y="199487"/>
                          <a:pt x="210960" y="200897"/>
                        </a:cubicBezTo>
                        <a:cubicBezTo>
                          <a:pt x="210960" y="200897"/>
                          <a:pt x="212388" y="210526"/>
                          <a:pt x="214694" y="224823"/>
                        </a:cubicBezTo>
                        <a:cubicBezTo>
                          <a:pt x="215846" y="231977"/>
                          <a:pt x="217275" y="240358"/>
                          <a:pt x="218837" y="249245"/>
                        </a:cubicBezTo>
                        <a:cubicBezTo>
                          <a:pt x="220399" y="258142"/>
                          <a:pt x="222104" y="267581"/>
                          <a:pt x="223942" y="277049"/>
                        </a:cubicBezTo>
                        <a:cubicBezTo>
                          <a:pt x="225762" y="286498"/>
                          <a:pt x="227629" y="295880"/>
                          <a:pt x="229438" y="304643"/>
                        </a:cubicBezTo>
                        <a:cubicBezTo>
                          <a:pt x="231286" y="313444"/>
                          <a:pt x="233058" y="321607"/>
                          <a:pt x="234610" y="328579"/>
                        </a:cubicBezTo>
                        <a:cubicBezTo>
                          <a:pt x="237687" y="342495"/>
                          <a:pt x="239944" y="351744"/>
                          <a:pt x="239944" y="351744"/>
                        </a:cubicBezTo>
                        <a:cubicBezTo>
                          <a:pt x="239944" y="351744"/>
                          <a:pt x="238353" y="353420"/>
                          <a:pt x="235582" y="356354"/>
                        </a:cubicBezTo>
                        <a:cubicBezTo>
                          <a:pt x="232810" y="359288"/>
                          <a:pt x="228819" y="363460"/>
                          <a:pt x="224161" y="368584"/>
                        </a:cubicBezTo>
                        <a:cubicBezTo>
                          <a:pt x="219475" y="373680"/>
                          <a:pt x="213989" y="379605"/>
                          <a:pt x="208255" y="386091"/>
                        </a:cubicBezTo>
                        <a:cubicBezTo>
                          <a:pt x="205378" y="389330"/>
                          <a:pt x="202378" y="392635"/>
                          <a:pt x="199387" y="396064"/>
                        </a:cubicBezTo>
                        <a:cubicBezTo>
                          <a:pt x="196415" y="399502"/>
                          <a:pt x="193396" y="402988"/>
                          <a:pt x="190367" y="406484"/>
                        </a:cubicBezTo>
                        <a:cubicBezTo>
                          <a:pt x="187328" y="409951"/>
                          <a:pt x="184366" y="413494"/>
                          <a:pt x="181451" y="416981"/>
                        </a:cubicBezTo>
                        <a:cubicBezTo>
                          <a:pt x="178536" y="420467"/>
                          <a:pt x="175660" y="423886"/>
                          <a:pt x="172879" y="427210"/>
                        </a:cubicBezTo>
                        <a:cubicBezTo>
                          <a:pt x="167440" y="433945"/>
                          <a:pt x="162316" y="440193"/>
                          <a:pt x="158010" y="445613"/>
                        </a:cubicBezTo>
                        <a:cubicBezTo>
                          <a:pt x="153743" y="451071"/>
                          <a:pt x="150181" y="455614"/>
                          <a:pt x="147695" y="458795"/>
                        </a:cubicBezTo>
                        <a:cubicBezTo>
                          <a:pt x="146437" y="460376"/>
                          <a:pt x="145475" y="461644"/>
                          <a:pt x="144837" y="462510"/>
                        </a:cubicBezTo>
                        <a:cubicBezTo>
                          <a:pt x="144189" y="463377"/>
                          <a:pt x="143837" y="463834"/>
                          <a:pt x="143837" y="463834"/>
                        </a:cubicBezTo>
                        <a:cubicBezTo>
                          <a:pt x="143837" y="463834"/>
                          <a:pt x="143142" y="461634"/>
                          <a:pt x="141913" y="457767"/>
                        </a:cubicBezTo>
                        <a:cubicBezTo>
                          <a:pt x="140732" y="453928"/>
                          <a:pt x="139055" y="448423"/>
                          <a:pt x="137074" y="441765"/>
                        </a:cubicBezTo>
                        <a:cubicBezTo>
                          <a:pt x="135112" y="435116"/>
                          <a:pt x="132817" y="427287"/>
                          <a:pt x="130483" y="418886"/>
                        </a:cubicBezTo>
                        <a:cubicBezTo>
                          <a:pt x="128178" y="410504"/>
                          <a:pt x="125768" y="401502"/>
                          <a:pt x="123425" y="392416"/>
                        </a:cubicBezTo>
                        <a:cubicBezTo>
                          <a:pt x="121053" y="383310"/>
                          <a:pt x="118881" y="374271"/>
                          <a:pt x="116834" y="365679"/>
                        </a:cubicBezTo>
                        <a:cubicBezTo>
                          <a:pt x="114815" y="357116"/>
                          <a:pt x="112928" y="348991"/>
                          <a:pt x="111443" y="342114"/>
                        </a:cubicBezTo>
                        <a:cubicBezTo>
                          <a:pt x="108433" y="328312"/>
                          <a:pt x="106537" y="318978"/>
                          <a:pt x="106537" y="318978"/>
                        </a:cubicBezTo>
                        <a:cubicBezTo>
                          <a:pt x="105156" y="321007"/>
                          <a:pt x="103775" y="323026"/>
                          <a:pt x="102394" y="325055"/>
                        </a:cubicBezTo>
                        <a:cubicBezTo>
                          <a:pt x="102394" y="325055"/>
                          <a:pt x="102879" y="327351"/>
                          <a:pt x="103727" y="331379"/>
                        </a:cubicBezTo>
                        <a:cubicBezTo>
                          <a:pt x="104594" y="335409"/>
                          <a:pt x="105794" y="341105"/>
                          <a:pt x="107366" y="348001"/>
                        </a:cubicBezTo>
                        <a:cubicBezTo>
                          <a:pt x="110490" y="361774"/>
                          <a:pt x="114748" y="379890"/>
                          <a:pt x="119510" y="397902"/>
                        </a:cubicBezTo>
                        <a:cubicBezTo>
                          <a:pt x="124158" y="415828"/>
                          <a:pt x="129330" y="433668"/>
                          <a:pt x="133283" y="446813"/>
                        </a:cubicBezTo>
                        <a:cubicBezTo>
                          <a:pt x="135236" y="453376"/>
                          <a:pt x="137008" y="458891"/>
                          <a:pt x="138217" y="462710"/>
                        </a:cubicBezTo>
                        <a:cubicBezTo>
                          <a:pt x="139437" y="466530"/>
                          <a:pt x="140141" y="468711"/>
                          <a:pt x="140141" y="468711"/>
                        </a:cubicBezTo>
                        <a:cubicBezTo>
                          <a:pt x="140141" y="468711"/>
                          <a:pt x="138332" y="471111"/>
                          <a:pt x="135169" y="475312"/>
                        </a:cubicBezTo>
                        <a:cubicBezTo>
                          <a:pt x="131978" y="479493"/>
                          <a:pt x="127635" y="485627"/>
                          <a:pt x="122320" y="492904"/>
                        </a:cubicBezTo>
                        <a:cubicBezTo>
                          <a:pt x="111871" y="507601"/>
                          <a:pt x="98193" y="527376"/>
                          <a:pt x="85468" y="547787"/>
                        </a:cubicBezTo>
                        <a:cubicBezTo>
                          <a:pt x="72704" y="568171"/>
                          <a:pt x="60808" y="589088"/>
                          <a:pt x="52254" y="604966"/>
                        </a:cubicBezTo>
                        <a:cubicBezTo>
                          <a:pt x="48101" y="612977"/>
                          <a:pt x="44634" y="619644"/>
                          <a:pt x="42205" y="624311"/>
                        </a:cubicBezTo>
                        <a:cubicBezTo>
                          <a:pt x="39891" y="629036"/>
                          <a:pt x="38567" y="631741"/>
                          <a:pt x="38567" y="631741"/>
                        </a:cubicBezTo>
                        <a:cubicBezTo>
                          <a:pt x="38567" y="631741"/>
                          <a:pt x="36709" y="627435"/>
                          <a:pt x="33928" y="620987"/>
                        </a:cubicBezTo>
                        <a:cubicBezTo>
                          <a:pt x="31252" y="614539"/>
                          <a:pt x="27756" y="605861"/>
                          <a:pt x="24327" y="597032"/>
                        </a:cubicBezTo>
                        <a:cubicBezTo>
                          <a:pt x="20841" y="588174"/>
                          <a:pt x="17707" y="579334"/>
                          <a:pt x="15297" y="572581"/>
                        </a:cubicBezTo>
                        <a:cubicBezTo>
                          <a:pt x="12935" y="565809"/>
                          <a:pt x="11363" y="561294"/>
                          <a:pt x="11363" y="561294"/>
                        </a:cubicBezTo>
                        <a:cubicBezTo>
                          <a:pt x="10897" y="565361"/>
                          <a:pt x="10478" y="569428"/>
                          <a:pt x="10087" y="573495"/>
                        </a:cubicBezTo>
                        <a:cubicBezTo>
                          <a:pt x="10087" y="573495"/>
                          <a:pt x="11554" y="577591"/>
                          <a:pt x="13764" y="583735"/>
                        </a:cubicBezTo>
                        <a:cubicBezTo>
                          <a:pt x="16012" y="589869"/>
                          <a:pt x="19164" y="598032"/>
                          <a:pt x="22336" y="606042"/>
                        </a:cubicBezTo>
                        <a:cubicBezTo>
                          <a:pt x="23927" y="610053"/>
                          <a:pt x="25518" y="614034"/>
                          <a:pt x="27061" y="617749"/>
                        </a:cubicBezTo>
                        <a:cubicBezTo>
                          <a:pt x="28642" y="621463"/>
                          <a:pt x="30118" y="624940"/>
                          <a:pt x="31385" y="627912"/>
                        </a:cubicBezTo>
                        <a:cubicBezTo>
                          <a:pt x="33957" y="633789"/>
                          <a:pt x="35671" y="637713"/>
                          <a:pt x="35671" y="637713"/>
                        </a:cubicBezTo>
                        <a:cubicBezTo>
                          <a:pt x="35671" y="637713"/>
                          <a:pt x="35309" y="638456"/>
                          <a:pt x="34680" y="639751"/>
                        </a:cubicBezTo>
                        <a:cubicBezTo>
                          <a:pt x="34061" y="641056"/>
                          <a:pt x="33118" y="642895"/>
                          <a:pt x="32080" y="645152"/>
                        </a:cubicBezTo>
                        <a:cubicBezTo>
                          <a:pt x="30023" y="649667"/>
                          <a:pt x="27280" y="655677"/>
                          <a:pt x="24536" y="661687"/>
                        </a:cubicBezTo>
                        <a:cubicBezTo>
                          <a:pt x="21841" y="667726"/>
                          <a:pt x="19336" y="673841"/>
                          <a:pt x="17383" y="678394"/>
                        </a:cubicBezTo>
                        <a:cubicBezTo>
                          <a:pt x="16421" y="680680"/>
                          <a:pt x="15612" y="682576"/>
                          <a:pt x="15049" y="683909"/>
                        </a:cubicBezTo>
                        <a:cubicBezTo>
                          <a:pt x="14526" y="685252"/>
                          <a:pt x="14221" y="686024"/>
                          <a:pt x="14221" y="686024"/>
                        </a:cubicBezTo>
                        <a:cubicBezTo>
                          <a:pt x="14221" y="686024"/>
                          <a:pt x="13297" y="688377"/>
                          <a:pt x="11906" y="691910"/>
                        </a:cubicBezTo>
                        <a:cubicBezTo>
                          <a:pt x="10535" y="695444"/>
                          <a:pt x="8639" y="700140"/>
                          <a:pt x="6858" y="704874"/>
                        </a:cubicBezTo>
                        <a:cubicBezTo>
                          <a:pt x="3429" y="714399"/>
                          <a:pt x="0" y="723914"/>
                          <a:pt x="0" y="723914"/>
                        </a:cubicBezTo>
                        <a:lnTo>
                          <a:pt x="5067" y="725657"/>
                        </a:lnTo>
                        <a:cubicBezTo>
                          <a:pt x="5067" y="725657"/>
                          <a:pt x="8630" y="715770"/>
                          <a:pt x="12192" y="705884"/>
                        </a:cubicBezTo>
                        <a:cubicBezTo>
                          <a:pt x="16031" y="696092"/>
                          <a:pt x="19860" y="686309"/>
                          <a:pt x="19860" y="686309"/>
                        </a:cubicBezTo>
                        <a:cubicBezTo>
                          <a:pt x="19860" y="686309"/>
                          <a:pt x="20079" y="685729"/>
                          <a:pt x="20536" y="684662"/>
                        </a:cubicBezTo>
                        <a:cubicBezTo>
                          <a:pt x="20993" y="683586"/>
                          <a:pt x="21660" y="682014"/>
                          <a:pt x="22508" y="680014"/>
                        </a:cubicBezTo>
                        <a:cubicBezTo>
                          <a:pt x="23355" y="678013"/>
                          <a:pt x="24384" y="675585"/>
                          <a:pt x="25575" y="672794"/>
                        </a:cubicBezTo>
                        <a:cubicBezTo>
                          <a:pt x="26165" y="671403"/>
                          <a:pt x="26794" y="669917"/>
                          <a:pt x="27461" y="668355"/>
                        </a:cubicBezTo>
                        <a:cubicBezTo>
                          <a:pt x="27794" y="667574"/>
                          <a:pt x="28137" y="666774"/>
                          <a:pt x="28480" y="665955"/>
                        </a:cubicBezTo>
                        <a:cubicBezTo>
                          <a:pt x="28851" y="665145"/>
                          <a:pt x="29232" y="664316"/>
                          <a:pt x="29613" y="663469"/>
                        </a:cubicBezTo>
                        <a:cubicBezTo>
                          <a:pt x="31156" y="660078"/>
                          <a:pt x="32833" y="656401"/>
                          <a:pt x="34604" y="652515"/>
                        </a:cubicBezTo>
                        <a:cubicBezTo>
                          <a:pt x="35490" y="650572"/>
                          <a:pt x="36404" y="648572"/>
                          <a:pt x="37329" y="646533"/>
                        </a:cubicBezTo>
                        <a:cubicBezTo>
                          <a:pt x="38310" y="644514"/>
                          <a:pt x="39310" y="642456"/>
                          <a:pt x="40329" y="640361"/>
                        </a:cubicBezTo>
                        <a:cubicBezTo>
                          <a:pt x="42367" y="636170"/>
                          <a:pt x="44482" y="631846"/>
                          <a:pt x="46625" y="627445"/>
                        </a:cubicBezTo>
                        <a:cubicBezTo>
                          <a:pt x="48873" y="623102"/>
                          <a:pt x="51159" y="618682"/>
                          <a:pt x="53445" y="614272"/>
                        </a:cubicBezTo>
                        <a:cubicBezTo>
                          <a:pt x="54588" y="612072"/>
                          <a:pt x="55740" y="609862"/>
                          <a:pt x="56883" y="607662"/>
                        </a:cubicBezTo>
                        <a:cubicBezTo>
                          <a:pt x="58074" y="605490"/>
                          <a:pt x="59265" y="603328"/>
                          <a:pt x="60436" y="601185"/>
                        </a:cubicBezTo>
                        <a:cubicBezTo>
                          <a:pt x="62798" y="596898"/>
                          <a:pt x="65122" y="592679"/>
                          <a:pt x="67370" y="588592"/>
                        </a:cubicBezTo>
                        <a:cubicBezTo>
                          <a:pt x="69704" y="584554"/>
                          <a:pt x="71961" y="580658"/>
                          <a:pt x="74104" y="576963"/>
                        </a:cubicBezTo>
                        <a:cubicBezTo>
                          <a:pt x="75171" y="575115"/>
                          <a:pt x="76219" y="573315"/>
                          <a:pt x="77229" y="571571"/>
                        </a:cubicBezTo>
                        <a:cubicBezTo>
                          <a:pt x="78238" y="569828"/>
                          <a:pt x="79277" y="568190"/>
                          <a:pt x="80239" y="566590"/>
                        </a:cubicBezTo>
                        <a:cubicBezTo>
                          <a:pt x="84134" y="560227"/>
                          <a:pt x="87325" y="554893"/>
                          <a:pt x="89640" y="551207"/>
                        </a:cubicBezTo>
                        <a:cubicBezTo>
                          <a:pt x="91983" y="547540"/>
                          <a:pt x="93326" y="545444"/>
                          <a:pt x="93326" y="545444"/>
                        </a:cubicBezTo>
                        <a:cubicBezTo>
                          <a:pt x="93326" y="545444"/>
                          <a:pt x="100384" y="545578"/>
                          <a:pt x="110862" y="545949"/>
                        </a:cubicBezTo>
                        <a:cubicBezTo>
                          <a:pt x="113481" y="546054"/>
                          <a:pt x="116310" y="546159"/>
                          <a:pt x="119310" y="546273"/>
                        </a:cubicBezTo>
                        <a:cubicBezTo>
                          <a:pt x="122320" y="546426"/>
                          <a:pt x="125492" y="546587"/>
                          <a:pt x="128778" y="546749"/>
                        </a:cubicBezTo>
                        <a:cubicBezTo>
                          <a:pt x="135331" y="547102"/>
                          <a:pt x="142294" y="547521"/>
                          <a:pt x="149219" y="547997"/>
                        </a:cubicBezTo>
                        <a:cubicBezTo>
                          <a:pt x="152676" y="548245"/>
                          <a:pt x="156124" y="548492"/>
                          <a:pt x="159525" y="548740"/>
                        </a:cubicBezTo>
                        <a:cubicBezTo>
                          <a:pt x="162935" y="549026"/>
                          <a:pt x="166297" y="549311"/>
                          <a:pt x="169545" y="549578"/>
                        </a:cubicBezTo>
                        <a:cubicBezTo>
                          <a:pt x="176031" y="550150"/>
                          <a:pt x="182051" y="550721"/>
                          <a:pt x="187195" y="551235"/>
                        </a:cubicBezTo>
                        <a:cubicBezTo>
                          <a:pt x="192319" y="551769"/>
                          <a:pt x="196596" y="552226"/>
                          <a:pt x="199587" y="552531"/>
                        </a:cubicBezTo>
                        <a:cubicBezTo>
                          <a:pt x="202587" y="552874"/>
                          <a:pt x="204302" y="553064"/>
                          <a:pt x="204302" y="553064"/>
                        </a:cubicBezTo>
                        <a:cubicBezTo>
                          <a:pt x="206073" y="551721"/>
                          <a:pt x="207836" y="550369"/>
                          <a:pt x="209598" y="549026"/>
                        </a:cubicBezTo>
                        <a:cubicBezTo>
                          <a:pt x="209598" y="549026"/>
                          <a:pt x="202635" y="548159"/>
                          <a:pt x="192100" y="547006"/>
                        </a:cubicBezTo>
                        <a:cubicBezTo>
                          <a:pt x="181651" y="545892"/>
                          <a:pt x="167612" y="544559"/>
                          <a:pt x="153400" y="543463"/>
                        </a:cubicBezTo>
                        <a:cubicBezTo>
                          <a:pt x="139303" y="542406"/>
                          <a:pt x="125082" y="541634"/>
                          <a:pt x="114310" y="541149"/>
                        </a:cubicBezTo>
                        <a:cubicBezTo>
                          <a:pt x="108918" y="540901"/>
                          <a:pt x="104499" y="540787"/>
                          <a:pt x="101365" y="540682"/>
                        </a:cubicBezTo>
                        <a:cubicBezTo>
                          <a:pt x="98231" y="540596"/>
                          <a:pt x="96441" y="540539"/>
                          <a:pt x="96441" y="540539"/>
                        </a:cubicBezTo>
                        <a:cubicBezTo>
                          <a:pt x="96441" y="540539"/>
                          <a:pt x="97689" y="538577"/>
                          <a:pt x="99879" y="535157"/>
                        </a:cubicBezTo>
                        <a:cubicBezTo>
                          <a:pt x="102098" y="531747"/>
                          <a:pt x="105356" y="526937"/>
                          <a:pt x="109214" y="521136"/>
                        </a:cubicBezTo>
                        <a:cubicBezTo>
                          <a:pt x="110185" y="519689"/>
                          <a:pt x="111185" y="518174"/>
                          <a:pt x="112233" y="516612"/>
                        </a:cubicBezTo>
                        <a:cubicBezTo>
                          <a:pt x="113309" y="515069"/>
                          <a:pt x="114414" y="513478"/>
                          <a:pt x="115557" y="511840"/>
                        </a:cubicBezTo>
                        <a:cubicBezTo>
                          <a:pt x="117843" y="508564"/>
                          <a:pt x="120253" y="505106"/>
                          <a:pt x="122739" y="501534"/>
                        </a:cubicBezTo>
                        <a:cubicBezTo>
                          <a:pt x="125197" y="497934"/>
                          <a:pt x="127911" y="494343"/>
                          <a:pt x="130578" y="490628"/>
                        </a:cubicBezTo>
                        <a:cubicBezTo>
                          <a:pt x="133283" y="486932"/>
                          <a:pt x="135960" y="483141"/>
                          <a:pt x="138760" y="479426"/>
                        </a:cubicBezTo>
                        <a:cubicBezTo>
                          <a:pt x="144380" y="472026"/>
                          <a:pt x="149895" y="464529"/>
                          <a:pt x="155324" y="457719"/>
                        </a:cubicBezTo>
                        <a:cubicBezTo>
                          <a:pt x="158010" y="454290"/>
                          <a:pt x="160611" y="450966"/>
                          <a:pt x="163068" y="447823"/>
                        </a:cubicBezTo>
                        <a:cubicBezTo>
                          <a:pt x="165583" y="444718"/>
                          <a:pt x="167954" y="441784"/>
                          <a:pt x="170145" y="439069"/>
                        </a:cubicBezTo>
                        <a:cubicBezTo>
                          <a:pt x="172336" y="436364"/>
                          <a:pt x="174355" y="433878"/>
                          <a:pt x="176136" y="431678"/>
                        </a:cubicBezTo>
                        <a:cubicBezTo>
                          <a:pt x="177918" y="429477"/>
                          <a:pt x="179537" y="427610"/>
                          <a:pt x="180832" y="426039"/>
                        </a:cubicBezTo>
                        <a:cubicBezTo>
                          <a:pt x="183442" y="422924"/>
                          <a:pt x="184938" y="421143"/>
                          <a:pt x="184938" y="421143"/>
                        </a:cubicBezTo>
                        <a:cubicBezTo>
                          <a:pt x="184938" y="421143"/>
                          <a:pt x="187319" y="421372"/>
                          <a:pt x="191491" y="421772"/>
                        </a:cubicBezTo>
                        <a:cubicBezTo>
                          <a:pt x="195653" y="422181"/>
                          <a:pt x="201568" y="422772"/>
                          <a:pt x="208712" y="423591"/>
                        </a:cubicBezTo>
                        <a:cubicBezTo>
                          <a:pt x="215837" y="424401"/>
                          <a:pt x="224114" y="425382"/>
                          <a:pt x="232924" y="426506"/>
                        </a:cubicBezTo>
                        <a:cubicBezTo>
                          <a:pt x="241725" y="427620"/>
                          <a:pt x="251184" y="428973"/>
                          <a:pt x="260509" y="430335"/>
                        </a:cubicBezTo>
                        <a:cubicBezTo>
                          <a:pt x="265166" y="431040"/>
                          <a:pt x="269824" y="431744"/>
                          <a:pt x="274406" y="432440"/>
                        </a:cubicBezTo>
                        <a:cubicBezTo>
                          <a:pt x="278987" y="433192"/>
                          <a:pt x="283502" y="433926"/>
                          <a:pt x="287874" y="434640"/>
                        </a:cubicBezTo>
                        <a:cubicBezTo>
                          <a:pt x="296589" y="436097"/>
                          <a:pt x="304638" y="437507"/>
                          <a:pt x="311553" y="438774"/>
                        </a:cubicBezTo>
                        <a:cubicBezTo>
                          <a:pt x="325431" y="441355"/>
                          <a:pt x="334556" y="443184"/>
                          <a:pt x="334556" y="44318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17" name="Google Shape;1889;p65">
                  <a:extLst>
                    <a:ext uri="{FF2B5EF4-FFF2-40B4-BE49-F238E27FC236}">
                      <a16:creationId xmlns:a16="http://schemas.microsoft.com/office/drawing/2014/main" id="{8DA3D7CD-2394-E5EA-12EB-1338786EE68C}"/>
                    </a:ext>
                  </a:extLst>
                </p:cNvPr>
                <p:cNvGrpSpPr/>
                <p:nvPr/>
              </p:nvGrpSpPr>
              <p:grpSpPr>
                <a:xfrm>
                  <a:off x="7077970" y="4351710"/>
                  <a:ext cx="1024474" cy="593969"/>
                  <a:chOff x="7077970" y="4351710"/>
                  <a:chExt cx="1024474" cy="593969"/>
                </a:xfrm>
              </p:grpSpPr>
              <p:grpSp>
                <p:nvGrpSpPr>
                  <p:cNvPr id="1021" name="Google Shape;1890;p65">
                    <a:extLst>
                      <a:ext uri="{FF2B5EF4-FFF2-40B4-BE49-F238E27FC236}">
                        <a16:creationId xmlns:a16="http://schemas.microsoft.com/office/drawing/2014/main" id="{E0423062-347C-0FDC-0403-C914DE6ED88E}"/>
                      </a:ext>
                    </a:extLst>
                  </p:cNvPr>
                  <p:cNvGrpSpPr/>
                  <p:nvPr/>
                </p:nvGrpSpPr>
                <p:grpSpPr>
                  <a:xfrm>
                    <a:off x="7077970" y="4497558"/>
                    <a:ext cx="1024474" cy="254459"/>
                    <a:chOff x="7077970" y="4497558"/>
                    <a:chExt cx="1024474" cy="254459"/>
                  </a:xfrm>
                </p:grpSpPr>
                <p:sp>
                  <p:nvSpPr>
                    <p:cNvPr id="1046" name="Google Shape;1891;p65">
                      <a:extLst>
                        <a:ext uri="{FF2B5EF4-FFF2-40B4-BE49-F238E27FC236}">
                          <a16:creationId xmlns:a16="http://schemas.microsoft.com/office/drawing/2014/main" id="{3B91E7D4-2444-9C3E-0AC8-909B9FB49A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06654" y="4497558"/>
                      <a:ext cx="195790" cy="1038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5790" h="103839" extrusionOk="0">
                          <a:moveTo>
                            <a:pt x="0" y="64726"/>
                          </a:moveTo>
                          <a:cubicBezTo>
                            <a:pt x="0" y="64726"/>
                            <a:pt x="5372" y="68727"/>
                            <a:pt x="14507" y="73994"/>
                          </a:cubicBezTo>
                          <a:cubicBezTo>
                            <a:pt x="23660" y="79328"/>
                            <a:pt x="36528" y="86052"/>
                            <a:pt x="51626" y="91768"/>
                          </a:cubicBezTo>
                          <a:cubicBezTo>
                            <a:pt x="66742" y="97530"/>
                            <a:pt x="84039" y="102207"/>
                            <a:pt x="102641" y="103493"/>
                          </a:cubicBezTo>
                          <a:cubicBezTo>
                            <a:pt x="121282" y="104798"/>
                            <a:pt x="141208" y="102540"/>
                            <a:pt x="162601" y="94568"/>
                          </a:cubicBezTo>
                          <a:cubicBezTo>
                            <a:pt x="173317" y="90577"/>
                            <a:pt x="181147" y="85262"/>
                            <a:pt x="186547" y="78994"/>
                          </a:cubicBezTo>
                          <a:cubicBezTo>
                            <a:pt x="189243" y="75861"/>
                            <a:pt x="191338" y="72498"/>
                            <a:pt x="192843" y="68955"/>
                          </a:cubicBezTo>
                          <a:cubicBezTo>
                            <a:pt x="194358" y="65412"/>
                            <a:pt x="195367" y="61716"/>
                            <a:pt x="195653" y="57877"/>
                          </a:cubicBezTo>
                          <a:cubicBezTo>
                            <a:pt x="197101" y="42571"/>
                            <a:pt x="187052" y="25359"/>
                            <a:pt x="168412" y="13729"/>
                          </a:cubicBezTo>
                          <a:cubicBezTo>
                            <a:pt x="159125" y="7938"/>
                            <a:pt x="147723" y="3537"/>
                            <a:pt x="134798" y="1404"/>
                          </a:cubicBezTo>
                          <a:cubicBezTo>
                            <a:pt x="121882" y="-749"/>
                            <a:pt x="107470" y="-511"/>
                            <a:pt x="92297" y="2709"/>
                          </a:cubicBezTo>
                          <a:cubicBezTo>
                            <a:pt x="77124" y="5900"/>
                            <a:pt x="61246" y="12367"/>
                            <a:pt x="45520" y="22435"/>
                          </a:cubicBezTo>
                          <a:cubicBezTo>
                            <a:pt x="41596" y="24988"/>
                            <a:pt x="37681" y="27760"/>
                            <a:pt x="33785" y="30750"/>
                          </a:cubicBezTo>
                          <a:cubicBezTo>
                            <a:pt x="29889" y="33713"/>
                            <a:pt x="26041" y="37065"/>
                            <a:pt x="22222" y="40551"/>
                          </a:cubicBezTo>
                          <a:cubicBezTo>
                            <a:pt x="14592" y="47505"/>
                            <a:pt x="7163" y="55668"/>
                            <a:pt x="0" y="64726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7" name="Google Shape;1892;p65">
                      <a:extLst>
                        <a:ext uri="{FF2B5EF4-FFF2-40B4-BE49-F238E27FC236}">
                          <a16:creationId xmlns:a16="http://schemas.microsoft.com/office/drawing/2014/main" id="{5B5373B6-9056-2B54-F1BC-77AC978B4E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77970" y="4498771"/>
                      <a:ext cx="1024166" cy="2532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4166" h="253246" extrusionOk="0">
                          <a:moveTo>
                            <a:pt x="898084" y="56750"/>
                          </a:moveTo>
                          <a:cubicBezTo>
                            <a:pt x="898084" y="56750"/>
                            <a:pt x="901865" y="56502"/>
                            <a:pt x="907552" y="56131"/>
                          </a:cubicBezTo>
                          <a:cubicBezTo>
                            <a:pt x="908971" y="56036"/>
                            <a:pt x="910514" y="55940"/>
                            <a:pt x="912133" y="55836"/>
                          </a:cubicBezTo>
                          <a:cubicBezTo>
                            <a:pt x="913762" y="55759"/>
                            <a:pt x="915476" y="55674"/>
                            <a:pt x="917258" y="55588"/>
                          </a:cubicBezTo>
                          <a:cubicBezTo>
                            <a:pt x="920810" y="55426"/>
                            <a:pt x="924601" y="55207"/>
                            <a:pt x="928392" y="55083"/>
                          </a:cubicBezTo>
                          <a:cubicBezTo>
                            <a:pt x="943556" y="54473"/>
                            <a:pt x="958739" y="54521"/>
                            <a:pt x="958739" y="54521"/>
                          </a:cubicBezTo>
                          <a:cubicBezTo>
                            <a:pt x="958739" y="54521"/>
                            <a:pt x="960682" y="51663"/>
                            <a:pt x="963606" y="47368"/>
                          </a:cubicBezTo>
                          <a:cubicBezTo>
                            <a:pt x="966549" y="43072"/>
                            <a:pt x="970540" y="37443"/>
                            <a:pt x="974646" y="31775"/>
                          </a:cubicBezTo>
                          <a:cubicBezTo>
                            <a:pt x="978741" y="26117"/>
                            <a:pt x="982971" y="20564"/>
                            <a:pt x="986190" y="16354"/>
                          </a:cubicBezTo>
                          <a:cubicBezTo>
                            <a:pt x="989419" y="12173"/>
                            <a:pt x="991629" y="9420"/>
                            <a:pt x="991629" y="9420"/>
                          </a:cubicBezTo>
                          <a:cubicBezTo>
                            <a:pt x="992724" y="9992"/>
                            <a:pt x="993791" y="10573"/>
                            <a:pt x="994829" y="11173"/>
                          </a:cubicBezTo>
                          <a:cubicBezTo>
                            <a:pt x="994829" y="11173"/>
                            <a:pt x="992715" y="13840"/>
                            <a:pt x="989552" y="17840"/>
                          </a:cubicBezTo>
                          <a:cubicBezTo>
                            <a:pt x="986409" y="21822"/>
                            <a:pt x="982323" y="27270"/>
                            <a:pt x="978332" y="32651"/>
                          </a:cubicBezTo>
                          <a:cubicBezTo>
                            <a:pt x="974341" y="38052"/>
                            <a:pt x="970464" y="43558"/>
                            <a:pt x="967597" y="47644"/>
                          </a:cubicBezTo>
                          <a:cubicBezTo>
                            <a:pt x="964730" y="51730"/>
                            <a:pt x="962863" y="54512"/>
                            <a:pt x="962863" y="54512"/>
                          </a:cubicBezTo>
                          <a:cubicBezTo>
                            <a:pt x="962863" y="54512"/>
                            <a:pt x="963825" y="54512"/>
                            <a:pt x="965502" y="54521"/>
                          </a:cubicBezTo>
                          <a:cubicBezTo>
                            <a:pt x="967178" y="54550"/>
                            <a:pt x="969578" y="54588"/>
                            <a:pt x="972455" y="54635"/>
                          </a:cubicBezTo>
                          <a:cubicBezTo>
                            <a:pt x="978208" y="54721"/>
                            <a:pt x="985876" y="54988"/>
                            <a:pt x="993543" y="55369"/>
                          </a:cubicBezTo>
                          <a:cubicBezTo>
                            <a:pt x="1001211" y="55778"/>
                            <a:pt x="1008869" y="56340"/>
                            <a:pt x="1014603" y="56902"/>
                          </a:cubicBezTo>
                          <a:cubicBezTo>
                            <a:pt x="1017470" y="57188"/>
                            <a:pt x="1019861" y="57445"/>
                            <a:pt x="1021537" y="57645"/>
                          </a:cubicBezTo>
                          <a:cubicBezTo>
                            <a:pt x="1023204" y="57864"/>
                            <a:pt x="1024166" y="57988"/>
                            <a:pt x="1024166" y="57988"/>
                          </a:cubicBezTo>
                          <a:cubicBezTo>
                            <a:pt x="1024033" y="59141"/>
                            <a:pt x="1023842" y="60274"/>
                            <a:pt x="1023585" y="61398"/>
                          </a:cubicBezTo>
                          <a:cubicBezTo>
                            <a:pt x="1023585" y="61398"/>
                            <a:pt x="1022433" y="61255"/>
                            <a:pt x="1020413" y="60998"/>
                          </a:cubicBezTo>
                          <a:cubicBezTo>
                            <a:pt x="1018394" y="60760"/>
                            <a:pt x="1015489" y="60445"/>
                            <a:pt x="1012003" y="60131"/>
                          </a:cubicBezTo>
                          <a:cubicBezTo>
                            <a:pt x="1005021" y="59493"/>
                            <a:pt x="995686" y="58864"/>
                            <a:pt x="986342" y="58493"/>
                          </a:cubicBezTo>
                          <a:cubicBezTo>
                            <a:pt x="976989" y="58150"/>
                            <a:pt x="967626" y="57950"/>
                            <a:pt x="960606" y="57960"/>
                          </a:cubicBezTo>
                          <a:cubicBezTo>
                            <a:pt x="953586" y="57921"/>
                            <a:pt x="948900" y="58017"/>
                            <a:pt x="948900" y="58017"/>
                          </a:cubicBezTo>
                          <a:cubicBezTo>
                            <a:pt x="948900" y="58017"/>
                            <a:pt x="950776" y="60455"/>
                            <a:pt x="953605" y="64122"/>
                          </a:cubicBezTo>
                          <a:cubicBezTo>
                            <a:pt x="956405" y="67828"/>
                            <a:pt x="960082" y="72771"/>
                            <a:pt x="963682" y="77705"/>
                          </a:cubicBezTo>
                          <a:cubicBezTo>
                            <a:pt x="967273" y="82667"/>
                            <a:pt x="970769" y="87687"/>
                            <a:pt x="973350" y="91421"/>
                          </a:cubicBezTo>
                          <a:cubicBezTo>
                            <a:pt x="974646" y="93288"/>
                            <a:pt x="975703" y="94859"/>
                            <a:pt x="976446" y="95974"/>
                          </a:cubicBezTo>
                          <a:cubicBezTo>
                            <a:pt x="977179" y="97079"/>
                            <a:pt x="977608" y="97707"/>
                            <a:pt x="977608" y="97707"/>
                          </a:cubicBezTo>
                          <a:cubicBezTo>
                            <a:pt x="976474" y="97993"/>
                            <a:pt x="975351" y="98279"/>
                            <a:pt x="974236" y="98565"/>
                          </a:cubicBezTo>
                          <a:cubicBezTo>
                            <a:pt x="974236" y="98565"/>
                            <a:pt x="972474" y="96012"/>
                            <a:pt x="969845" y="92173"/>
                          </a:cubicBezTo>
                          <a:cubicBezTo>
                            <a:pt x="967188" y="88325"/>
                            <a:pt x="963578" y="83220"/>
                            <a:pt x="959863" y="78181"/>
                          </a:cubicBezTo>
                          <a:cubicBezTo>
                            <a:pt x="956158" y="73114"/>
                            <a:pt x="952367" y="68056"/>
                            <a:pt x="949471" y="64332"/>
                          </a:cubicBezTo>
                          <a:cubicBezTo>
                            <a:pt x="946566" y="60579"/>
                            <a:pt x="944623" y="58083"/>
                            <a:pt x="944623" y="58083"/>
                          </a:cubicBezTo>
                          <a:cubicBezTo>
                            <a:pt x="944623" y="58083"/>
                            <a:pt x="940680" y="58112"/>
                            <a:pt x="934774" y="58321"/>
                          </a:cubicBezTo>
                          <a:cubicBezTo>
                            <a:pt x="931821" y="58426"/>
                            <a:pt x="928373" y="58483"/>
                            <a:pt x="924687" y="58674"/>
                          </a:cubicBezTo>
                          <a:cubicBezTo>
                            <a:pt x="921001" y="58855"/>
                            <a:pt x="917067" y="59036"/>
                            <a:pt x="913124" y="59226"/>
                          </a:cubicBezTo>
                          <a:cubicBezTo>
                            <a:pt x="909190" y="59474"/>
                            <a:pt x="905256" y="59731"/>
                            <a:pt x="901570" y="59969"/>
                          </a:cubicBezTo>
                          <a:cubicBezTo>
                            <a:pt x="897884" y="60188"/>
                            <a:pt x="894445" y="60465"/>
                            <a:pt x="891502" y="60722"/>
                          </a:cubicBezTo>
                          <a:cubicBezTo>
                            <a:pt x="885615" y="61208"/>
                            <a:pt x="881682" y="61541"/>
                            <a:pt x="881682" y="61541"/>
                          </a:cubicBezTo>
                          <a:cubicBezTo>
                            <a:pt x="881682" y="61541"/>
                            <a:pt x="889978" y="71056"/>
                            <a:pt x="897912" y="80600"/>
                          </a:cubicBezTo>
                          <a:cubicBezTo>
                            <a:pt x="905885" y="90259"/>
                            <a:pt x="913486" y="99965"/>
                            <a:pt x="913486" y="99965"/>
                          </a:cubicBezTo>
                          <a:cubicBezTo>
                            <a:pt x="911800" y="99670"/>
                            <a:pt x="910123" y="99336"/>
                            <a:pt x="908466" y="98984"/>
                          </a:cubicBezTo>
                          <a:cubicBezTo>
                            <a:pt x="908466" y="98984"/>
                            <a:pt x="906589" y="96641"/>
                            <a:pt x="903789" y="93126"/>
                          </a:cubicBezTo>
                          <a:cubicBezTo>
                            <a:pt x="902370" y="91373"/>
                            <a:pt x="900703" y="89316"/>
                            <a:pt x="898931" y="87125"/>
                          </a:cubicBezTo>
                          <a:cubicBezTo>
                            <a:pt x="897131" y="84963"/>
                            <a:pt x="895207" y="82648"/>
                            <a:pt x="893283" y="80343"/>
                          </a:cubicBezTo>
                          <a:cubicBezTo>
                            <a:pt x="889406" y="75724"/>
                            <a:pt x="885473" y="71114"/>
                            <a:pt x="882482" y="67656"/>
                          </a:cubicBezTo>
                          <a:cubicBezTo>
                            <a:pt x="880986" y="65941"/>
                            <a:pt x="879738" y="64513"/>
                            <a:pt x="878862" y="63513"/>
                          </a:cubicBezTo>
                          <a:cubicBezTo>
                            <a:pt x="877986" y="62522"/>
                            <a:pt x="877481" y="61951"/>
                            <a:pt x="877481" y="61951"/>
                          </a:cubicBezTo>
                          <a:cubicBezTo>
                            <a:pt x="877481" y="61951"/>
                            <a:pt x="874757" y="62227"/>
                            <a:pt x="870671" y="62636"/>
                          </a:cubicBezTo>
                          <a:cubicBezTo>
                            <a:pt x="868632" y="62846"/>
                            <a:pt x="866242" y="63084"/>
                            <a:pt x="863689" y="63341"/>
                          </a:cubicBezTo>
                          <a:cubicBezTo>
                            <a:pt x="861136" y="63646"/>
                            <a:pt x="858422" y="63970"/>
                            <a:pt x="855698" y="64294"/>
                          </a:cubicBezTo>
                          <a:cubicBezTo>
                            <a:pt x="850259" y="64951"/>
                            <a:pt x="844820" y="65570"/>
                            <a:pt x="840753" y="66180"/>
                          </a:cubicBezTo>
                          <a:cubicBezTo>
                            <a:pt x="836686" y="66742"/>
                            <a:pt x="833971" y="67123"/>
                            <a:pt x="833971" y="67123"/>
                          </a:cubicBezTo>
                          <a:cubicBezTo>
                            <a:pt x="833971" y="67123"/>
                            <a:pt x="833142" y="67237"/>
                            <a:pt x="831533" y="67465"/>
                          </a:cubicBezTo>
                          <a:cubicBezTo>
                            <a:pt x="829923" y="67704"/>
                            <a:pt x="827522" y="67989"/>
                            <a:pt x="824417" y="68504"/>
                          </a:cubicBezTo>
                          <a:cubicBezTo>
                            <a:pt x="818207" y="69532"/>
                            <a:pt x="809063" y="70818"/>
                            <a:pt x="797509" y="72980"/>
                          </a:cubicBezTo>
                          <a:cubicBezTo>
                            <a:pt x="774373" y="77114"/>
                            <a:pt x="741445" y="83886"/>
                            <a:pt x="702583" y="94574"/>
                          </a:cubicBezTo>
                          <a:cubicBezTo>
                            <a:pt x="683200" y="100060"/>
                            <a:pt x="662245" y="106242"/>
                            <a:pt x="640432" y="113814"/>
                          </a:cubicBezTo>
                          <a:cubicBezTo>
                            <a:pt x="629460" y="117415"/>
                            <a:pt x="618373" y="121634"/>
                            <a:pt x="606981" y="125778"/>
                          </a:cubicBezTo>
                          <a:cubicBezTo>
                            <a:pt x="601294" y="127883"/>
                            <a:pt x="595627" y="130207"/>
                            <a:pt x="589855" y="132445"/>
                          </a:cubicBezTo>
                          <a:cubicBezTo>
                            <a:pt x="586978" y="133578"/>
                            <a:pt x="584083" y="134712"/>
                            <a:pt x="581177" y="135855"/>
                          </a:cubicBezTo>
                          <a:cubicBezTo>
                            <a:pt x="578263" y="136988"/>
                            <a:pt x="575405" y="138255"/>
                            <a:pt x="572491" y="139465"/>
                          </a:cubicBezTo>
                          <a:cubicBezTo>
                            <a:pt x="566690" y="141903"/>
                            <a:pt x="560832" y="144370"/>
                            <a:pt x="554936" y="146856"/>
                          </a:cubicBezTo>
                          <a:cubicBezTo>
                            <a:pt x="549078" y="149428"/>
                            <a:pt x="543220" y="152105"/>
                            <a:pt x="537305" y="154752"/>
                          </a:cubicBezTo>
                          <a:cubicBezTo>
                            <a:pt x="531381" y="157410"/>
                            <a:pt x="525418" y="160077"/>
                            <a:pt x="519427" y="162753"/>
                          </a:cubicBezTo>
                          <a:cubicBezTo>
                            <a:pt x="516427" y="164097"/>
                            <a:pt x="513407" y="165430"/>
                            <a:pt x="510388" y="166783"/>
                          </a:cubicBezTo>
                          <a:cubicBezTo>
                            <a:pt x="507368" y="168126"/>
                            <a:pt x="504358" y="169507"/>
                            <a:pt x="501272" y="170726"/>
                          </a:cubicBezTo>
                          <a:cubicBezTo>
                            <a:pt x="495129" y="173241"/>
                            <a:pt x="488966" y="175774"/>
                            <a:pt x="482784" y="178308"/>
                          </a:cubicBezTo>
                          <a:cubicBezTo>
                            <a:pt x="476574" y="180775"/>
                            <a:pt x="470268" y="183061"/>
                            <a:pt x="463991" y="185452"/>
                          </a:cubicBezTo>
                          <a:cubicBezTo>
                            <a:pt x="457733" y="187900"/>
                            <a:pt x="451352" y="190024"/>
                            <a:pt x="444989" y="192233"/>
                          </a:cubicBezTo>
                          <a:lnTo>
                            <a:pt x="435435" y="195539"/>
                          </a:lnTo>
                          <a:cubicBezTo>
                            <a:pt x="432254" y="196644"/>
                            <a:pt x="429016" y="197606"/>
                            <a:pt x="425815" y="198644"/>
                          </a:cubicBezTo>
                          <a:lnTo>
                            <a:pt x="416176" y="201701"/>
                          </a:lnTo>
                          <a:cubicBezTo>
                            <a:pt x="412966" y="202720"/>
                            <a:pt x="409756" y="203759"/>
                            <a:pt x="406518" y="204673"/>
                          </a:cubicBezTo>
                          <a:cubicBezTo>
                            <a:pt x="400050" y="206550"/>
                            <a:pt x="393592" y="208426"/>
                            <a:pt x="387144" y="210302"/>
                          </a:cubicBezTo>
                          <a:cubicBezTo>
                            <a:pt x="380657" y="212026"/>
                            <a:pt x="374180" y="213750"/>
                            <a:pt x="367722" y="215465"/>
                          </a:cubicBezTo>
                          <a:lnTo>
                            <a:pt x="362883" y="216741"/>
                          </a:lnTo>
                          <a:lnTo>
                            <a:pt x="358026" y="217913"/>
                          </a:lnTo>
                          <a:cubicBezTo>
                            <a:pt x="354787" y="218694"/>
                            <a:pt x="351558" y="219475"/>
                            <a:pt x="348329" y="220256"/>
                          </a:cubicBezTo>
                          <a:cubicBezTo>
                            <a:pt x="322507" y="226390"/>
                            <a:pt x="296885" y="231524"/>
                            <a:pt x="271967" y="235734"/>
                          </a:cubicBezTo>
                          <a:cubicBezTo>
                            <a:pt x="222104" y="244059"/>
                            <a:pt x="175108" y="248717"/>
                            <a:pt x="134750" y="251088"/>
                          </a:cubicBezTo>
                          <a:cubicBezTo>
                            <a:pt x="94383" y="253403"/>
                            <a:pt x="60665" y="253508"/>
                            <a:pt x="37081" y="252993"/>
                          </a:cubicBezTo>
                          <a:cubicBezTo>
                            <a:pt x="25289" y="252727"/>
                            <a:pt x="16021" y="252317"/>
                            <a:pt x="9706" y="251974"/>
                          </a:cubicBezTo>
                          <a:cubicBezTo>
                            <a:pt x="6544" y="251812"/>
                            <a:pt x="4124" y="251641"/>
                            <a:pt x="2486" y="251536"/>
                          </a:cubicBezTo>
                          <a:cubicBezTo>
                            <a:pt x="848" y="251412"/>
                            <a:pt x="0" y="251355"/>
                            <a:pt x="0" y="251355"/>
                          </a:cubicBezTo>
                          <a:lnTo>
                            <a:pt x="286" y="247907"/>
                          </a:lnTo>
                          <a:cubicBezTo>
                            <a:pt x="286" y="247907"/>
                            <a:pt x="3591" y="248183"/>
                            <a:pt x="9849" y="248517"/>
                          </a:cubicBezTo>
                          <a:cubicBezTo>
                            <a:pt x="16107" y="248860"/>
                            <a:pt x="25289" y="249269"/>
                            <a:pt x="36995" y="249536"/>
                          </a:cubicBezTo>
                          <a:cubicBezTo>
                            <a:pt x="60398" y="250050"/>
                            <a:pt x="93879" y="249955"/>
                            <a:pt x="133960" y="247678"/>
                          </a:cubicBezTo>
                          <a:cubicBezTo>
                            <a:pt x="174031" y="245316"/>
                            <a:pt x="220704" y="240763"/>
                            <a:pt x="270205" y="232515"/>
                          </a:cubicBezTo>
                          <a:cubicBezTo>
                            <a:pt x="294942" y="228362"/>
                            <a:pt x="320383" y="223304"/>
                            <a:pt x="346015" y="217256"/>
                          </a:cubicBezTo>
                          <a:cubicBezTo>
                            <a:pt x="352406" y="215684"/>
                            <a:pt x="358855" y="214217"/>
                            <a:pt x="365274" y="212541"/>
                          </a:cubicBezTo>
                          <a:cubicBezTo>
                            <a:pt x="371685" y="210836"/>
                            <a:pt x="378114" y="209131"/>
                            <a:pt x="384553" y="207426"/>
                          </a:cubicBezTo>
                          <a:cubicBezTo>
                            <a:pt x="397364" y="203749"/>
                            <a:pt x="410232" y="200101"/>
                            <a:pt x="422939" y="195929"/>
                          </a:cubicBezTo>
                          <a:lnTo>
                            <a:pt x="432502" y="192891"/>
                          </a:lnTo>
                          <a:lnTo>
                            <a:pt x="441979" y="189614"/>
                          </a:lnTo>
                          <a:cubicBezTo>
                            <a:pt x="445132" y="188519"/>
                            <a:pt x="448294" y="187433"/>
                            <a:pt x="451447" y="186337"/>
                          </a:cubicBezTo>
                          <a:lnTo>
                            <a:pt x="456171" y="184699"/>
                          </a:lnTo>
                          <a:lnTo>
                            <a:pt x="460848" y="182937"/>
                          </a:lnTo>
                          <a:cubicBezTo>
                            <a:pt x="467078" y="180584"/>
                            <a:pt x="473297" y="178241"/>
                            <a:pt x="479508" y="175908"/>
                          </a:cubicBezTo>
                          <a:cubicBezTo>
                            <a:pt x="485642" y="173393"/>
                            <a:pt x="491757" y="170888"/>
                            <a:pt x="497843" y="168392"/>
                          </a:cubicBezTo>
                          <a:lnTo>
                            <a:pt x="502406" y="166526"/>
                          </a:lnTo>
                          <a:cubicBezTo>
                            <a:pt x="503930" y="165906"/>
                            <a:pt x="505406" y="165202"/>
                            <a:pt x="506911" y="164544"/>
                          </a:cubicBezTo>
                          <a:cubicBezTo>
                            <a:pt x="509902" y="163211"/>
                            <a:pt x="512893" y="161877"/>
                            <a:pt x="515874" y="160553"/>
                          </a:cubicBezTo>
                          <a:cubicBezTo>
                            <a:pt x="521837" y="157886"/>
                            <a:pt x="527771" y="155238"/>
                            <a:pt x="533667" y="152600"/>
                          </a:cubicBezTo>
                          <a:cubicBezTo>
                            <a:pt x="539572" y="149942"/>
                            <a:pt x="545440" y="147304"/>
                            <a:pt x="551259" y="144694"/>
                          </a:cubicBezTo>
                          <a:cubicBezTo>
                            <a:pt x="557117" y="142151"/>
                            <a:pt x="562985" y="139741"/>
                            <a:pt x="568776" y="137284"/>
                          </a:cubicBezTo>
                          <a:cubicBezTo>
                            <a:pt x="571672" y="136064"/>
                            <a:pt x="574558" y="134845"/>
                            <a:pt x="577434" y="133645"/>
                          </a:cubicBezTo>
                          <a:cubicBezTo>
                            <a:pt x="580320" y="132464"/>
                            <a:pt x="583216" y="131359"/>
                            <a:pt x="586092" y="130226"/>
                          </a:cubicBezTo>
                          <a:cubicBezTo>
                            <a:pt x="591846" y="127968"/>
                            <a:pt x="597532" y="125730"/>
                            <a:pt x="603171" y="123510"/>
                          </a:cubicBezTo>
                          <a:cubicBezTo>
                            <a:pt x="608857" y="121425"/>
                            <a:pt x="614477" y="119367"/>
                            <a:pt x="620030" y="117329"/>
                          </a:cubicBezTo>
                          <a:cubicBezTo>
                            <a:pt x="622811" y="116310"/>
                            <a:pt x="625564" y="115300"/>
                            <a:pt x="628307" y="114300"/>
                          </a:cubicBezTo>
                          <a:cubicBezTo>
                            <a:pt x="631069" y="113357"/>
                            <a:pt x="633822" y="112423"/>
                            <a:pt x="636546" y="111500"/>
                          </a:cubicBezTo>
                          <a:cubicBezTo>
                            <a:pt x="642004" y="109642"/>
                            <a:pt x="647386" y="107813"/>
                            <a:pt x="652691" y="106013"/>
                          </a:cubicBezTo>
                          <a:cubicBezTo>
                            <a:pt x="658035" y="104327"/>
                            <a:pt x="663292" y="102670"/>
                            <a:pt x="668464" y="101041"/>
                          </a:cubicBezTo>
                          <a:cubicBezTo>
                            <a:pt x="671055" y="100222"/>
                            <a:pt x="673618" y="99422"/>
                            <a:pt x="676161" y="98622"/>
                          </a:cubicBezTo>
                          <a:cubicBezTo>
                            <a:pt x="678723" y="97879"/>
                            <a:pt x="681257" y="97136"/>
                            <a:pt x="683771" y="96403"/>
                          </a:cubicBezTo>
                          <a:cubicBezTo>
                            <a:pt x="688800" y="94945"/>
                            <a:pt x="693725" y="93507"/>
                            <a:pt x="698563" y="92107"/>
                          </a:cubicBezTo>
                          <a:cubicBezTo>
                            <a:pt x="737340" y="81305"/>
                            <a:pt x="770220" y="74466"/>
                            <a:pt x="793309" y="70237"/>
                          </a:cubicBezTo>
                          <a:cubicBezTo>
                            <a:pt x="799090" y="69218"/>
                            <a:pt x="804243" y="68237"/>
                            <a:pt x="808739" y="67513"/>
                          </a:cubicBezTo>
                          <a:cubicBezTo>
                            <a:pt x="813245" y="66799"/>
                            <a:pt x="817074" y="66189"/>
                            <a:pt x="820179" y="65694"/>
                          </a:cubicBezTo>
                          <a:cubicBezTo>
                            <a:pt x="826389" y="64675"/>
                            <a:pt x="829713" y="64246"/>
                            <a:pt x="829713" y="64246"/>
                          </a:cubicBezTo>
                          <a:cubicBezTo>
                            <a:pt x="829713" y="64246"/>
                            <a:pt x="833723" y="63684"/>
                            <a:pt x="839743" y="62855"/>
                          </a:cubicBezTo>
                          <a:cubicBezTo>
                            <a:pt x="845753" y="61951"/>
                            <a:pt x="853812" y="61103"/>
                            <a:pt x="861841" y="60103"/>
                          </a:cubicBezTo>
                          <a:cubicBezTo>
                            <a:pt x="865861" y="59655"/>
                            <a:pt x="869899" y="59274"/>
                            <a:pt x="873671" y="58883"/>
                          </a:cubicBezTo>
                          <a:cubicBezTo>
                            <a:pt x="877453" y="58493"/>
                            <a:pt x="880977" y="58131"/>
                            <a:pt x="884006" y="57902"/>
                          </a:cubicBezTo>
                          <a:cubicBezTo>
                            <a:pt x="890064" y="57398"/>
                            <a:pt x="894093" y="57064"/>
                            <a:pt x="894093" y="57064"/>
                          </a:cubicBezTo>
                          <a:cubicBezTo>
                            <a:pt x="894093" y="57064"/>
                            <a:pt x="895874" y="53473"/>
                            <a:pt x="898636" y="48196"/>
                          </a:cubicBezTo>
                          <a:cubicBezTo>
                            <a:pt x="901389" y="42901"/>
                            <a:pt x="905132" y="35843"/>
                            <a:pt x="908980" y="28765"/>
                          </a:cubicBezTo>
                          <a:cubicBezTo>
                            <a:pt x="916657" y="14716"/>
                            <a:pt x="924925" y="724"/>
                            <a:pt x="924925" y="724"/>
                          </a:cubicBezTo>
                          <a:cubicBezTo>
                            <a:pt x="926478" y="457"/>
                            <a:pt x="928021" y="219"/>
                            <a:pt x="929545" y="0"/>
                          </a:cubicBezTo>
                          <a:cubicBezTo>
                            <a:pt x="929545" y="0"/>
                            <a:pt x="927459" y="3505"/>
                            <a:pt x="924335" y="8772"/>
                          </a:cubicBezTo>
                          <a:cubicBezTo>
                            <a:pt x="921248" y="14087"/>
                            <a:pt x="917200" y="21164"/>
                            <a:pt x="913276" y="28232"/>
                          </a:cubicBezTo>
                          <a:cubicBezTo>
                            <a:pt x="909342" y="35290"/>
                            <a:pt x="905542" y="42491"/>
                            <a:pt x="902732" y="47825"/>
                          </a:cubicBezTo>
                          <a:cubicBezTo>
                            <a:pt x="899932" y="53187"/>
                            <a:pt x="898084" y="56750"/>
                            <a:pt x="898084" y="56750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22" name="Google Shape;1893;p65">
                    <a:extLst>
                      <a:ext uri="{FF2B5EF4-FFF2-40B4-BE49-F238E27FC236}">
                        <a16:creationId xmlns:a16="http://schemas.microsoft.com/office/drawing/2014/main" id="{F36C737C-9D19-4B88-A6FA-2292B8E6DB6D}"/>
                      </a:ext>
                    </a:extLst>
                  </p:cNvPr>
                  <p:cNvGrpSpPr/>
                  <p:nvPr/>
                </p:nvGrpSpPr>
                <p:grpSpPr>
                  <a:xfrm>
                    <a:off x="7292178" y="4512882"/>
                    <a:ext cx="113338" cy="229291"/>
                    <a:chOff x="7292178" y="4512882"/>
                    <a:chExt cx="113338" cy="229291"/>
                  </a:xfrm>
                </p:grpSpPr>
                <p:sp>
                  <p:nvSpPr>
                    <p:cNvPr id="1044" name="Google Shape;1894;p65">
                      <a:extLst>
                        <a:ext uri="{FF2B5EF4-FFF2-40B4-BE49-F238E27FC236}">
                          <a16:creationId xmlns:a16="http://schemas.microsoft.com/office/drawing/2014/main" id="{E0D02CEB-AA7C-7593-E50C-4AACB386B8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4824" y="4512882"/>
                      <a:ext cx="100692" cy="1806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692" h="180665" extrusionOk="0">
                          <a:moveTo>
                            <a:pt x="10051" y="180666"/>
                          </a:moveTo>
                          <a:cubicBezTo>
                            <a:pt x="10051" y="180666"/>
                            <a:pt x="11556" y="180151"/>
                            <a:pt x="14214" y="179065"/>
                          </a:cubicBezTo>
                          <a:cubicBezTo>
                            <a:pt x="16871" y="178008"/>
                            <a:pt x="20643" y="176256"/>
                            <a:pt x="25168" y="173874"/>
                          </a:cubicBezTo>
                          <a:cubicBezTo>
                            <a:pt x="27434" y="172684"/>
                            <a:pt x="29882" y="171331"/>
                            <a:pt x="32473" y="169817"/>
                          </a:cubicBezTo>
                          <a:cubicBezTo>
                            <a:pt x="35064" y="168302"/>
                            <a:pt x="37788" y="166616"/>
                            <a:pt x="40588" y="164673"/>
                          </a:cubicBezTo>
                          <a:cubicBezTo>
                            <a:pt x="46189" y="160816"/>
                            <a:pt x="52161" y="156339"/>
                            <a:pt x="58048" y="150976"/>
                          </a:cubicBezTo>
                          <a:cubicBezTo>
                            <a:pt x="63915" y="145557"/>
                            <a:pt x="69735" y="139432"/>
                            <a:pt x="75088" y="132450"/>
                          </a:cubicBezTo>
                          <a:cubicBezTo>
                            <a:pt x="80403" y="125383"/>
                            <a:pt x="85261" y="117534"/>
                            <a:pt x="89290" y="108895"/>
                          </a:cubicBezTo>
                          <a:cubicBezTo>
                            <a:pt x="93290" y="100189"/>
                            <a:pt x="96414" y="90588"/>
                            <a:pt x="98386" y="80225"/>
                          </a:cubicBezTo>
                          <a:cubicBezTo>
                            <a:pt x="100358" y="69852"/>
                            <a:pt x="101148" y="58660"/>
                            <a:pt x="100434" y="46506"/>
                          </a:cubicBezTo>
                          <a:cubicBezTo>
                            <a:pt x="99739" y="34390"/>
                            <a:pt x="96919" y="24770"/>
                            <a:pt x="92852" y="17512"/>
                          </a:cubicBezTo>
                          <a:cubicBezTo>
                            <a:pt x="88795" y="10292"/>
                            <a:pt x="83394" y="5282"/>
                            <a:pt x="77374" y="2529"/>
                          </a:cubicBezTo>
                          <a:cubicBezTo>
                            <a:pt x="74364" y="1158"/>
                            <a:pt x="71192" y="348"/>
                            <a:pt x="67925" y="91"/>
                          </a:cubicBezTo>
                          <a:cubicBezTo>
                            <a:pt x="64677" y="-128"/>
                            <a:pt x="61229" y="24"/>
                            <a:pt x="57810" y="824"/>
                          </a:cubicBezTo>
                          <a:cubicBezTo>
                            <a:pt x="54371" y="1605"/>
                            <a:pt x="50914" y="2929"/>
                            <a:pt x="47466" y="4815"/>
                          </a:cubicBezTo>
                          <a:cubicBezTo>
                            <a:pt x="43989" y="6615"/>
                            <a:pt x="40522" y="8949"/>
                            <a:pt x="37160" y="11835"/>
                          </a:cubicBezTo>
                          <a:cubicBezTo>
                            <a:pt x="30454" y="17683"/>
                            <a:pt x="23939" y="25351"/>
                            <a:pt x="18338" y="35314"/>
                          </a:cubicBezTo>
                          <a:cubicBezTo>
                            <a:pt x="15547" y="40315"/>
                            <a:pt x="12918" y="45706"/>
                            <a:pt x="10604" y="51697"/>
                          </a:cubicBezTo>
                          <a:cubicBezTo>
                            <a:pt x="8289" y="57669"/>
                            <a:pt x="6270" y="64185"/>
                            <a:pt x="4622" y="71233"/>
                          </a:cubicBezTo>
                          <a:cubicBezTo>
                            <a:pt x="1346" y="85339"/>
                            <a:pt x="-474" y="101399"/>
                            <a:pt x="107" y="119677"/>
                          </a:cubicBezTo>
                          <a:cubicBezTo>
                            <a:pt x="679" y="137918"/>
                            <a:pt x="3613" y="158282"/>
                            <a:pt x="10051" y="180666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5" name="Google Shape;1895;p65">
                      <a:extLst>
                        <a:ext uri="{FF2B5EF4-FFF2-40B4-BE49-F238E27FC236}">
                          <a16:creationId xmlns:a16="http://schemas.microsoft.com/office/drawing/2014/main" id="{ECB417ED-75C1-6993-FB1C-EEA7DC155F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92178" y="4515926"/>
                      <a:ext cx="113175" cy="2262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175" h="226247" extrusionOk="0">
                          <a:moveTo>
                            <a:pt x="51359" y="115062"/>
                          </a:moveTo>
                          <a:cubicBezTo>
                            <a:pt x="51359" y="115062"/>
                            <a:pt x="52749" y="111623"/>
                            <a:pt x="54845" y="106461"/>
                          </a:cubicBezTo>
                          <a:cubicBezTo>
                            <a:pt x="55874" y="103889"/>
                            <a:pt x="57064" y="100879"/>
                            <a:pt x="58350" y="97660"/>
                          </a:cubicBezTo>
                          <a:cubicBezTo>
                            <a:pt x="59588" y="94412"/>
                            <a:pt x="60912" y="90954"/>
                            <a:pt x="62236" y="87487"/>
                          </a:cubicBezTo>
                          <a:cubicBezTo>
                            <a:pt x="67475" y="73628"/>
                            <a:pt x="72304" y="59874"/>
                            <a:pt x="72304" y="59874"/>
                          </a:cubicBezTo>
                          <a:cubicBezTo>
                            <a:pt x="72304" y="59874"/>
                            <a:pt x="65513" y="48015"/>
                            <a:pt x="58960" y="36109"/>
                          </a:cubicBezTo>
                          <a:cubicBezTo>
                            <a:pt x="52378" y="24212"/>
                            <a:pt x="46044" y="12268"/>
                            <a:pt x="46044" y="12268"/>
                          </a:cubicBezTo>
                          <a:cubicBezTo>
                            <a:pt x="46758" y="11554"/>
                            <a:pt x="47482" y="10858"/>
                            <a:pt x="48206" y="10201"/>
                          </a:cubicBezTo>
                          <a:cubicBezTo>
                            <a:pt x="48206" y="10201"/>
                            <a:pt x="54350" y="21717"/>
                            <a:pt x="60722" y="33204"/>
                          </a:cubicBezTo>
                          <a:cubicBezTo>
                            <a:pt x="63893" y="38948"/>
                            <a:pt x="67123" y="44682"/>
                            <a:pt x="69552" y="48978"/>
                          </a:cubicBezTo>
                          <a:cubicBezTo>
                            <a:pt x="71980" y="53245"/>
                            <a:pt x="73609" y="56083"/>
                            <a:pt x="73609" y="56083"/>
                          </a:cubicBezTo>
                          <a:cubicBezTo>
                            <a:pt x="73609" y="56083"/>
                            <a:pt x="78410" y="42015"/>
                            <a:pt x="82791" y="28070"/>
                          </a:cubicBezTo>
                          <a:cubicBezTo>
                            <a:pt x="83896" y="24594"/>
                            <a:pt x="84963" y="21079"/>
                            <a:pt x="85935" y="17774"/>
                          </a:cubicBezTo>
                          <a:cubicBezTo>
                            <a:pt x="86896" y="14478"/>
                            <a:pt x="87792" y="11401"/>
                            <a:pt x="88563" y="8763"/>
                          </a:cubicBezTo>
                          <a:cubicBezTo>
                            <a:pt x="90059" y="3505"/>
                            <a:pt x="91049" y="0"/>
                            <a:pt x="91049" y="0"/>
                          </a:cubicBezTo>
                          <a:cubicBezTo>
                            <a:pt x="91945" y="457"/>
                            <a:pt x="92831" y="962"/>
                            <a:pt x="93697" y="1514"/>
                          </a:cubicBezTo>
                          <a:cubicBezTo>
                            <a:pt x="93697" y="1514"/>
                            <a:pt x="92478" y="5810"/>
                            <a:pt x="90649" y="12259"/>
                          </a:cubicBezTo>
                          <a:cubicBezTo>
                            <a:pt x="89697" y="15497"/>
                            <a:pt x="88592" y="19269"/>
                            <a:pt x="87401" y="23308"/>
                          </a:cubicBezTo>
                          <a:cubicBezTo>
                            <a:pt x="86792" y="25337"/>
                            <a:pt x="86153" y="27422"/>
                            <a:pt x="85515" y="29546"/>
                          </a:cubicBezTo>
                          <a:cubicBezTo>
                            <a:pt x="84849" y="31652"/>
                            <a:pt x="84172" y="33795"/>
                            <a:pt x="83486" y="35928"/>
                          </a:cubicBezTo>
                          <a:cubicBezTo>
                            <a:pt x="80743" y="44491"/>
                            <a:pt x="77886" y="53092"/>
                            <a:pt x="75676" y="59560"/>
                          </a:cubicBezTo>
                          <a:cubicBezTo>
                            <a:pt x="73476" y="66046"/>
                            <a:pt x="71923" y="70304"/>
                            <a:pt x="71923" y="70304"/>
                          </a:cubicBezTo>
                          <a:cubicBezTo>
                            <a:pt x="71923" y="70304"/>
                            <a:pt x="72580" y="70142"/>
                            <a:pt x="73723" y="69856"/>
                          </a:cubicBezTo>
                          <a:cubicBezTo>
                            <a:pt x="74857" y="69552"/>
                            <a:pt x="76476" y="69113"/>
                            <a:pt x="78429" y="68580"/>
                          </a:cubicBezTo>
                          <a:cubicBezTo>
                            <a:pt x="82315" y="67523"/>
                            <a:pt x="87497" y="66113"/>
                            <a:pt x="92678" y="64703"/>
                          </a:cubicBezTo>
                          <a:cubicBezTo>
                            <a:pt x="102927" y="61693"/>
                            <a:pt x="113176" y="58683"/>
                            <a:pt x="113176" y="58683"/>
                          </a:cubicBezTo>
                          <a:cubicBezTo>
                            <a:pt x="113119" y="59912"/>
                            <a:pt x="113043" y="61141"/>
                            <a:pt x="112957" y="62351"/>
                          </a:cubicBezTo>
                          <a:cubicBezTo>
                            <a:pt x="112957" y="62351"/>
                            <a:pt x="110328" y="63122"/>
                            <a:pt x="106375" y="64284"/>
                          </a:cubicBezTo>
                          <a:cubicBezTo>
                            <a:pt x="104404" y="64865"/>
                            <a:pt x="102098" y="65551"/>
                            <a:pt x="99631" y="66275"/>
                          </a:cubicBezTo>
                          <a:cubicBezTo>
                            <a:pt x="97164" y="66999"/>
                            <a:pt x="94545" y="67808"/>
                            <a:pt x="91869" y="68504"/>
                          </a:cubicBezTo>
                          <a:cubicBezTo>
                            <a:pt x="86544" y="69952"/>
                            <a:pt x="81219" y="71399"/>
                            <a:pt x="77219" y="72485"/>
                          </a:cubicBezTo>
                          <a:cubicBezTo>
                            <a:pt x="75228" y="73047"/>
                            <a:pt x="73542" y="73466"/>
                            <a:pt x="72371" y="73752"/>
                          </a:cubicBezTo>
                          <a:cubicBezTo>
                            <a:pt x="71190" y="74047"/>
                            <a:pt x="70523" y="74209"/>
                            <a:pt x="70523" y="74209"/>
                          </a:cubicBezTo>
                          <a:cubicBezTo>
                            <a:pt x="70523" y="74209"/>
                            <a:pt x="65322" y="88592"/>
                            <a:pt x="59674" y="103061"/>
                          </a:cubicBezTo>
                          <a:cubicBezTo>
                            <a:pt x="54016" y="117367"/>
                            <a:pt x="47930" y="131759"/>
                            <a:pt x="47930" y="131759"/>
                          </a:cubicBezTo>
                          <a:cubicBezTo>
                            <a:pt x="47930" y="131759"/>
                            <a:pt x="50768" y="131178"/>
                            <a:pt x="55016" y="130302"/>
                          </a:cubicBezTo>
                          <a:cubicBezTo>
                            <a:pt x="59264" y="129426"/>
                            <a:pt x="64951" y="128321"/>
                            <a:pt x="70571" y="126997"/>
                          </a:cubicBezTo>
                          <a:cubicBezTo>
                            <a:pt x="76200" y="125721"/>
                            <a:pt x="81829" y="124453"/>
                            <a:pt x="86058" y="123501"/>
                          </a:cubicBezTo>
                          <a:cubicBezTo>
                            <a:pt x="90249" y="122463"/>
                            <a:pt x="93050" y="121777"/>
                            <a:pt x="93050" y="121777"/>
                          </a:cubicBezTo>
                          <a:cubicBezTo>
                            <a:pt x="92107" y="123234"/>
                            <a:pt x="91135" y="124654"/>
                            <a:pt x="90145" y="126054"/>
                          </a:cubicBezTo>
                          <a:cubicBezTo>
                            <a:pt x="90145" y="126054"/>
                            <a:pt x="89468" y="126225"/>
                            <a:pt x="88278" y="126511"/>
                          </a:cubicBezTo>
                          <a:cubicBezTo>
                            <a:pt x="87096" y="126816"/>
                            <a:pt x="85392" y="127225"/>
                            <a:pt x="83334" y="127673"/>
                          </a:cubicBezTo>
                          <a:cubicBezTo>
                            <a:pt x="79229" y="128597"/>
                            <a:pt x="73761" y="129826"/>
                            <a:pt x="68294" y="131055"/>
                          </a:cubicBezTo>
                          <a:cubicBezTo>
                            <a:pt x="62827" y="132293"/>
                            <a:pt x="57293" y="133340"/>
                            <a:pt x="53178" y="134207"/>
                          </a:cubicBezTo>
                          <a:cubicBezTo>
                            <a:pt x="49044" y="135055"/>
                            <a:pt x="46291" y="135617"/>
                            <a:pt x="46291" y="135617"/>
                          </a:cubicBezTo>
                          <a:cubicBezTo>
                            <a:pt x="46291" y="135617"/>
                            <a:pt x="45215" y="138103"/>
                            <a:pt x="43605" y="141827"/>
                          </a:cubicBezTo>
                          <a:cubicBezTo>
                            <a:pt x="41958" y="145542"/>
                            <a:pt x="39748" y="150504"/>
                            <a:pt x="37547" y="155467"/>
                          </a:cubicBezTo>
                          <a:cubicBezTo>
                            <a:pt x="35280" y="160439"/>
                            <a:pt x="33014" y="165411"/>
                            <a:pt x="31318" y="169135"/>
                          </a:cubicBezTo>
                          <a:cubicBezTo>
                            <a:pt x="29585" y="172850"/>
                            <a:pt x="28422" y="175327"/>
                            <a:pt x="28422" y="175327"/>
                          </a:cubicBezTo>
                          <a:cubicBezTo>
                            <a:pt x="28422" y="175327"/>
                            <a:pt x="22393" y="188061"/>
                            <a:pt x="16030" y="200854"/>
                          </a:cubicBezTo>
                          <a:cubicBezTo>
                            <a:pt x="12868" y="207283"/>
                            <a:pt x="9601" y="213541"/>
                            <a:pt x="7144" y="218322"/>
                          </a:cubicBezTo>
                          <a:cubicBezTo>
                            <a:pt x="4658" y="223075"/>
                            <a:pt x="3010" y="226247"/>
                            <a:pt x="3010" y="226247"/>
                          </a:cubicBezTo>
                          <a:lnTo>
                            <a:pt x="0" y="224619"/>
                          </a:lnTo>
                          <a:cubicBezTo>
                            <a:pt x="0" y="224619"/>
                            <a:pt x="6248" y="212779"/>
                            <a:pt x="12202" y="200978"/>
                          </a:cubicBezTo>
                          <a:cubicBezTo>
                            <a:pt x="18174" y="189071"/>
                            <a:pt x="23841" y="177174"/>
                            <a:pt x="23841" y="177174"/>
                          </a:cubicBezTo>
                          <a:cubicBezTo>
                            <a:pt x="23841" y="177174"/>
                            <a:pt x="25565" y="173546"/>
                            <a:pt x="28146" y="168097"/>
                          </a:cubicBezTo>
                          <a:cubicBezTo>
                            <a:pt x="30699" y="162630"/>
                            <a:pt x="34042" y="155277"/>
                            <a:pt x="37300" y="147980"/>
                          </a:cubicBezTo>
                          <a:cubicBezTo>
                            <a:pt x="40557" y="140646"/>
                            <a:pt x="43748" y="133417"/>
                            <a:pt x="46063" y="127863"/>
                          </a:cubicBezTo>
                          <a:cubicBezTo>
                            <a:pt x="48358" y="122339"/>
                            <a:pt x="49892" y="118663"/>
                            <a:pt x="49892" y="118663"/>
                          </a:cubicBezTo>
                          <a:cubicBezTo>
                            <a:pt x="49892" y="118663"/>
                            <a:pt x="47853" y="115310"/>
                            <a:pt x="44796" y="110271"/>
                          </a:cubicBezTo>
                          <a:cubicBezTo>
                            <a:pt x="41758" y="105242"/>
                            <a:pt x="37738" y="98517"/>
                            <a:pt x="33766" y="91707"/>
                          </a:cubicBezTo>
                          <a:cubicBezTo>
                            <a:pt x="25813" y="78134"/>
                            <a:pt x="18193" y="64522"/>
                            <a:pt x="18193" y="64522"/>
                          </a:cubicBezTo>
                          <a:cubicBezTo>
                            <a:pt x="18555" y="63113"/>
                            <a:pt x="18936" y="61722"/>
                            <a:pt x="19336" y="60350"/>
                          </a:cubicBezTo>
                          <a:cubicBezTo>
                            <a:pt x="19336" y="60350"/>
                            <a:pt x="27041" y="74104"/>
                            <a:pt x="35080" y="87821"/>
                          </a:cubicBezTo>
                          <a:cubicBezTo>
                            <a:pt x="39100" y="94688"/>
                            <a:pt x="43139" y="101432"/>
                            <a:pt x="46225" y="106537"/>
                          </a:cubicBezTo>
                          <a:cubicBezTo>
                            <a:pt x="49301" y="111671"/>
                            <a:pt x="51359" y="115062"/>
                            <a:pt x="51359" y="115062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23" name="Google Shape;1896;p65">
                    <a:extLst>
                      <a:ext uri="{FF2B5EF4-FFF2-40B4-BE49-F238E27FC236}">
                        <a16:creationId xmlns:a16="http://schemas.microsoft.com/office/drawing/2014/main" id="{8283CD40-7292-FEE6-308C-144C3863FBD7}"/>
                      </a:ext>
                    </a:extLst>
                  </p:cNvPr>
                  <p:cNvGrpSpPr/>
                  <p:nvPr/>
                </p:nvGrpSpPr>
                <p:grpSpPr>
                  <a:xfrm>
                    <a:off x="7218121" y="4745745"/>
                    <a:ext cx="188886" cy="199934"/>
                    <a:chOff x="7218121" y="4745745"/>
                    <a:chExt cx="188886" cy="199934"/>
                  </a:xfrm>
                </p:grpSpPr>
                <p:sp>
                  <p:nvSpPr>
                    <p:cNvPr id="1042" name="Google Shape;1897;p65">
                      <a:extLst>
                        <a:ext uri="{FF2B5EF4-FFF2-40B4-BE49-F238E27FC236}">
                          <a16:creationId xmlns:a16="http://schemas.microsoft.com/office/drawing/2014/main" id="{E00341BD-A992-408B-43B7-0543A1C87C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50359" y="4789284"/>
                      <a:ext cx="156648" cy="1563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6648" h="156395" extrusionOk="0">
                          <a:moveTo>
                            <a:pt x="566" y="0"/>
                          </a:moveTo>
                          <a:cubicBezTo>
                            <a:pt x="566" y="0"/>
                            <a:pt x="2262" y="171"/>
                            <a:pt x="5290" y="590"/>
                          </a:cubicBezTo>
                          <a:cubicBezTo>
                            <a:pt x="8320" y="1019"/>
                            <a:pt x="12691" y="1733"/>
                            <a:pt x="18054" y="2877"/>
                          </a:cubicBezTo>
                          <a:cubicBezTo>
                            <a:pt x="28779" y="5105"/>
                            <a:pt x="43476" y="8944"/>
                            <a:pt x="59517" y="15269"/>
                          </a:cubicBezTo>
                          <a:cubicBezTo>
                            <a:pt x="75557" y="21631"/>
                            <a:pt x="92968" y="30518"/>
                            <a:pt x="109122" y="43234"/>
                          </a:cubicBezTo>
                          <a:cubicBezTo>
                            <a:pt x="117200" y="49673"/>
                            <a:pt x="124963" y="56950"/>
                            <a:pt x="132030" y="65465"/>
                          </a:cubicBezTo>
                          <a:cubicBezTo>
                            <a:pt x="139098" y="73981"/>
                            <a:pt x="145489" y="83715"/>
                            <a:pt x="150766" y="94850"/>
                          </a:cubicBezTo>
                          <a:cubicBezTo>
                            <a:pt x="156043" y="105956"/>
                            <a:pt x="157605" y="115862"/>
                            <a:pt x="156109" y="124339"/>
                          </a:cubicBezTo>
                          <a:cubicBezTo>
                            <a:pt x="154623" y="132797"/>
                            <a:pt x="150099" y="139817"/>
                            <a:pt x="143384" y="145161"/>
                          </a:cubicBezTo>
                          <a:cubicBezTo>
                            <a:pt x="129973" y="155886"/>
                            <a:pt x="107808" y="159363"/>
                            <a:pt x="84986" y="153714"/>
                          </a:cubicBezTo>
                          <a:cubicBezTo>
                            <a:pt x="62155" y="147894"/>
                            <a:pt x="38857" y="132979"/>
                            <a:pt x="22712" y="107499"/>
                          </a:cubicBezTo>
                          <a:cubicBezTo>
                            <a:pt x="14615" y="94793"/>
                            <a:pt x="8282" y="79610"/>
                            <a:pt x="4405" y="61674"/>
                          </a:cubicBezTo>
                          <a:cubicBezTo>
                            <a:pt x="519" y="43777"/>
                            <a:pt x="-901" y="23250"/>
                            <a:pt x="566" y="0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3" name="Google Shape;1898;p65">
                      <a:extLst>
                        <a:ext uri="{FF2B5EF4-FFF2-40B4-BE49-F238E27FC236}">
                          <a16:creationId xmlns:a16="http://schemas.microsoft.com/office/drawing/2014/main" id="{047A37D7-5470-246B-4EE2-DEB574CABA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18121" y="4745745"/>
                      <a:ext cx="179546" cy="1964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9546" h="196491" extrusionOk="0">
                          <a:moveTo>
                            <a:pt x="81248" y="96174"/>
                          </a:moveTo>
                          <a:cubicBezTo>
                            <a:pt x="81248" y="96174"/>
                            <a:pt x="92002" y="107499"/>
                            <a:pt x="103136" y="118767"/>
                          </a:cubicBezTo>
                          <a:cubicBezTo>
                            <a:pt x="108690" y="124435"/>
                            <a:pt x="114319" y="129912"/>
                            <a:pt x="118576" y="134093"/>
                          </a:cubicBezTo>
                          <a:cubicBezTo>
                            <a:pt x="122853" y="138246"/>
                            <a:pt x="125701" y="141018"/>
                            <a:pt x="125701" y="141018"/>
                          </a:cubicBezTo>
                          <a:cubicBezTo>
                            <a:pt x="125701" y="141018"/>
                            <a:pt x="122186" y="154600"/>
                            <a:pt x="118453" y="168202"/>
                          </a:cubicBezTo>
                          <a:cubicBezTo>
                            <a:pt x="116596" y="175003"/>
                            <a:pt x="114681" y="181823"/>
                            <a:pt x="113233" y="186880"/>
                          </a:cubicBezTo>
                          <a:cubicBezTo>
                            <a:pt x="111776" y="191957"/>
                            <a:pt x="110804" y="195339"/>
                            <a:pt x="110804" y="195339"/>
                          </a:cubicBezTo>
                          <a:cubicBezTo>
                            <a:pt x="112043" y="195748"/>
                            <a:pt x="113281" y="196129"/>
                            <a:pt x="114519" y="196491"/>
                          </a:cubicBezTo>
                          <a:cubicBezTo>
                            <a:pt x="114519" y="196491"/>
                            <a:pt x="115452" y="193224"/>
                            <a:pt x="116852" y="188309"/>
                          </a:cubicBezTo>
                          <a:cubicBezTo>
                            <a:pt x="118215" y="183385"/>
                            <a:pt x="120044" y="176822"/>
                            <a:pt x="121863" y="170250"/>
                          </a:cubicBezTo>
                          <a:cubicBezTo>
                            <a:pt x="125454" y="157124"/>
                            <a:pt x="128835" y="144018"/>
                            <a:pt x="128835" y="144018"/>
                          </a:cubicBezTo>
                          <a:cubicBezTo>
                            <a:pt x="128835" y="144018"/>
                            <a:pt x="131759" y="146799"/>
                            <a:pt x="136131" y="150981"/>
                          </a:cubicBezTo>
                          <a:cubicBezTo>
                            <a:pt x="140532" y="155105"/>
                            <a:pt x="146447" y="160592"/>
                            <a:pt x="152438" y="166068"/>
                          </a:cubicBezTo>
                          <a:cubicBezTo>
                            <a:pt x="158429" y="171526"/>
                            <a:pt x="164497" y="177041"/>
                            <a:pt x="169088" y="181023"/>
                          </a:cubicBezTo>
                          <a:cubicBezTo>
                            <a:pt x="173698" y="185042"/>
                            <a:pt x="176774" y="187719"/>
                            <a:pt x="176774" y="187719"/>
                          </a:cubicBezTo>
                          <a:cubicBezTo>
                            <a:pt x="177746" y="186880"/>
                            <a:pt x="178670" y="186014"/>
                            <a:pt x="179546" y="185099"/>
                          </a:cubicBezTo>
                          <a:cubicBezTo>
                            <a:pt x="179546" y="185099"/>
                            <a:pt x="175774" y="181813"/>
                            <a:pt x="170126" y="176889"/>
                          </a:cubicBezTo>
                          <a:cubicBezTo>
                            <a:pt x="164497" y="172003"/>
                            <a:pt x="157086" y="165268"/>
                            <a:pt x="149780" y="158553"/>
                          </a:cubicBezTo>
                          <a:cubicBezTo>
                            <a:pt x="135141" y="145199"/>
                            <a:pt x="121101" y="131398"/>
                            <a:pt x="121101" y="131398"/>
                          </a:cubicBezTo>
                          <a:cubicBezTo>
                            <a:pt x="121101" y="131398"/>
                            <a:pt x="124501" y="131045"/>
                            <a:pt x="129607" y="130531"/>
                          </a:cubicBezTo>
                          <a:cubicBezTo>
                            <a:pt x="134712" y="130007"/>
                            <a:pt x="141513" y="129140"/>
                            <a:pt x="148323" y="128340"/>
                          </a:cubicBezTo>
                          <a:cubicBezTo>
                            <a:pt x="155134" y="127568"/>
                            <a:pt x="161944" y="126606"/>
                            <a:pt x="167049" y="125902"/>
                          </a:cubicBezTo>
                          <a:cubicBezTo>
                            <a:pt x="172164" y="125197"/>
                            <a:pt x="175565" y="124720"/>
                            <a:pt x="175565" y="124720"/>
                          </a:cubicBezTo>
                          <a:cubicBezTo>
                            <a:pt x="174898" y="123635"/>
                            <a:pt x="174212" y="122568"/>
                            <a:pt x="173526" y="121510"/>
                          </a:cubicBezTo>
                          <a:cubicBezTo>
                            <a:pt x="173526" y="121510"/>
                            <a:pt x="170050" y="121996"/>
                            <a:pt x="164820" y="122711"/>
                          </a:cubicBezTo>
                          <a:cubicBezTo>
                            <a:pt x="162211" y="123072"/>
                            <a:pt x="159163" y="123492"/>
                            <a:pt x="155905" y="123939"/>
                          </a:cubicBezTo>
                          <a:cubicBezTo>
                            <a:pt x="152648" y="124330"/>
                            <a:pt x="149161" y="124749"/>
                            <a:pt x="145685" y="125168"/>
                          </a:cubicBezTo>
                          <a:cubicBezTo>
                            <a:pt x="138731" y="125987"/>
                            <a:pt x="131778" y="126883"/>
                            <a:pt x="126568" y="127368"/>
                          </a:cubicBezTo>
                          <a:cubicBezTo>
                            <a:pt x="121358" y="127902"/>
                            <a:pt x="117881" y="128254"/>
                            <a:pt x="117881" y="128254"/>
                          </a:cubicBezTo>
                          <a:cubicBezTo>
                            <a:pt x="117881" y="128254"/>
                            <a:pt x="114948" y="125359"/>
                            <a:pt x="110547" y="121025"/>
                          </a:cubicBezTo>
                          <a:cubicBezTo>
                            <a:pt x="106166" y="116719"/>
                            <a:pt x="100374" y="110795"/>
                            <a:pt x="94669" y="104918"/>
                          </a:cubicBezTo>
                          <a:cubicBezTo>
                            <a:pt x="88954" y="99022"/>
                            <a:pt x="83325" y="93145"/>
                            <a:pt x="79143" y="88687"/>
                          </a:cubicBezTo>
                          <a:cubicBezTo>
                            <a:pt x="74971" y="84201"/>
                            <a:pt x="72199" y="81210"/>
                            <a:pt x="72199" y="81210"/>
                          </a:cubicBezTo>
                          <a:cubicBezTo>
                            <a:pt x="72199" y="81210"/>
                            <a:pt x="75514" y="80915"/>
                            <a:pt x="80476" y="80477"/>
                          </a:cubicBezTo>
                          <a:cubicBezTo>
                            <a:pt x="85439" y="79972"/>
                            <a:pt x="92069" y="79296"/>
                            <a:pt x="98688" y="78619"/>
                          </a:cubicBezTo>
                          <a:cubicBezTo>
                            <a:pt x="105308" y="77914"/>
                            <a:pt x="111928" y="77076"/>
                            <a:pt x="116891" y="76495"/>
                          </a:cubicBezTo>
                          <a:cubicBezTo>
                            <a:pt x="119377" y="76200"/>
                            <a:pt x="121444" y="75952"/>
                            <a:pt x="122891" y="75781"/>
                          </a:cubicBezTo>
                          <a:cubicBezTo>
                            <a:pt x="124339" y="75619"/>
                            <a:pt x="125168" y="75486"/>
                            <a:pt x="125168" y="75486"/>
                          </a:cubicBezTo>
                          <a:cubicBezTo>
                            <a:pt x="123577" y="74514"/>
                            <a:pt x="121977" y="73533"/>
                            <a:pt x="120367" y="72600"/>
                          </a:cubicBezTo>
                          <a:cubicBezTo>
                            <a:pt x="120367" y="72600"/>
                            <a:pt x="117176" y="72981"/>
                            <a:pt x="112376" y="73552"/>
                          </a:cubicBezTo>
                          <a:cubicBezTo>
                            <a:pt x="107585" y="74104"/>
                            <a:pt x="101194" y="74933"/>
                            <a:pt x="94802" y="75533"/>
                          </a:cubicBezTo>
                          <a:cubicBezTo>
                            <a:pt x="88411" y="76172"/>
                            <a:pt x="82020" y="76857"/>
                            <a:pt x="77219" y="77295"/>
                          </a:cubicBezTo>
                          <a:cubicBezTo>
                            <a:pt x="72419" y="77705"/>
                            <a:pt x="69227" y="77981"/>
                            <a:pt x="69227" y="77981"/>
                          </a:cubicBezTo>
                          <a:cubicBezTo>
                            <a:pt x="69227" y="77981"/>
                            <a:pt x="67323" y="75895"/>
                            <a:pt x="64465" y="72780"/>
                          </a:cubicBezTo>
                          <a:cubicBezTo>
                            <a:pt x="61617" y="69647"/>
                            <a:pt x="57845" y="65513"/>
                            <a:pt x="54102" y="61293"/>
                          </a:cubicBezTo>
                          <a:cubicBezTo>
                            <a:pt x="46615" y="52854"/>
                            <a:pt x="39319" y="44387"/>
                            <a:pt x="39319" y="44387"/>
                          </a:cubicBezTo>
                          <a:cubicBezTo>
                            <a:pt x="39319" y="44387"/>
                            <a:pt x="36966" y="41653"/>
                            <a:pt x="33442" y="37548"/>
                          </a:cubicBezTo>
                          <a:cubicBezTo>
                            <a:pt x="29928" y="33395"/>
                            <a:pt x="25289" y="27861"/>
                            <a:pt x="20707" y="22317"/>
                          </a:cubicBezTo>
                          <a:cubicBezTo>
                            <a:pt x="16126" y="16774"/>
                            <a:pt x="11601" y="11239"/>
                            <a:pt x="8239" y="7010"/>
                          </a:cubicBezTo>
                          <a:cubicBezTo>
                            <a:pt x="4896" y="2800"/>
                            <a:pt x="2657" y="0"/>
                            <a:pt x="2657" y="0"/>
                          </a:cubicBezTo>
                          <a:lnTo>
                            <a:pt x="0" y="2162"/>
                          </a:lnTo>
                          <a:cubicBezTo>
                            <a:pt x="0" y="2162"/>
                            <a:pt x="2076" y="4782"/>
                            <a:pt x="5191" y="8696"/>
                          </a:cubicBezTo>
                          <a:cubicBezTo>
                            <a:pt x="8315" y="12611"/>
                            <a:pt x="12525" y="17879"/>
                            <a:pt x="16783" y="23022"/>
                          </a:cubicBezTo>
                          <a:cubicBezTo>
                            <a:pt x="25279" y="33366"/>
                            <a:pt x="34071" y="43682"/>
                            <a:pt x="34071" y="43682"/>
                          </a:cubicBezTo>
                          <a:cubicBezTo>
                            <a:pt x="34071" y="43682"/>
                            <a:pt x="44758" y="56159"/>
                            <a:pt x="55864" y="68589"/>
                          </a:cubicBezTo>
                          <a:cubicBezTo>
                            <a:pt x="66923" y="80905"/>
                            <a:pt x="78400" y="93136"/>
                            <a:pt x="78400" y="93136"/>
                          </a:cubicBezTo>
                          <a:cubicBezTo>
                            <a:pt x="78400" y="93136"/>
                            <a:pt x="73380" y="108413"/>
                            <a:pt x="68046" y="123730"/>
                          </a:cubicBezTo>
                          <a:cubicBezTo>
                            <a:pt x="65389" y="131388"/>
                            <a:pt x="62665" y="139046"/>
                            <a:pt x="60598" y="144742"/>
                          </a:cubicBezTo>
                          <a:cubicBezTo>
                            <a:pt x="58512" y="150457"/>
                            <a:pt x="57121" y="154257"/>
                            <a:pt x="57121" y="154257"/>
                          </a:cubicBezTo>
                          <a:cubicBezTo>
                            <a:pt x="57988" y="155524"/>
                            <a:pt x="58874" y="156753"/>
                            <a:pt x="59769" y="157963"/>
                          </a:cubicBezTo>
                          <a:cubicBezTo>
                            <a:pt x="59769" y="157963"/>
                            <a:pt x="61170" y="154114"/>
                            <a:pt x="63274" y="148342"/>
                          </a:cubicBezTo>
                          <a:cubicBezTo>
                            <a:pt x="65370" y="142570"/>
                            <a:pt x="68113" y="134807"/>
                            <a:pt x="70799" y="127083"/>
                          </a:cubicBezTo>
                          <a:cubicBezTo>
                            <a:pt x="76190" y="111614"/>
                            <a:pt x="81248" y="96174"/>
                            <a:pt x="81248" y="96174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24" name="Google Shape;1899;p65">
                    <a:extLst>
                      <a:ext uri="{FF2B5EF4-FFF2-40B4-BE49-F238E27FC236}">
                        <a16:creationId xmlns:a16="http://schemas.microsoft.com/office/drawing/2014/main" id="{AC3C3AF5-C77E-02E2-61AA-46A88339941E}"/>
                      </a:ext>
                    </a:extLst>
                  </p:cNvPr>
                  <p:cNvGrpSpPr/>
                  <p:nvPr/>
                </p:nvGrpSpPr>
                <p:grpSpPr>
                  <a:xfrm>
                    <a:off x="7458796" y="4469513"/>
                    <a:ext cx="90680" cy="237750"/>
                    <a:chOff x="7458796" y="4469513"/>
                    <a:chExt cx="90680" cy="237750"/>
                  </a:xfrm>
                </p:grpSpPr>
                <p:sp>
                  <p:nvSpPr>
                    <p:cNvPr id="1040" name="Google Shape;1900;p65">
                      <a:extLst>
                        <a:ext uri="{FF2B5EF4-FFF2-40B4-BE49-F238E27FC236}">
                          <a16:creationId xmlns:a16="http://schemas.microsoft.com/office/drawing/2014/main" id="{60C6F874-522E-CBD1-5B22-495063DAC8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58796" y="4469513"/>
                      <a:ext cx="90680" cy="1866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680" h="186639" extrusionOk="0">
                          <a:moveTo>
                            <a:pt x="23482" y="186640"/>
                          </a:moveTo>
                          <a:cubicBezTo>
                            <a:pt x="23482" y="186640"/>
                            <a:pt x="29054" y="183620"/>
                            <a:pt x="37160" y="177610"/>
                          </a:cubicBezTo>
                          <a:cubicBezTo>
                            <a:pt x="41160" y="174486"/>
                            <a:pt x="45780" y="170600"/>
                            <a:pt x="50619" y="165980"/>
                          </a:cubicBezTo>
                          <a:cubicBezTo>
                            <a:pt x="55486" y="161427"/>
                            <a:pt x="60430" y="155845"/>
                            <a:pt x="65192" y="149597"/>
                          </a:cubicBezTo>
                          <a:cubicBezTo>
                            <a:pt x="67573" y="146473"/>
                            <a:pt x="69907" y="143177"/>
                            <a:pt x="72126" y="139701"/>
                          </a:cubicBezTo>
                          <a:cubicBezTo>
                            <a:pt x="74336" y="136186"/>
                            <a:pt x="76393" y="132414"/>
                            <a:pt x="78317" y="128518"/>
                          </a:cubicBezTo>
                          <a:cubicBezTo>
                            <a:pt x="80241" y="124613"/>
                            <a:pt x="82013" y="120546"/>
                            <a:pt x="83575" y="116317"/>
                          </a:cubicBezTo>
                          <a:cubicBezTo>
                            <a:pt x="84356" y="114202"/>
                            <a:pt x="85099" y="112049"/>
                            <a:pt x="85775" y="109849"/>
                          </a:cubicBezTo>
                          <a:cubicBezTo>
                            <a:pt x="86423" y="107611"/>
                            <a:pt x="87023" y="105334"/>
                            <a:pt x="87557" y="103020"/>
                          </a:cubicBezTo>
                          <a:cubicBezTo>
                            <a:pt x="89690" y="93762"/>
                            <a:pt x="90843" y="83894"/>
                            <a:pt x="90662" y="73435"/>
                          </a:cubicBezTo>
                          <a:cubicBezTo>
                            <a:pt x="90633" y="70816"/>
                            <a:pt x="90462" y="68187"/>
                            <a:pt x="90319" y="65472"/>
                          </a:cubicBezTo>
                          <a:cubicBezTo>
                            <a:pt x="90386" y="62653"/>
                            <a:pt x="90366" y="59795"/>
                            <a:pt x="90252" y="56909"/>
                          </a:cubicBezTo>
                          <a:cubicBezTo>
                            <a:pt x="90024" y="51127"/>
                            <a:pt x="89423" y="45203"/>
                            <a:pt x="88385" y="39145"/>
                          </a:cubicBezTo>
                          <a:cubicBezTo>
                            <a:pt x="86318" y="27039"/>
                            <a:pt x="81899" y="18038"/>
                            <a:pt x="75793" y="11942"/>
                          </a:cubicBezTo>
                          <a:cubicBezTo>
                            <a:pt x="72745" y="8894"/>
                            <a:pt x="69278" y="6569"/>
                            <a:pt x="65487" y="4931"/>
                          </a:cubicBezTo>
                          <a:cubicBezTo>
                            <a:pt x="64544" y="4522"/>
                            <a:pt x="63573" y="4160"/>
                            <a:pt x="62592" y="3836"/>
                          </a:cubicBezTo>
                          <a:lnTo>
                            <a:pt x="61849" y="3598"/>
                          </a:lnTo>
                          <a:cubicBezTo>
                            <a:pt x="61611" y="3521"/>
                            <a:pt x="61325" y="3464"/>
                            <a:pt x="61163" y="3350"/>
                          </a:cubicBezTo>
                          <a:cubicBezTo>
                            <a:pt x="60791" y="3150"/>
                            <a:pt x="60410" y="2960"/>
                            <a:pt x="60039" y="2779"/>
                          </a:cubicBezTo>
                          <a:cubicBezTo>
                            <a:pt x="58534" y="2055"/>
                            <a:pt x="57010" y="1464"/>
                            <a:pt x="55486" y="1026"/>
                          </a:cubicBezTo>
                          <a:cubicBezTo>
                            <a:pt x="52428" y="140"/>
                            <a:pt x="49352" y="-165"/>
                            <a:pt x="46304" y="83"/>
                          </a:cubicBezTo>
                          <a:cubicBezTo>
                            <a:pt x="44780" y="207"/>
                            <a:pt x="43266" y="474"/>
                            <a:pt x="41760" y="874"/>
                          </a:cubicBezTo>
                          <a:cubicBezTo>
                            <a:pt x="41008" y="1074"/>
                            <a:pt x="40265" y="1312"/>
                            <a:pt x="39522" y="1578"/>
                          </a:cubicBezTo>
                          <a:cubicBezTo>
                            <a:pt x="38760" y="1826"/>
                            <a:pt x="37998" y="2102"/>
                            <a:pt x="37236" y="2417"/>
                          </a:cubicBezTo>
                          <a:cubicBezTo>
                            <a:pt x="34207" y="3674"/>
                            <a:pt x="31264" y="5474"/>
                            <a:pt x="28445" y="7817"/>
                          </a:cubicBezTo>
                          <a:cubicBezTo>
                            <a:pt x="25625" y="10161"/>
                            <a:pt x="22958" y="13066"/>
                            <a:pt x="20310" y="16323"/>
                          </a:cubicBezTo>
                          <a:cubicBezTo>
                            <a:pt x="10004" y="29620"/>
                            <a:pt x="1841" y="50889"/>
                            <a:pt x="260" y="79588"/>
                          </a:cubicBezTo>
                          <a:cubicBezTo>
                            <a:pt x="-531" y="93885"/>
                            <a:pt x="422" y="110097"/>
                            <a:pt x="3946" y="128023"/>
                          </a:cubicBezTo>
                          <a:cubicBezTo>
                            <a:pt x="7480" y="145949"/>
                            <a:pt x="13595" y="165589"/>
                            <a:pt x="23482" y="186640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41" name="Google Shape;1901;p65">
                      <a:extLst>
                        <a:ext uri="{FF2B5EF4-FFF2-40B4-BE49-F238E27FC236}">
                          <a16:creationId xmlns:a16="http://schemas.microsoft.com/office/drawing/2014/main" id="{0CF81A54-8C4A-2B58-93DD-BECE2D6244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59322" y="4470901"/>
                      <a:ext cx="89744" cy="2363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9744" h="236362" extrusionOk="0">
                          <a:moveTo>
                            <a:pt x="40338" y="119129"/>
                          </a:moveTo>
                          <a:cubicBezTo>
                            <a:pt x="40338" y="119129"/>
                            <a:pt x="40529" y="118224"/>
                            <a:pt x="40853" y="116643"/>
                          </a:cubicBezTo>
                          <a:cubicBezTo>
                            <a:pt x="41167" y="115053"/>
                            <a:pt x="41615" y="112786"/>
                            <a:pt x="42158" y="110062"/>
                          </a:cubicBezTo>
                          <a:cubicBezTo>
                            <a:pt x="43215" y="104623"/>
                            <a:pt x="44577" y="97393"/>
                            <a:pt x="45825" y="90211"/>
                          </a:cubicBezTo>
                          <a:cubicBezTo>
                            <a:pt x="47082" y="83011"/>
                            <a:pt x="48282" y="75924"/>
                            <a:pt x="49016" y="70466"/>
                          </a:cubicBezTo>
                          <a:cubicBezTo>
                            <a:pt x="49768" y="65066"/>
                            <a:pt x="50263" y="61465"/>
                            <a:pt x="50263" y="61465"/>
                          </a:cubicBezTo>
                          <a:cubicBezTo>
                            <a:pt x="50263" y="61465"/>
                            <a:pt x="48130" y="58836"/>
                            <a:pt x="44939" y="54902"/>
                          </a:cubicBezTo>
                          <a:cubicBezTo>
                            <a:pt x="41758" y="50949"/>
                            <a:pt x="37576" y="45711"/>
                            <a:pt x="33404" y="40377"/>
                          </a:cubicBezTo>
                          <a:cubicBezTo>
                            <a:pt x="25012" y="29689"/>
                            <a:pt x="16916" y="18898"/>
                            <a:pt x="16916" y="18898"/>
                          </a:cubicBezTo>
                          <a:cubicBezTo>
                            <a:pt x="17450" y="18098"/>
                            <a:pt x="18002" y="17317"/>
                            <a:pt x="18555" y="16564"/>
                          </a:cubicBezTo>
                          <a:cubicBezTo>
                            <a:pt x="18555" y="16564"/>
                            <a:pt x="20526" y="19165"/>
                            <a:pt x="23488" y="23051"/>
                          </a:cubicBezTo>
                          <a:cubicBezTo>
                            <a:pt x="26451" y="26927"/>
                            <a:pt x="30489" y="32156"/>
                            <a:pt x="34480" y="37233"/>
                          </a:cubicBezTo>
                          <a:cubicBezTo>
                            <a:pt x="42491" y="47444"/>
                            <a:pt x="50778" y="57550"/>
                            <a:pt x="50778" y="57550"/>
                          </a:cubicBezTo>
                          <a:cubicBezTo>
                            <a:pt x="50778" y="57550"/>
                            <a:pt x="51225" y="53931"/>
                            <a:pt x="51911" y="48511"/>
                          </a:cubicBezTo>
                          <a:cubicBezTo>
                            <a:pt x="52226" y="45816"/>
                            <a:pt x="52587" y="42663"/>
                            <a:pt x="52978" y="39291"/>
                          </a:cubicBezTo>
                          <a:cubicBezTo>
                            <a:pt x="53159" y="37614"/>
                            <a:pt x="53349" y="35871"/>
                            <a:pt x="53540" y="34109"/>
                          </a:cubicBezTo>
                          <a:cubicBezTo>
                            <a:pt x="53702" y="32328"/>
                            <a:pt x="53864" y="30509"/>
                            <a:pt x="54016" y="28699"/>
                          </a:cubicBezTo>
                          <a:cubicBezTo>
                            <a:pt x="55283" y="14202"/>
                            <a:pt x="56026" y="0"/>
                            <a:pt x="56026" y="0"/>
                          </a:cubicBezTo>
                          <a:cubicBezTo>
                            <a:pt x="56950" y="305"/>
                            <a:pt x="57864" y="667"/>
                            <a:pt x="58779" y="1076"/>
                          </a:cubicBezTo>
                          <a:cubicBezTo>
                            <a:pt x="58779" y="1076"/>
                            <a:pt x="58521" y="5449"/>
                            <a:pt x="58131" y="12002"/>
                          </a:cubicBezTo>
                          <a:cubicBezTo>
                            <a:pt x="57702" y="18574"/>
                            <a:pt x="57035" y="27404"/>
                            <a:pt x="56216" y="36309"/>
                          </a:cubicBezTo>
                          <a:cubicBezTo>
                            <a:pt x="55378" y="45187"/>
                            <a:pt x="54245" y="53959"/>
                            <a:pt x="53387" y="60646"/>
                          </a:cubicBezTo>
                          <a:cubicBezTo>
                            <a:pt x="52473" y="67332"/>
                            <a:pt x="51863" y="71790"/>
                            <a:pt x="51863" y="71790"/>
                          </a:cubicBezTo>
                          <a:cubicBezTo>
                            <a:pt x="51863" y="71790"/>
                            <a:pt x="54188" y="70695"/>
                            <a:pt x="57674" y="69037"/>
                          </a:cubicBezTo>
                          <a:cubicBezTo>
                            <a:pt x="59417" y="68218"/>
                            <a:pt x="61455" y="67256"/>
                            <a:pt x="63627" y="66237"/>
                          </a:cubicBezTo>
                          <a:cubicBezTo>
                            <a:pt x="64713" y="65723"/>
                            <a:pt x="65856" y="65208"/>
                            <a:pt x="66980" y="64646"/>
                          </a:cubicBezTo>
                          <a:cubicBezTo>
                            <a:pt x="68094" y="64075"/>
                            <a:pt x="69227" y="63494"/>
                            <a:pt x="70361" y="62913"/>
                          </a:cubicBezTo>
                          <a:cubicBezTo>
                            <a:pt x="74895" y="60598"/>
                            <a:pt x="79429" y="58293"/>
                            <a:pt x="82829" y="56560"/>
                          </a:cubicBezTo>
                          <a:cubicBezTo>
                            <a:pt x="86878" y="54531"/>
                            <a:pt x="89583" y="53169"/>
                            <a:pt x="89583" y="53169"/>
                          </a:cubicBezTo>
                          <a:cubicBezTo>
                            <a:pt x="89659" y="54436"/>
                            <a:pt x="89706" y="55693"/>
                            <a:pt x="89745" y="56950"/>
                          </a:cubicBezTo>
                          <a:cubicBezTo>
                            <a:pt x="89745" y="56950"/>
                            <a:pt x="87125" y="58274"/>
                            <a:pt x="83182" y="60255"/>
                          </a:cubicBezTo>
                          <a:cubicBezTo>
                            <a:pt x="79677" y="62036"/>
                            <a:pt x="75009" y="64418"/>
                            <a:pt x="70342" y="66799"/>
                          </a:cubicBezTo>
                          <a:cubicBezTo>
                            <a:pt x="68028" y="68028"/>
                            <a:pt x="65608" y="69114"/>
                            <a:pt x="63370" y="70171"/>
                          </a:cubicBezTo>
                          <a:cubicBezTo>
                            <a:pt x="61131" y="71228"/>
                            <a:pt x="59036" y="72209"/>
                            <a:pt x="57236" y="73057"/>
                          </a:cubicBezTo>
                          <a:cubicBezTo>
                            <a:pt x="53645" y="74752"/>
                            <a:pt x="51254" y="75886"/>
                            <a:pt x="51254" y="75886"/>
                          </a:cubicBezTo>
                          <a:cubicBezTo>
                            <a:pt x="51254" y="75886"/>
                            <a:pt x="51111" y="76829"/>
                            <a:pt x="50873" y="78477"/>
                          </a:cubicBezTo>
                          <a:cubicBezTo>
                            <a:pt x="50635" y="80134"/>
                            <a:pt x="50273" y="82496"/>
                            <a:pt x="49787" y="85277"/>
                          </a:cubicBezTo>
                          <a:cubicBezTo>
                            <a:pt x="48844" y="90878"/>
                            <a:pt x="47530" y="98365"/>
                            <a:pt x="46110" y="105909"/>
                          </a:cubicBezTo>
                          <a:cubicBezTo>
                            <a:pt x="44682" y="113424"/>
                            <a:pt x="43186" y="121072"/>
                            <a:pt x="41948" y="126683"/>
                          </a:cubicBezTo>
                          <a:cubicBezTo>
                            <a:pt x="40681" y="132312"/>
                            <a:pt x="39843" y="136074"/>
                            <a:pt x="39843" y="136074"/>
                          </a:cubicBezTo>
                          <a:cubicBezTo>
                            <a:pt x="39843" y="136074"/>
                            <a:pt x="42500" y="135074"/>
                            <a:pt x="46472" y="133579"/>
                          </a:cubicBezTo>
                          <a:cubicBezTo>
                            <a:pt x="50397" y="131979"/>
                            <a:pt x="55616" y="129845"/>
                            <a:pt x="60846" y="127711"/>
                          </a:cubicBezTo>
                          <a:cubicBezTo>
                            <a:pt x="63446" y="126635"/>
                            <a:pt x="66094" y="125616"/>
                            <a:pt x="68504" y="124559"/>
                          </a:cubicBezTo>
                          <a:cubicBezTo>
                            <a:pt x="70913" y="123492"/>
                            <a:pt x="73162" y="122501"/>
                            <a:pt x="75086" y="121644"/>
                          </a:cubicBezTo>
                          <a:cubicBezTo>
                            <a:pt x="78934" y="119948"/>
                            <a:pt x="81505" y="118815"/>
                            <a:pt x="81505" y="118815"/>
                          </a:cubicBezTo>
                          <a:cubicBezTo>
                            <a:pt x="80858" y="120396"/>
                            <a:pt x="80191" y="121949"/>
                            <a:pt x="79486" y="123482"/>
                          </a:cubicBezTo>
                          <a:cubicBezTo>
                            <a:pt x="79486" y="123482"/>
                            <a:pt x="76990" y="124587"/>
                            <a:pt x="73247" y="126235"/>
                          </a:cubicBezTo>
                          <a:cubicBezTo>
                            <a:pt x="69532" y="127949"/>
                            <a:pt x="64436" y="129978"/>
                            <a:pt x="59360" y="132045"/>
                          </a:cubicBezTo>
                          <a:cubicBezTo>
                            <a:pt x="56817" y="133083"/>
                            <a:pt x="54283" y="134112"/>
                            <a:pt x="51901" y="135084"/>
                          </a:cubicBezTo>
                          <a:cubicBezTo>
                            <a:pt x="49520" y="136055"/>
                            <a:pt x="47310" y="136989"/>
                            <a:pt x="45358" y="137684"/>
                          </a:cubicBezTo>
                          <a:cubicBezTo>
                            <a:pt x="41491" y="139132"/>
                            <a:pt x="38910" y="140103"/>
                            <a:pt x="38910" y="140103"/>
                          </a:cubicBezTo>
                          <a:cubicBezTo>
                            <a:pt x="38910" y="140103"/>
                            <a:pt x="36490" y="150571"/>
                            <a:pt x="33814" y="161135"/>
                          </a:cubicBezTo>
                          <a:cubicBezTo>
                            <a:pt x="32499" y="166449"/>
                            <a:pt x="31051" y="171593"/>
                            <a:pt x="29975" y="175536"/>
                          </a:cubicBezTo>
                          <a:cubicBezTo>
                            <a:pt x="28880" y="179461"/>
                            <a:pt x="28146" y="182080"/>
                            <a:pt x="28146" y="182080"/>
                          </a:cubicBezTo>
                          <a:cubicBezTo>
                            <a:pt x="28146" y="182080"/>
                            <a:pt x="27175" y="185471"/>
                            <a:pt x="25727" y="190567"/>
                          </a:cubicBezTo>
                          <a:cubicBezTo>
                            <a:pt x="24241" y="195644"/>
                            <a:pt x="22250" y="202521"/>
                            <a:pt x="20126" y="209274"/>
                          </a:cubicBezTo>
                          <a:cubicBezTo>
                            <a:pt x="15888" y="222761"/>
                            <a:pt x="11249" y="236363"/>
                            <a:pt x="11249" y="236363"/>
                          </a:cubicBezTo>
                          <a:lnTo>
                            <a:pt x="8020" y="235230"/>
                          </a:lnTo>
                          <a:cubicBezTo>
                            <a:pt x="8020" y="235230"/>
                            <a:pt x="12363" y="222542"/>
                            <a:pt x="16354" y="209950"/>
                          </a:cubicBezTo>
                          <a:cubicBezTo>
                            <a:pt x="17345" y="206807"/>
                            <a:pt x="18326" y="203664"/>
                            <a:pt x="19260" y="200721"/>
                          </a:cubicBezTo>
                          <a:cubicBezTo>
                            <a:pt x="20145" y="197739"/>
                            <a:pt x="20974" y="194958"/>
                            <a:pt x="21679" y="192577"/>
                          </a:cubicBezTo>
                          <a:cubicBezTo>
                            <a:pt x="23060" y="187824"/>
                            <a:pt x="23974" y="184652"/>
                            <a:pt x="23974" y="184652"/>
                          </a:cubicBezTo>
                          <a:cubicBezTo>
                            <a:pt x="23974" y="184652"/>
                            <a:pt x="25060" y="180785"/>
                            <a:pt x="26698" y="174993"/>
                          </a:cubicBezTo>
                          <a:cubicBezTo>
                            <a:pt x="27489" y="172107"/>
                            <a:pt x="28403" y="168736"/>
                            <a:pt x="29394" y="165125"/>
                          </a:cubicBezTo>
                          <a:cubicBezTo>
                            <a:pt x="29870" y="163325"/>
                            <a:pt x="30366" y="161468"/>
                            <a:pt x="30871" y="159573"/>
                          </a:cubicBezTo>
                          <a:cubicBezTo>
                            <a:pt x="31347" y="157658"/>
                            <a:pt x="31832" y="155715"/>
                            <a:pt x="32328" y="153772"/>
                          </a:cubicBezTo>
                          <a:cubicBezTo>
                            <a:pt x="36195" y="138227"/>
                            <a:pt x="39519" y="122892"/>
                            <a:pt x="39519" y="122892"/>
                          </a:cubicBezTo>
                          <a:cubicBezTo>
                            <a:pt x="39519" y="122892"/>
                            <a:pt x="29261" y="110938"/>
                            <a:pt x="19412" y="98851"/>
                          </a:cubicBezTo>
                          <a:cubicBezTo>
                            <a:pt x="14478" y="92812"/>
                            <a:pt x="9620" y="86744"/>
                            <a:pt x="6020" y="82182"/>
                          </a:cubicBezTo>
                          <a:cubicBezTo>
                            <a:pt x="2410" y="77572"/>
                            <a:pt x="0" y="74495"/>
                            <a:pt x="0" y="74495"/>
                          </a:cubicBezTo>
                          <a:cubicBezTo>
                            <a:pt x="114" y="73057"/>
                            <a:pt x="248" y="71638"/>
                            <a:pt x="390" y="70238"/>
                          </a:cubicBezTo>
                          <a:cubicBezTo>
                            <a:pt x="390" y="70238"/>
                            <a:pt x="2810" y="73324"/>
                            <a:pt x="6448" y="77953"/>
                          </a:cubicBezTo>
                          <a:cubicBezTo>
                            <a:pt x="10087" y="82563"/>
                            <a:pt x="15002" y="88687"/>
                            <a:pt x="19993" y="94793"/>
                          </a:cubicBezTo>
                          <a:cubicBezTo>
                            <a:pt x="29956" y="107052"/>
                            <a:pt x="40338" y="119129"/>
                            <a:pt x="40338" y="119129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25" name="Google Shape;1902;p65">
                    <a:extLst>
                      <a:ext uri="{FF2B5EF4-FFF2-40B4-BE49-F238E27FC236}">
                        <a16:creationId xmlns:a16="http://schemas.microsoft.com/office/drawing/2014/main" id="{199AE2A2-7819-AE94-4AA3-1854F8AB740B}"/>
                      </a:ext>
                    </a:extLst>
                  </p:cNvPr>
                  <p:cNvGrpSpPr/>
                  <p:nvPr/>
                </p:nvGrpSpPr>
                <p:grpSpPr>
                  <a:xfrm>
                    <a:off x="7395267" y="4721809"/>
                    <a:ext cx="214630" cy="177745"/>
                    <a:chOff x="7395267" y="4721809"/>
                    <a:chExt cx="214630" cy="177745"/>
                  </a:xfrm>
                </p:grpSpPr>
                <p:sp>
                  <p:nvSpPr>
                    <p:cNvPr id="1038" name="Google Shape;1903;p65">
                      <a:extLst>
                        <a:ext uri="{FF2B5EF4-FFF2-40B4-BE49-F238E27FC236}">
                          <a16:creationId xmlns:a16="http://schemas.microsoft.com/office/drawing/2014/main" id="{3A9E160B-5BC8-1386-564C-AC255F300D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33738" y="4760366"/>
                      <a:ext cx="176159" cy="1391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6159" h="139188" extrusionOk="0">
                          <a:moveTo>
                            <a:pt x="0" y="124"/>
                          </a:moveTo>
                          <a:cubicBezTo>
                            <a:pt x="0" y="124"/>
                            <a:pt x="6820" y="-295"/>
                            <a:pt x="17850" y="409"/>
                          </a:cubicBezTo>
                          <a:cubicBezTo>
                            <a:pt x="23355" y="705"/>
                            <a:pt x="29908" y="1162"/>
                            <a:pt x="37224" y="2114"/>
                          </a:cubicBezTo>
                          <a:cubicBezTo>
                            <a:pt x="40872" y="2562"/>
                            <a:pt x="44739" y="3229"/>
                            <a:pt x="48711" y="3838"/>
                          </a:cubicBezTo>
                          <a:cubicBezTo>
                            <a:pt x="52692" y="4477"/>
                            <a:pt x="56835" y="5258"/>
                            <a:pt x="61084" y="6191"/>
                          </a:cubicBezTo>
                          <a:cubicBezTo>
                            <a:pt x="65341" y="7124"/>
                            <a:pt x="69704" y="8210"/>
                            <a:pt x="74161" y="9487"/>
                          </a:cubicBezTo>
                          <a:cubicBezTo>
                            <a:pt x="78600" y="10706"/>
                            <a:pt x="83115" y="12049"/>
                            <a:pt x="87678" y="13630"/>
                          </a:cubicBezTo>
                          <a:cubicBezTo>
                            <a:pt x="96793" y="16754"/>
                            <a:pt x="106118" y="20860"/>
                            <a:pt x="115253" y="25641"/>
                          </a:cubicBezTo>
                          <a:cubicBezTo>
                            <a:pt x="124406" y="30499"/>
                            <a:pt x="133436" y="36424"/>
                            <a:pt x="141999" y="43634"/>
                          </a:cubicBezTo>
                          <a:cubicBezTo>
                            <a:pt x="150552" y="50797"/>
                            <a:pt x="158629" y="59131"/>
                            <a:pt x="165830" y="69142"/>
                          </a:cubicBezTo>
                          <a:cubicBezTo>
                            <a:pt x="173041" y="79134"/>
                            <a:pt x="176289" y="88611"/>
                            <a:pt x="176155" y="97279"/>
                          </a:cubicBezTo>
                          <a:cubicBezTo>
                            <a:pt x="176098" y="101613"/>
                            <a:pt x="175193" y="105737"/>
                            <a:pt x="173555" y="109604"/>
                          </a:cubicBezTo>
                          <a:cubicBezTo>
                            <a:pt x="172736" y="111538"/>
                            <a:pt x="171726" y="113405"/>
                            <a:pt x="170555" y="115205"/>
                          </a:cubicBezTo>
                          <a:cubicBezTo>
                            <a:pt x="169373" y="116995"/>
                            <a:pt x="168030" y="118662"/>
                            <a:pt x="166526" y="120272"/>
                          </a:cubicBezTo>
                          <a:cubicBezTo>
                            <a:pt x="160506" y="126663"/>
                            <a:pt x="151952" y="131883"/>
                            <a:pt x="141865" y="135179"/>
                          </a:cubicBezTo>
                          <a:cubicBezTo>
                            <a:pt x="136827" y="136760"/>
                            <a:pt x="131397" y="137912"/>
                            <a:pt x="125721" y="138560"/>
                          </a:cubicBezTo>
                          <a:cubicBezTo>
                            <a:pt x="120044" y="139208"/>
                            <a:pt x="114119" y="139427"/>
                            <a:pt x="108080" y="138874"/>
                          </a:cubicBezTo>
                          <a:cubicBezTo>
                            <a:pt x="102041" y="138379"/>
                            <a:pt x="95878" y="137331"/>
                            <a:pt x="89725" y="135703"/>
                          </a:cubicBezTo>
                          <a:cubicBezTo>
                            <a:pt x="86649" y="134874"/>
                            <a:pt x="83572" y="133959"/>
                            <a:pt x="80524" y="132788"/>
                          </a:cubicBezTo>
                          <a:cubicBezTo>
                            <a:pt x="77467" y="131616"/>
                            <a:pt x="74438" y="130302"/>
                            <a:pt x="71428" y="128825"/>
                          </a:cubicBezTo>
                          <a:cubicBezTo>
                            <a:pt x="59417" y="122901"/>
                            <a:pt x="47958" y="114586"/>
                            <a:pt x="37929" y="103155"/>
                          </a:cubicBezTo>
                          <a:cubicBezTo>
                            <a:pt x="27899" y="91802"/>
                            <a:pt x="19307" y="77686"/>
                            <a:pt x="12820" y="60579"/>
                          </a:cubicBezTo>
                          <a:cubicBezTo>
                            <a:pt x="6334" y="43491"/>
                            <a:pt x="1952" y="23384"/>
                            <a:pt x="0" y="124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9" name="Google Shape;1904;p65">
                      <a:extLst>
                        <a:ext uri="{FF2B5EF4-FFF2-40B4-BE49-F238E27FC236}">
                          <a16:creationId xmlns:a16="http://schemas.microsoft.com/office/drawing/2014/main" id="{F863F379-F0CA-A5B0-120B-F7B431B0ED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5267" y="4721809"/>
                      <a:ext cx="208435" cy="1771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8435" h="177126" extrusionOk="0">
                          <a:moveTo>
                            <a:pt x="94736" y="83372"/>
                          </a:moveTo>
                          <a:cubicBezTo>
                            <a:pt x="94736" y="83372"/>
                            <a:pt x="95517" y="83972"/>
                            <a:pt x="96898" y="85020"/>
                          </a:cubicBezTo>
                          <a:cubicBezTo>
                            <a:pt x="98279" y="86049"/>
                            <a:pt x="100251" y="87525"/>
                            <a:pt x="102613" y="89287"/>
                          </a:cubicBezTo>
                          <a:cubicBezTo>
                            <a:pt x="107356" y="92821"/>
                            <a:pt x="113747" y="97507"/>
                            <a:pt x="120225" y="102165"/>
                          </a:cubicBezTo>
                          <a:cubicBezTo>
                            <a:pt x="126692" y="106823"/>
                            <a:pt x="133255" y="111481"/>
                            <a:pt x="138208" y="114815"/>
                          </a:cubicBezTo>
                          <a:cubicBezTo>
                            <a:pt x="143189" y="118177"/>
                            <a:pt x="146504" y="120425"/>
                            <a:pt x="146504" y="120425"/>
                          </a:cubicBezTo>
                          <a:cubicBezTo>
                            <a:pt x="146504" y="120425"/>
                            <a:pt x="145066" y="134483"/>
                            <a:pt x="143351" y="148571"/>
                          </a:cubicBezTo>
                          <a:cubicBezTo>
                            <a:pt x="141665" y="162554"/>
                            <a:pt x="139703" y="176612"/>
                            <a:pt x="139703" y="176612"/>
                          </a:cubicBezTo>
                          <a:cubicBezTo>
                            <a:pt x="141027" y="176812"/>
                            <a:pt x="142351" y="176984"/>
                            <a:pt x="143675" y="177127"/>
                          </a:cubicBezTo>
                          <a:cubicBezTo>
                            <a:pt x="143675" y="177127"/>
                            <a:pt x="144132" y="173736"/>
                            <a:pt x="144809" y="168659"/>
                          </a:cubicBezTo>
                          <a:cubicBezTo>
                            <a:pt x="145475" y="163573"/>
                            <a:pt x="146333" y="156848"/>
                            <a:pt x="147142" y="150019"/>
                          </a:cubicBezTo>
                          <a:cubicBezTo>
                            <a:pt x="148771" y="136398"/>
                            <a:pt x="150152" y="122854"/>
                            <a:pt x="150152" y="122854"/>
                          </a:cubicBezTo>
                          <a:cubicBezTo>
                            <a:pt x="150152" y="122854"/>
                            <a:pt x="153553" y="125101"/>
                            <a:pt x="158658" y="128473"/>
                          </a:cubicBezTo>
                          <a:cubicBezTo>
                            <a:pt x="163782" y="131826"/>
                            <a:pt x="170679" y="136350"/>
                            <a:pt x="177660" y="140608"/>
                          </a:cubicBezTo>
                          <a:cubicBezTo>
                            <a:pt x="191595" y="149238"/>
                            <a:pt x="206016" y="157658"/>
                            <a:pt x="206016" y="157658"/>
                          </a:cubicBezTo>
                          <a:cubicBezTo>
                            <a:pt x="206883" y="156667"/>
                            <a:pt x="207693" y="155648"/>
                            <a:pt x="208436" y="154600"/>
                          </a:cubicBezTo>
                          <a:cubicBezTo>
                            <a:pt x="208436" y="154600"/>
                            <a:pt x="190728" y="144285"/>
                            <a:pt x="173755" y="133664"/>
                          </a:cubicBezTo>
                          <a:cubicBezTo>
                            <a:pt x="169507" y="131045"/>
                            <a:pt x="165278" y="128292"/>
                            <a:pt x="161344" y="125711"/>
                          </a:cubicBezTo>
                          <a:cubicBezTo>
                            <a:pt x="157429" y="123130"/>
                            <a:pt x="153781" y="120710"/>
                            <a:pt x="150657" y="118643"/>
                          </a:cubicBezTo>
                          <a:cubicBezTo>
                            <a:pt x="144475" y="114481"/>
                            <a:pt x="140351" y="111700"/>
                            <a:pt x="140351" y="111700"/>
                          </a:cubicBezTo>
                          <a:cubicBezTo>
                            <a:pt x="140351" y="111700"/>
                            <a:pt x="143742" y="110766"/>
                            <a:pt x="148819" y="109366"/>
                          </a:cubicBezTo>
                          <a:cubicBezTo>
                            <a:pt x="153905" y="107947"/>
                            <a:pt x="160687" y="106147"/>
                            <a:pt x="167449" y="104022"/>
                          </a:cubicBezTo>
                          <a:cubicBezTo>
                            <a:pt x="174212" y="101956"/>
                            <a:pt x="180985" y="99898"/>
                            <a:pt x="186061" y="98346"/>
                          </a:cubicBezTo>
                          <a:cubicBezTo>
                            <a:pt x="188604" y="97593"/>
                            <a:pt x="190710" y="96841"/>
                            <a:pt x="192186" y="96364"/>
                          </a:cubicBezTo>
                          <a:cubicBezTo>
                            <a:pt x="193662" y="95869"/>
                            <a:pt x="194510" y="95593"/>
                            <a:pt x="194510" y="95593"/>
                          </a:cubicBezTo>
                          <a:cubicBezTo>
                            <a:pt x="193653" y="94650"/>
                            <a:pt x="192786" y="93726"/>
                            <a:pt x="191910" y="92811"/>
                          </a:cubicBezTo>
                          <a:cubicBezTo>
                            <a:pt x="191910" y="92811"/>
                            <a:pt x="191052" y="93098"/>
                            <a:pt x="189538" y="93602"/>
                          </a:cubicBezTo>
                          <a:cubicBezTo>
                            <a:pt x="188786" y="93850"/>
                            <a:pt x="187871" y="94155"/>
                            <a:pt x="186823" y="94507"/>
                          </a:cubicBezTo>
                          <a:cubicBezTo>
                            <a:pt x="185766" y="94831"/>
                            <a:pt x="184585" y="95193"/>
                            <a:pt x="183289" y="95593"/>
                          </a:cubicBezTo>
                          <a:cubicBezTo>
                            <a:pt x="178108" y="97174"/>
                            <a:pt x="171202" y="99270"/>
                            <a:pt x="164287" y="101375"/>
                          </a:cubicBezTo>
                          <a:cubicBezTo>
                            <a:pt x="162563" y="101898"/>
                            <a:pt x="160829" y="102413"/>
                            <a:pt x="159134" y="102927"/>
                          </a:cubicBezTo>
                          <a:cubicBezTo>
                            <a:pt x="157429" y="103404"/>
                            <a:pt x="155753" y="103861"/>
                            <a:pt x="154134" y="104318"/>
                          </a:cubicBezTo>
                          <a:cubicBezTo>
                            <a:pt x="150886" y="105213"/>
                            <a:pt x="147866" y="106051"/>
                            <a:pt x="145266" y="106766"/>
                          </a:cubicBezTo>
                          <a:cubicBezTo>
                            <a:pt x="140075" y="108195"/>
                            <a:pt x="136617" y="109147"/>
                            <a:pt x="136617" y="109147"/>
                          </a:cubicBezTo>
                          <a:cubicBezTo>
                            <a:pt x="136617" y="109147"/>
                            <a:pt x="135760" y="108556"/>
                            <a:pt x="134264" y="107528"/>
                          </a:cubicBezTo>
                          <a:cubicBezTo>
                            <a:pt x="132769" y="106499"/>
                            <a:pt x="130635" y="105042"/>
                            <a:pt x="128083" y="103213"/>
                          </a:cubicBezTo>
                          <a:cubicBezTo>
                            <a:pt x="122977" y="99584"/>
                            <a:pt x="116234" y="94726"/>
                            <a:pt x="109585" y="89840"/>
                          </a:cubicBezTo>
                          <a:cubicBezTo>
                            <a:pt x="102927" y="84925"/>
                            <a:pt x="96393" y="80086"/>
                            <a:pt x="91507" y="76267"/>
                          </a:cubicBezTo>
                          <a:cubicBezTo>
                            <a:pt x="86649" y="72476"/>
                            <a:pt x="83410" y="69952"/>
                            <a:pt x="83410" y="69952"/>
                          </a:cubicBezTo>
                          <a:cubicBezTo>
                            <a:pt x="83410" y="69952"/>
                            <a:pt x="86687" y="69161"/>
                            <a:pt x="91602" y="67971"/>
                          </a:cubicBezTo>
                          <a:cubicBezTo>
                            <a:pt x="96507" y="66665"/>
                            <a:pt x="103041" y="64922"/>
                            <a:pt x="109576" y="63189"/>
                          </a:cubicBezTo>
                          <a:cubicBezTo>
                            <a:pt x="112843" y="62294"/>
                            <a:pt x="116119" y="61484"/>
                            <a:pt x="119167" y="60579"/>
                          </a:cubicBezTo>
                          <a:cubicBezTo>
                            <a:pt x="122215" y="59684"/>
                            <a:pt x="125073" y="58855"/>
                            <a:pt x="127511" y="58131"/>
                          </a:cubicBezTo>
                          <a:cubicBezTo>
                            <a:pt x="132397" y="56693"/>
                            <a:pt x="135655" y="55740"/>
                            <a:pt x="135655" y="55740"/>
                          </a:cubicBezTo>
                          <a:cubicBezTo>
                            <a:pt x="133893" y="55026"/>
                            <a:pt x="132140" y="54340"/>
                            <a:pt x="130388" y="53683"/>
                          </a:cubicBezTo>
                          <a:cubicBezTo>
                            <a:pt x="130388" y="53683"/>
                            <a:pt x="127245" y="54607"/>
                            <a:pt x="122539" y="55988"/>
                          </a:cubicBezTo>
                          <a:cubicBezTo>
                            <a:pt x="120177" y="56655"/>
                            <a:pt x="117443" y="57521"/>
                            <a:pt x="114481" y="58303"/>
                          </a:cubicBezTo>
                          <a:cubicBezTo>
                            <a:pt x="111528" y="59093"/>
                            <a:pt x="108375" y="59931"/>
                            <a:pt x="105223" y="60779"/>
                          </a:cubicBezTo>
                          <a:cubicBezTo>
                            <a:pt x="102070" y="61617"/>
                            <a:pt x="98917" y="62455"/>
                            <a:pt x="95964" y="63246"/>
                          </a:cubicBezTo>
                          <a:cubicBezTo>
                            <a:pt x="93011" y="64037"/>
                            <a:pt x="90249" y="64770"/>
                            <a:pt x="87877" y="65322"/>
                          </a:cubicBezTo>
                          <a:cubicBezTo>
                            <a:pt x="83134" y="66475"/>
                            <a:pt x="79972" y="67237"/>
                            <a:pt x="79972" y="67237"/>
                          </a:cubicBezTo>
                          <a:cubicBezTo>
                            <a:pt x="79972" y="67237"/>
                            <a:pt x="71047" y="60188"/>
                            <a:pt x="62360" y="53073"/>
                          </a:cubicBezTo>
                          <a:cubicBezTo>
                            <a:pt x="58007" y="49492"/>
                            <a:pt x="53683" y="45825"/>
                            <a:pt x="50463" y="43101"/>
                          </a:cubicBezTo>
                          <a:cubicBezTo>
                            <a:pt x="47254" y="40367"/>
                            <a:pt x="45120" y="38538"/>
                            <a:pt x="45120" y="38538"/>
                          </a:cubicBezTo>
                          <a:cubicBezTo>
                            <a:pt x="45120" y="38538"/>
                            <a:pt x="42377" y="36176"/>
                            <a:pt x="38272" y="32623"/>
                          </a:cubicBezTo>
                          <a:cubicBezTo>
                            <a:pt x="34176" y="29061"/>
                            <a:pt x="28775" y="24355"/>
                            <a:pt x="23413" y="19469"/>
                          </a:cubicBezTo>
                          <a:cubicBezTo>
                            <a:pt x="12687" y="9773"/>
                            <a:pt x="2324" y="0"/>
                            <a:pt x="2324" y="0"/>
                          </a:cubicBezTo>
                          <a:lnTo>
                            <a:pt x="0" y="2543"/>
                          </a:lnTo>
                          <a:cubicBezTo>
                            <a:pt x="0" y="2543"/>
                            <a:pt x="9649" y="11668"/>
                            <a:pt x="19621" y="20717"/>
                          </a:cubicBezTo>
                          <a:cubicBezTo>
                            <a:pt x="29575" y="29832"/>
                            <a:pt x="39796" y="38605"/>
                            <a:pt x="39796" y="38605"/>
                          </a:cubicBezTo>
                          <a:cubicBezTo>
                            <a:pt x="39796" y="38605"/>
                            <a:pt x="42939" y="41300"/>
                            <a:pt x="47644" y="45330"/>
                          </a:cubicBezTo>
                          <a:cubicBezTo>
                            <a:pt x="52378" y="49339"/>
                            <a:pt x="58750" y="54769"/>
                            <a:pt x="65208" y="60008"/>
                          </a:cubicBezTo>
                          <a:cubicBezTo>
                            <a:pt x="78086" y="70476"/>
                            <a:pt x="91459" y="80791"/>
                            <a:pt x="91459" y="80791"/>
                          </a:cubicBezTo>
                          <a:cubicBezTo>
                            <a:pt x="91459" y="80791"/>
                            <a:pt x="88725" y="96679"/>
                            <a:pt x="85620" y="112652"/>
                          </a:cubicBezTo>
                          <a:cubicBezTo>
                            <a:pt x="84077" y="120634"/>
                            <a:pt x="82458" y="128654"/>
                            <a:pt x="81210" y="134636"/>
                          </a:cubicBezTo>
                          <a:cubicBezTo>
                            <a:pt x="79943" y="140599"/>
                            <a:pt x="79095" y="144571"/>
                            <a:pt x="79095" y="144571"/>
                          </a:cubicBezTo>
                          <a:cubicBezTo>
                            <a:pt x="80153" y="145694"/>
                            <a:pt x="81229" y="146780"/>
                            <a:pt x="82315" y="147847"/>
                          </a:cubicBezTo>
                          <a:cubicBezTo>
                            <a:pt x="82315" y="147847"/>
                            <a:pt x="83163" y="143818"/>
                            <a:pt x="84449" y="137779"/>
                          </a:cubicBezTo>
                          <a:cubicBezTo>
                            <a:pt x="85706" y="131702"/>
                            <a:pt x="87335" y="123615"/>
                            <a:pt x="88897" y="115548"/>
                          </a:cubicBezTo>
                          <a:cubicBezTo>
                            <a:pt x="91992" y="99422"/>
                            <a:pt x="94736" y="83372"/>
                            <a:pt x="94736" y="83372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26" name="Google Shape;1905;p65">
                    <a:extLst>
                      <a:ext uri="{FF2B5EF4-FFF2-40B4-BE49-F238E27FC236}">
                        <a16:creationId xmlns:a16="http://schemas.microsoft.com/office/drawing/2014/main" id="{D208E6DA-7F86-9B9B-CA6C-D04C92396FC2}"/>
                      </a:ext>
                    </a:extLst>
                  </p:cNvPr>
                  <p:cNvGrpSpPr/>
                  <p:nvPr/>
                </p:nvGrpSpPr>
                <p:grpSpPr>
                  <a:xfrm>
                    <a:off x="7615809" y="4396047"/>
                    <a:ext cx="122665" cy="247408"/>
                    <a:chOff x="7615809" y="4396047"/>
                    <a:chExt cx="122665" cy="247408"/>
                  </a:xfrm>
                </p:grpSpPr>
                <p:sp>
                  <p:nvSpPr>
                    <p:cNvPr id="1036" name="Google Shape;1906;p65">
                      <a:extLst>
                        <a:ext uri="{FF2B5EF4-FFF2-40B4-BE49-F238E27FC236}">
                          <a16:creationId xmlns:a16="http://schemas.microsoft.com/office/drawing/2014/main" id="{7490F918-ED3A-CAEE-A067-94FA213842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5809" y="4396047"/>
                      <a:ext cx="122665" cy="1949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2665" h="194936" extrusionOk="0">
                          <a:moveTo>
                            <a:pt x="29089" y="194936"/>
                          </a:moveTo>
                          <a:cubicBezTo>
                            <a:pt x="29089" y="194936"/>
                            <a:pt x="34899" y="191364"/>
                            <a:pt x="43500" y="184468"/>
                          </a:cubicBezTo>
                          <a:cubicBezTo>
                            <a:pt x="47777" y="180963"/>
                            <a:pt x="52863" y="176858"/>
                            <a:pt x="58273" y="171895"/>
                          </a:cubicBezTo>
                          <a:cubicBezTo>
                            <a:pt x="60978" y="169419"/>
                            <a:pt x="63779" y="166742"/>
                            <a:pt x="66617" y="163865"/>
                          </a:cubicBezTo>
                          <a:cubicBezTo>
                            <a:pt x="68036" y="162437"/>
                            <a:pt x="69465" y="160922"/>
                            <a:pt x="70913" y="159417"/>
                          </a:cubicBezTo>
                          <a:cubicBezTo>
                            <a:pt x="72361" y="157922"/>
                            <a:pt x="73818" y="156369"/>
                            <a:pt x="75276" y="154779"/>
                          </a:cubicBezTo>
                          <a:cubicBezTo>
                            <a:pt x="81114" y="148416"/>
                            <a:pt x="86925" y="141177"/>
                            <a:pt x="92449" y="133319"/>
                          </a:cubicBezTo>
                          <a:cubicBezTo>
                            <a:pt x="97993" y="125527"/>
                            <a:pt x="103193" y="116945"/>
                            <a:pt x="107670" y="107592"/>
                          </a:cubicBezTo>
                          <a:cubicBezTo>
                            <a:pt x="112156" y="98286"/>
                            <a:pt x="115976" y="88342"/>
                            <a:pt x="118614" y="77531"/>
                          </a:cubicBezTo>
                          <a:cubicBezTo>
                            <a:pt x="121262" y="66749"/>
                            <a:pt x="122748" y="55128"/>
                            <a:pt x="122662" y="42879"/>
                          </a:cubicBezTo>
                          <a:cubicBezTo>
                            <a:pt x="122567" y="30592"/>
                            <a:pt x="119624" y="21010"/>
                            <a:pt x="114519" y="14028"/>
                          </a:cubicBezTo>
                          <a:cubicBezTo>
                            <a:pt x="109403" y="6998"/>
                            <a:pt x="102212" y="2788"/>
                            <a:pt x="93735" y="979"/>
                          </a:cubicBezTo>
                          <a:cubicBezTo>
                            <a:pt x="89506" y="83"/>
                            <a:pt x="84962" y="-193"/>
                            <a:pt x="80228" y="131"/>
                          </a:cubicBezTo>
                          <a:cubicBezTo>
                            <a:pt x="75494" y="445"/>
                            <a:pt x="70646" y="1512"/>
                            <a:pt x="65713" y="3074"/>
                          </a:cubicBezTo>
                          <a:cubicBezTo>
                            <a:pt x="60788" y="4655"/>
                            <a:pt x="55806" y="6808"/>
                            <a:pt x="50901" y="9503"/>
                          </a:cubicBezTo>
                          <a:cubicBezTo>
                            <a:pt x="46024" y="12246"/>
                            <a:pt x="41262" y="15618"/>
                            <a:pt x="36690" y="19457"/>
                          </a:cubicBezTo>
                          <a:cubicBezTo>
                            <a:pt x="32127" y="23315"/>
                            <a:pt x="27765" y="27639"/>
                            <a:pt x="23774" y="32516"/>
                          </a:cubicBezTo>
                          <a:cubicBezTo>
                            <a:pt x="19812" y="37450"/>
                            <a:pt x="16192" y="42850"/>
                            <a:pt x="13030" y="48689"/>
                          </a:cubicBezTo>
                          <a:cubicBezTo>
                            <a:pt x="9877" y="54528"/>
                            <a:pt x="7181" y="60796"/>
                            <a:pt x="5076" y="67482"/>
                          </a:cubicBezTo>
                          <a:cubicBezTo>
                            <a:pt x="3000" y="74235"/>
                            <a:pt x="1514" y="81388"/>
                            <a:pt x="704" y="88904"/>
                          </a:cubicBezTo>
                          <a:cubicBezTo>
                            <a:pt x="-924" y="103934"/>
                            <a:pt x="209" y="120403"/>
                            <a:pt x="4762" y="138120"/>
                          </a:cubicBezTo>
                          <a:cubicBezTo>
                            <a:pt x="9296" y="155836"/>
                            <a:pt x="17278" y="174800"/>
                            <a:pt x="29089" y="194936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7" name="Google Shape;1907;p65">
                      <a:extLst>
                        <a:ext uri="{FF2B5EF4-FFF2-40B4-BE49-F238E27FC236}">
                          <a16:creationId xmlns:a16="http://schemas.microsoft.com/office/drawing/2014/main" id="{B42EE125-BCBD-4E3D-CFE0-D97BF6217F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7009" y="4397387"/>
                      <a:ext cx="120700" cy="246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700" h="246068" extrusionOk="0">
                          <a:moveTo>
                            <a:pt x="47920" y="124749"/>
                          </a:moveTo>
                          <a:cubicBezTo>
                            <a:pt x="47920" y="124749"/>
                            <a:pt x="49092" y="120977"/>
                            <a:pt x="50854" y="115319"/>
                          </a:cubicBezTo>
                          <a:cubicBezTo>
                            <a:pt x="52616" y="109614"/>
                            <a:pt x="55111" y="102213"/>
                            <a:pt x="57645" y="94688"/>
                          </a:cubicBezTo>
                          <a:cubicBezTo>
                            <a:pt x="60188" y="87182"/>
                            <a:pt x="62808" y="79658"/>
                            <a:pt x="64818" y="74009"/>
                          </a:cubicBezTo>
                          <a:cubicBezTo>
                            <a:pt x="65827" y="71180"/>
                            <a:pt x="66665" y="68818"/>
                            <a:pt x="67256" y="67170"/>
                          </a:cubicBezTo>
                          <a:cubicBezTo>
                            <a:pt x="67856" y="65532"/>
                            <a:pt x="68199" y="64599"/>
                            <a:pt x="68199" y="64599"/>
                          </a:cubicBezTo>
                          <a:cubicBezTo>
                            <a:pt x="68199" y="64599"/>
                            <a:pt x="65884" y="61951"/>
                            <a:pt x="62398" y="57988"/>
                          </a:cubicBezTo>
                          <a:cubicBezTo>
                            <a:pt x="58912" y="54045"/>
                            <a:pt x="54245" y="48787"/>
                            <a:pt x="49521" y="43548"/>
                          </a:cubicBezTo>
                          <a:cubicBezTo>
                            <a:pt x="40091" y="33071"/>
                            <a:pt x="30432" y="22679"/>
                            <a:pt x="30432" y="22679"/>
                          </a:cubicBezTo>
                          <a:cubicBezTo>
                            <a:pt x="31385" y="21765"/>
                            <a:pt x="32347" y="20869"/>
                            <a:pt x="33318" y="19993"/>
                          </a:cubicBezTo>
                          <a:cubicBezTo>
                            <a:pt x="33318" y="19993"/>
                            <a:pt x="42615" y="30032"/>
                            <a:pt x="51692" y="40148"/>
                          </a:cubicBezTo>
                          <a:cubicBezTo>
                            <a:pt x="56236" y="45215"/>
                            <a:pt x="60731" y="50264"/>
                            <a:pt x="64103" y="54102"/>
                          </a:cubicBezTo>
                          <a:cubicBezTo>
                            <a:pt x="67466" y="57950"/>
                            <a:pt x="69704" y="60522"/>
                            <a:pt x="69704" y="60522"/>
                          </a:cubicBezTo>
                          <a:cubicBezTo>
                            <a:pt x="69704" y="60522"/>
                            <a:pt x="75324" y="45425"/>
                            <a:pt x="81391" y="30213"/>
                          </a:cubicBezTo>
                          <a:cubicBezTo>
                            <a:pt x="84391" y="22565"/>
                            <a:pt x="87563" y="15116"/>
                            <a:pt x="89954" y="9439"/>
                          </a:cubicBezTo>
                          <a:cubicBezTo>
                            <a:pt x="92373" y="3781"/>
                            <a:pt x="93983" y="0"/>
                            <a:pt x="93983" y="0"/>
                          </a:cubicBezTo>
                          <a:cubicBezTo>
                            <a:pt x="95240" y="314"/>
                            <a:pt x="96469" y="686"/>
                            <a:pt x="97660" y="1114"/>
                          </a:cubicBezTo>
                          <a:cubicBezTo>
                            <a:pt x="97660" y="1114"/>
                            <a:pt x="95688" y="5744"/>
                            <a:pt x="92716" y="12687"/>
                          </a:cubicBezTo>
                          <a:cubicBezTo>
                            <a:pt x="89792" y="19641"/>
                            <a:pt x="85935" y="28785"/>
                            <a:pt x="82296" y="38148"/>
                          </a:cubicBezTo>
                          <a:cubicBezTo>
                            <a:pt x="78638" y="47454"/>
                            <a:pt x="75105" y="56731"/>
                            <a:pt x="72523" y="63675"/>
                          </a:cubicBezTo>
                          <a:cubicBezTo>
                            <a:pt x="71238" y="67142"/>
                            <a:pt x="70171" y="70028"/>
                            <a:pt x="69428" y="72057"/>
                          </a:cubicBezTo>
                          <a:cubicBezTo>
                            <a:pt x="68694" y="74095"/>
                            <a:pt x="68285" y="75267"/>
                            <a:pt x="68285" y="75267"/>
                          </a:cubicBezTo>
                          <a:cubicBezTo>
                            <a:pt x="68285" y="75267"/>
                            <a:pt x="69094" y="74962"/>
                            <a:pt x="70513" y="74428"/>
                          </a:cubicBezTo>
                          <a:cubicBezTo>
                            <a:pt x="71942" y="73914"/>
                            <a:pt x="73981" y="73190"/>
                            <a:pt x="76419" y="72304"/>
                          </a:cubicBezTo>
                          <a:cubicBezTo>
                            <a:pt x="81315" y="70552"/>
                            <a:pt x="87839" y="68218"/>
                            <a:pt x="94364" y="65884"/>
                          </a:cubicBezTo>
                          <a:cubicBezTo>
                            <a:pt x="100917" y="63598"/>
                            <a:pt x="107518" y="61465"/>
                            <a:pt x="112462" y="59807"/>
                          </a:cubicBezTo>
                          <a:cubicBezTo>
                            <a:pt x="117405" y="58169"/>
                            <a:pt x="120701" y="57074"/>
                            <a:pt x="120701" y="57074"/>
                          </a:cubicBezTo>
                          <a:cubicBezTo>
                            <a:pt x="120567" y="58341"/>
                            <a:pt x="120425" y="59607"/>
                            <a:pt x="120263" y="60855"/>
                          </a:cubicBezTo>
                          <a:cubicBezTo>
                            <a:pt x="120263" y="60855"/>
                            <a:pt x="116900" y="61970"/>
                            <a:pt x="111843" y="63656"/>
                          </a:cubicBezTo>
                          <a:cubicBezTo>
                            <a:pt x="109318" y="64494"/>
                            <a:pt x="106375" y="65475"/>
                            <a:pt x="103222" y="66532"/>
                          </a:cubicBezTo>
                          <a:cubicBezTo>
                            <a:pt x="100069" y="67580"/>
                            <a:pt x="96707" y="68694"/>
                            <a:pt x="93383" y="69913"/>
                          </a:cubicBezTo>
                          <a:cubicBezTo>
                            <a:pt x="86716" y="72295"/>
                            <a:pt x="80058" y="74686"/>
                            <a:pt x="75057" y="76476"/>
                          </a:cubicBezTo>
                          <a:cubicBezTo>
                            <a:pt x="72561" y="77371"/>
                            <a:pt x="70475" y="78114"/>
                            <a:pt x="69037" y="78686"/>
                          </a:cubicBezTo>
                          <a:cubicBezTo>
                            <a:pt x="67589" y="79238"/>
                            <a:pt x="66770" y="79553"/>
                            <a:pt x="66770" y="79553"/>
                          </a:cubicBezTo>
                          <a:cubicBezTo>
                            <a:pt x="66770" y="79553"/>
                            <a:pt x="61227" y="95269"/>
                            <a:pt x="56131" y="110842"/>
                          </a:cubicBezTo>
                          <a:cubicBezTo>
                            <a:pt x="55493" y="112786"/>
                            <a:pt x="54864" y="114738"/>
                            <a:pt x="54235" y="116653"/>
                          </a:cubicBezTo>
                          <a:cubicBezTo>
                            <a:pt x="53626" y="118586"/>
                            <a:pt x="53035" y="120491"/>
                            <a:pt x="52454" y="122339"/>
                          </a:cubicBezTo>
                          <a:cubicBezTo>
                            <a:pt x="51321" y="126025"/>
                            <a:pt x="50264" y="129454"/>
                            <a:pt x="49359" y="132407"/>
                          </a:cubicBezTo>
                          <a:cubicBezTo>
                            <a:pt x="47597" y="138284"/>
                            <a:pt x="46425" y="142199"/>
                            <a:pt x="46425" y="142199"/>
                          </a:cubicBezTo>
                          <a:cubicBezTo>
                            <a:pt x="46425" y="142199"/>
                            <a:pt x="49549" y="140979"/>
                            <a:pt x="54235" y="139141"/>
                          </a:cubicBezTo>
                          <a:cubicBezTo>
                            <a:pt x="56579" y="138236"/>
                            <a:pt x="59302" y="137131"/>
                            <a:pt x="62255" y="136036"/>
                          </a:cubicBezTo>
                          <a:cubicBezTo>
                            <a:pt x="65208" y="134960"/>
                            <a:pt x="68361" y="133807"/>
                            <a:pt x="71514" y="132655"/>
                          </a:cubicBezTo>
                          <a:cubicBezTo>
                            <a:pt x="77829" y="130369"/>
                            <a:pt x="84115" y="128016"/>
                            <a:pt x="88878" y="126368"/>
                          </a:cubicBezTo>
                          <a:cubicBezTo>
                            <a:pt x="93650" y="124749"/>
                            <a:pt x="96831" y="123663"/>
                            <a:pt x="96831" y="123663"/>
                          </a:cubicBezTo>
                          <a:cubicBezTo>
                            <a:pt x="95821" y="125254"/>
                            <a:pt x="94802" y="126816"/>
                            <a:pt x="93764" y="128359"/>
                          </a:cubicBezTo>
                          <a:cubicBezTo>
                            <a:pt x="93764" y="128359"/>
                            <a:pt x="92993" y="128616"/>
                            <a:pt x="91650" y="129073"/>
                          </a:cubicBezTo>
                          <a:cubicBezTo>
                            <a:pt x="90306" y="129540"/>
                            <a:pt x="88382" y="130159"/>
                            <a:pt x="86106" y="131007"/>
                          </a:cubicBezTo>
                          <a:cubicBezTo>
                            <a:pt x="81544" y="132674"/>
                            <a:pt x="75447" y="134893"/>
                            <a:pt x="69361" y="137122"/>
                          </a:cubicBezTo>
                          <a:cubicBezTo>
                            <a:pt x="66322" y="138256"/>
                            <a:pt x="63265" y="139303"/>
                            <a:pt x="60446" y="140427"/>
                          </a:cubicBezTo>
                          <a:cubicBezTo>
                            <a:pt x="57617" y="141532"/>
                            <a:pt x="54978" y="142561"/>
                            <a:pt x="52721" y="143446"/>
                          </a:cubicBezTo>
                          <a:cubicBezTo>
                            <a:pt x="48196" y="145218"/>
                            <a:pt x="45186" y="146399"/>
                            <a:pt x="45186" y="146399"/>
                          </a:cubicBezTo>
                          <a:cubicBezTo>
                            <a:pt x="45186" y="146399"/>
                            <a:pt x="44396" y="149114"/>
                            <a:pt x="43215" y="153181"/>
                          </a:cubicBezTo>
                          <a:cubicBezTo>
                            <a:pt x="42043" y="157248"/>
                            <a:pt x="40491" y="162630"/>
                            <a:pt x="39043" y="168126"/>
                          </a:cubicBezTo>
                          <a:cubicBezTo>
                            <a:pt x="36090" y="179061"/>
                            <a:pt x="33356" y="189919"/>
                            <a:pt x="33356" y="189919"/>
                          </a:cubicBezTo>
                          <a:cubicBezTo>
                            <a:pt x="33356" y="189919"/>
                            <a:pt x="32480" y="193424"/>
                            <a:pt x="31166" y="198682"/>
                          </a:cubicBezTo>
                          <a:cubicBezTo>
                            <a:pt x="30527" y="201301"/>
                            <a:pt x="29785" y="204368"/>
                            <a:pt x="28985" y="207645"/>
                          </a:cubicBezTo>
                          <a:cubicBezTo>
                            <a:pt x="28204" y="210931"/>
                            <a:pt x="27403" y="214484"/>
                            <a:pt x="26613" y="217999"/>
                          </a:cubicBezTo>
                          <a:cubicBezTo>
                            <a:pt x="23431" y="232105"/>
                            <a:pt x="20583" y="246069"/>
                            <a:pt x="20583" y="246069"/>
                          </a:cubicBezTo>
                          <a:lnTo>
                            <a:pt x="17221" y="245326"/>
                          </a:lnTo>
                          <a:cubicBezTo>
                            <a:pt x="17221" y="245326"/>
                            <a:pt x="19860" y="232305"/>
                            <a:pt x="22803" y="219161"/>
                          </a:cubicBezTo>
                          <a:cubicBezTo>
                            <a:pt x="24270" y="212608"/>
                            <a:pt x="25775" y="205969"/>
                            <a:pt x="26965" y="201073"/>
                          </a:cubicBezTo>
                          <a:cubicBezTo>
                            <a:pt x="28175" y="196177"/>
                            <a:pt x="28975" y="192910"/>
                            <a:pt x="28975" y="192910"/>
                          </a:cubicBezTo>
                          <a:cubicBezTo>
                            <a:pt x="28975" y="192910"/>
                            <a:pt x="32938" y="176936"/>
                            <a:pt x="37357" y="160792"/>
                          </a:cubicBezTo>
                          <a:cubicBezTo>
                            <a:pt x="39548" y="152724"/>
                            <a:pt x="41910" y="144799"/>
                            <a:pt x="43691" y="138760"/>
                          </a:cubicBezTo>
                          <a:cubicBezTo>
                            <a:pt x="45501" y="132740"/>
                            <a:pt x="46711" y="128731"/>
                            <a:pt x="46711" y="128731"/>
                          </a:cubicBezTo>
                          <a:cubicBezTo>
                            <a:pt x="46711" y="128731"/>
                            <a:pt x="35328" y="117300"/>
                            <a:pt x="23613" y="105994"/>
                          </a:cubicBezTo>
                          <a:cubicBezTo>
                            <a:pt x="17754" y="100317"/>
                            <a:pt x="11878" y="94764"/>
                            <a:pt x="7429" y="90611"/>
                          </a:cubicBezTo>
                          <a:cubicBezTo>
                            <a:pt x="2972" y="86458"/>
                            <a:pt x="0" y="83696"/>
                            <a:pt x="0" y="83696"/>
                          </a:cubicBezTo>
                          <a:cubicBezTo>
                            <a:pt x="219" y="82172"/>
                            <a:pt x="467" y="80667"/>
                            <a:pt x="733" y="79181"/>
                          </a:cubicBezTo>
                          <a:cubicBezTo>
                            <a:pt x="733" y="79181"/>
                            <a:pt x="3734" y="81982"/>
                            <a:pt x="8239" y="86173"/>
                          </a:cubicBezTo>
                          <a:cubicBezTo>
                            <a:pt x="12716" y="90345"/>
                            <a:pt x="18697" y="96050"/>
                            <a:pt x="24603" y="101765"/>
                          </a:cubicBezTo>
                          <a:cubicBezTo>
                            <a:pt x="36433" y="113186"/>
                            <a:pt x="47920" y="124749"/>
                            <a:pt x="47920" y="124749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27" name="Google Shape;1908;p65">
                    <a:extLst>
                      <a:ext uri="{FF2B5EF4-FFF2-40B4-BE49-F238E27FC236}">
                        <a16:creationId xmlns:a16="http://schemas.microsoft.com/office/drawing/2014/main" id="{65FCEDDA-F11A-81ED-882D-5BCE9BB4029C}"/>
                      </a:ext>
                    </a:extLst>
                  </p:cNvPr>
                  <p:cNvGrpSpPr/>
                  <p:nvPr/>
                </p:nvGrpSpPr>
                <p:grpSpPr>
                  <a:xfrm>
                    <a:off x="7566259" y="4670202"/>
                    <a:ext cx="205428" cy="157097"/>
                    <a:chOff x="7566259" y="4670202"/>
                    <a:chExt cx="205428" cy="157097"/>
                  </a:xfrm>
                </p:grpSpPr>
                <p:sp>
                  <p:nvSpPr>
                    <p:cNvPr id="1034" name="Google Shape;1909;p65">
                      <a:extLst>
                        <a:ext uri="{FF2B5EF4-FFF2-40B4-BE49-F238E27FC236}">
                          <a16:creationId xmlns:a16="http://schemas.microsoft.com/office/drawing/2014/main" id="{D2A28918-EA1F-FBCF-E1F8-E407646201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10903" y="4697767"/>
                      <a:ext cx="160784" cy="1295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0784" h="129532" extrusionOk="0">
                          <a:moveTo>
                            <a:pt x="0" y="3782"/>
                          </a:moveTo>
                          <a:cubicBezTo>
                            <a:pt x="0" y="3782"/>
                            <a:pt x="1676" y="3363"/>
                            <a:pt x="4743" y="2763"/>
                          </a:cubicBezTo>
                          <a:cubicBezTo>
                            <a:pt x="6277" y="2468"/>
                            <a:pt x="8153" y="2125"/>
                            <a:pt x="10353" y="1772"/>
                          </a:cubicBezTo>
                          <a:cubicBezTo>
                            <a:pt x="11449" y="1610"/>
                            <a:pt x="12630" y="1429"/>
                            <a:pt x="13868" y="1239"/>
                          </a:cubicBezTo>
                          <a:cubicBezTo>
                            <a:pt x="15059" y="1086"/>
                            <a:pt x="16240" y="963"/>
                            <a:pt x="17526" y="839"/>
                          </a:cubicBezTo>
                          <a:cubicBezTo>
                            <a:pt x="22622" y="343"/>
                            <a:pt x="28699" y="-18"/>
                            <a:pt x="35462" y="1"/>
                          </a:cubicBezTo>
                          <a:cubicBezTo>
                            <a:pt x="38852" y="29"/>
                            <a:pt x="42367" y="67"/>
                            <a:pt x="46091" y="401"/>
                          </a:cubicBezTo>
                          <a:cubicBezTo>
                            <a:pt x="49797" y="715"/>
                            <a:pt x="53645" y="1153"/>
                            <a:pt x="57578" y="1763"/>
                          </a:cubicBezTo>
                          <a:cubicBezTo>
                            <a:pt x="73266" y="4039"/>
                            <a:pt x="90621" y="9545"/>
                            <a:pt x="106889" y="19422"/>
                          </a:cubicBezTo>
                          <a:cubicBezTo>
                            <a:pt x="115081" y="24509"/>
                            <a:pt x="123006" y="30709"/>
                            <a:pt x="130416" y="38243"/>
                          </a:cubicBezTo>
                          <a:cubicBezTo>
                            <a:pt x="137827" y="45787"/>
                            <a:pt x="144704" y="54617"/>
                            <a:pt x="150885" y="65123"/>
                          </a:cubicBezTo>
                          <a:cubicBezTo>
                            <a:pt x="157058" y="75591"/>
                            <a:pt x="160048" y="85154"/>
                            <a:pt x="160668" y="93451"/>
                          </a:cubicBezTo>
                          <a:cubicBezTo>
                            <a:pt x="161268" y="101708"/>
                            <a:pt x="159534" y="108929"/>
                            <a:pt x="156000" y="114558"/>
                          </a:cubicBezTo>
                          <a:cubicBezTo>
                            <a:pt x="152476" y="120235"/>
                            <a:pt x="147113" y="124226"/>
                            <a:pt x="140551" y="126855"/>
                          </a:cubicBezTo>
                          <a:cubicBezTo>
                            <a:pt x="137255" y="128131"/>
                            <a:pt x="133626" y="128960"/>
                            <a:pt x="129711" y="129322"/>
                          </a:cubicBezTo>
                          <a:cubicBezTo>
                            <a:pt x="127759" y="129512"/>
                            <a:pt x="125720" y="129540"/>
                            <a:pt x="123644" y="129531"/>
                          </a:cubicBezTo>
                          <a:cubicBezTo>
                            <a:pt x="121568" y="129522"/>
                            <a:pt x="119434" y="129398"/>
                            <a:pt x="117243" y="129141"/>
                          </a:cubicBezTo>
                          <a:cubicBezTo>
                            <a:pt x="112852" y="128636"/>
                            <a:pt x="108232" y="127626"/>
                            <a:pt x="103441" y="126083"/>
                          </a:cubicBezTo>
                          <a:cubicBezTo>
                            <a:pt x="101051" y="125321"/>
                            <a:pt x="98593" y="124378"/>
                            <a:pt x="96136" y="123397"/>
                          </a:cubicBezTo>
                          <a:cubicBezTo>
                            <a:pt x="93678" y="122406"/>
                            <a:pt x="91173" y="121283"/>
                            <a:pt x="88649" y="120006"/>
                          </a:cubicBezTo>
                          <a:cubicBezTo>
                            <a:pt x="83591" y="117463"/>
                            <a:pt x="78419" y="114348"/>
                            <a:pt x="73180" y="110624"/>
                          </a:cubicBezTo>
                          <a:cubicBezTo>
                            <a:pt x="70561" y="108766"/>
                            <a:pt x="67932" y="106747"/>
                            <a:pt x="65303" y="104576"/>
                          </a:cubicBezTo>
                          <a:cubicBezTo>
                            <a:pt x="62636" y="102423"/>
                            <a:pt x="60207" y="99994"/>
                            <a:pt x="56931" y="97794"/>
                          </a:cubicBezTo>
                          <a:cubicBezTo>
                            <a:pt x="44663" y="88612"/>
                            <a:pt x="33433" y="76391"/>
                            <a:pt x="23822" y="60799"/>
                          </a:cubicBezTo>
                          <a:cubicBezTo>
                            <a:pt x="14183" y="45235"/>
                            <a:pt x="6191" y="26271"/>
                            <a:pt x="0" y="3782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5" name="Google Shape;1910;p65">
                      <a:extLst>
                        <a:ext uri="{FF2B5EF4-FFF2-40B4-BE49-F238E27FC236}">
                          <a16:creationId xmlns:a16="http://schemas.microsoft.com/office/drawing/2014/main" id="{A23F22D7-C23C-4738-C92A-5BBADC5396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66259" y="4670202"/>
                      <a:ext cx="202587" cy="1564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587" h="156409" extrusionOk="0">
                          <a:moveTo>
                            <a:pt x="104318" y="67294"/>
                          </a:moveTo>
                          <a:cubicBezTo>
                            <a:pt x="104318" y="67294"/>
                            <a:pt x="105089" y="67818"/>
                            <a:pt x="106423" y="68723"/>
                          </a:cubicBezTo>
                          <a:cubicBezTo>
                            <a:pt x="107766" y="69647"/>
                            <a:pt x="109680" y="70971"/>
                            <a:pt x="111985" y="72562"/>
                          </a:cubicBezTo>
                          <a:cubicBezTo>
                            <a:pt x="116576" y="75743"/>
                            <a:pt x="122644" y="80010"/>
                            <a:pt x="128645" y="84296"/>
                          </a:cubicBezTo>
                          <a:cubicBezTo>
                            <a:pt x="134645" y="88592"/>
                            <a:pt x="140560" y="92897"/>
                            <a:pt x="144971" y="96174"/>
                          </a:cubicBezTo>
                          <a:cubicBezTo>
                            <a:pt x="149380" y="99508"/>
                            <a:pt x="152314" y="101727"/>
                            <a:pt x="152314" y="101727"/>
                          </a:cubicBezTo>
                          <a:cubicBezTo>
                            <a:pt x="152314" y="101727"/>
                            <a:pt x="152552" y="105108"/>
                            <a:pt x="152895" y="110195"/>
                          </a:cubicBezTo>
                          <a:cubicBezTo>
                            <a:pt x="153086" y="112728"/>
                            <a:pt x="153305" y="115691"/>
                            <a:pt x="153533" y="118853"/>
                          </a:cubicBezTo>
                          <a:cubicBezTo>
                            <a:pt x="153791" y="122044"/>
                            <a:pt x="154067" y="125435"/>
                            <a:pt x="154343" y="128835"/>
                          </a:cubicBezTo>
                          <a:cubicBezTo>
                            <a:pt x="155477" y="142418"/>
                            <a:pt x="156820" y="155905"/>
                            <a:pt x="156820" y="155905"/>
                          </a:cubicBezTo>
                          <a:cubicBezTo>
                            <a:pt x="157810" y="156096"/>
                            <a:pt x="158782" y="156267"/>
                            <a:pt x="159753" y="156410"/>
                          </a:cubicBezTo>
                          <a:cubicBezTo>
                            <a:pt x="159753" y="156410"/>
                            <a:pt x="158477" y="143390"/>
                            <a:pt x="157401" y="130273"/>
                          </a:cubicBezTo>
                          <a:cubicBezTo>
                            <a:pt x="156858" y="123720"/>
                            <a:pt x="156391" y="117243"/>
                            <a:pt x="156038" y="112328"/>
                          </a:cubicBezTo>
                          <a:cubicBezTo>
                            <a:pt x="155705" y="107423"/>
                            <a:pt x="155486" y="104156"/>
                            <a:pt x="155486" y="104156"/>
                          </a:cubicBezTo>
                          <a:cubicBezTo>
                            <a:pt x="155486" y="104156"/>
                            <a:pt x="167278" y="113167"/>
                            <a:pt x="178670" y="122320"/>
                          </a:cubicBezTo>
                          <a:cubicBezTo>
                            <a:pt x="184385" y="126940"/>
                            <a:pt x="190052" y="131674"/>
                            <a:pt x="194243" y="135198"/>
                          </a:cubicBezTo>
                          <a:cubicBezTo>
                            <a:pt x="198425" y="138741"/>
                            <a:pt x="201206" y="141103"/>
                            <a:pt x="201206" y="141103"/>
                          </a:cubicBezTo>
                          <a:cubicBezTo>
                            <a:pt x="201711" y="140227"/>
                            <a:pt x="202168" y="139313"/>
                            <a:pt x="202587" y="138370"/>
                          </a:cubicBezTo>
                          <a:cubicBezTo>
                            <a:pt x="202587" y="138370"/>
                            <a:pt x="199168" y="135474"/>
                            <a:pt x="194043" y="131140"/>
                          </a:cubicBezTo>
                          <a:cubicBezTo>
                            <a:pt x="188900" y="126835"/>
                            <a:pt x="181928" y="121006"/>
                            <a:pt x="174879" y="115405"/>
                          </a:cubicBezTo>
                          <a:cubicBezTo>
                            <a:pt x="160839" y="104213"/>
                            <a:pt x="146180" y="93231"/>
                            <a:pt x="146180" y="93231"/>
                          </a:cubicBezTo>
                          <a:cubicBezTo>
                            <a:pt x="146180" y="93231"/>
                            <a:pt x="156381" y="89802"/>
                            <a:pt x="166583" y="86363"/>
                          </a:cubicBezTo>
                          <a:cubicBezTo>
                            <a:pt x="176832" y="83182"/>
                            <a:pt x="187090" y="79991"/>
                            <a:pt x="187090" y="79991"/>
                          </a:cubicBezTo>
                          <a:cubicBezTo>
                            <a:pt x="186357" y="79000"/>
                            <a:pt x="185614" y="78019"/>
                            <a:pt x="184861" y="77067"/>
                          </a:cubicBezTo>
                          <a:cubicBezTo>
                            <a:pt x="184861" y="77067"/>
                            <a:pt x="174327" y="80353"/>
                            <a:pt x="163792" y="83649"/>
                          </a:cubicBezTo>
                          <a:cubicBezTo>
                            <a:pt x="153305" y="87182"/>
                            <a:pt x="142818" y="90716"/>
                            <a:pt x="142818" y="90716"/>
                          </a:cubicBezTo>
                          <a:cubicBezTo>
                            <a:pt x="142818" y="90716"/>
                            <a:pt x="139732" y="88459"/>
                            <a:pt x="135093" y="85077"/>
                          </a:cubicBezTo>
                          <a:cubicBezTo>
                            <a:pt x="130445" y="81705"/>
                            <a:pt x="124187" y="77238"/>
                            <a:pt x="117843" y="72800"/>
                          </a:cubicBezTo>
                          <a:cubicBezTo>
                            <a:pt x="111519" y="68380"/>
                            <a:pt x="105070" y="63903"/>
                            <a:pt x="100251" y="60712"/>
                          </a:cubicBezTo>
                          <a:cubicBezTo>
                            <a:pt x="95412" y="57502"/>
                            <a:pt x="92183" y="55369"/>
                            <a:pt x="92183" y="55369"/>
                          </a:cubicBezTo>
                          <a:cubicBezTo>
                            <a:pt x="92183" y="55369"/>
                            <a:pt x="94850" y="54255"/>
                            <a:pt x="98841" y="52569"/>
                          </a:cubicBezTo>
                          <a:cubicBezTo>
                            <a:pt x="102879" y="50997"/>
                            <a:pt x="108252" y="48892"/>
                            <a:pt x="113633" y="46787"/>
                          </a:cubicBezTo>
                          <a:cubicBezTo>
                            <a:pt x="116319" y="45739"/>
                            <a:pt x="119005" y="44682"/>
                            <a:pt x="121530" y="43701"/>
                          </a:cubicBezTo>
                          <a:cubicBezTo>
                            <a:pt x="124044" y="42710"/>
                            <a:pt x="126435" y="41901"/>
                            <a:pt x="128464" y="41148"/>
                          </a:cubicBezTo>
                          <a:cubicBezTo>
                            <a:pt x="132531" y="39672"/>
                            <a:pt x="135236" y="38691"/>
                            <a:pt x="135236" y="38691"/>
                          </a:cubicBezTo>
                          <a:cubicBezTo>
                            <a:pt x="133645" y="38014"/>
                            <a:pt x="132045" y="37367"/>
                            <a:pt x="130454" y="36757"/>
                          </a:cubicBezTo>
                          <a:cubicBezTo>
                            <a:pt x="130454" y="36757"/>
                            <a:pt x="127826" y="37710"/>
                            <a:pt x="123873" y="39148"/>
                          </a:cubicBezTo>
                          <a:cubicBezTo>
                            <a:pt x="119920" y="40567"/>
                            <a:pt x="114729" y="42691"/>
                            <a:pt x="109499" y="44710"/>
                          </a:cubicBezTo>
                          <a:cubicBezTo>
                            <a:pt x="106889" y="45729"/>
                            <a:pt x="104280" y="46749"/>
                            <a:pt x="101832" y="47711"/>
                          </a:cubicBezTo>
                          <a:cubicBezTo>
                            <a:pt x="99384" y="48663"/>
                            <a:pt x="97088" y="49549"/>
                            <a:pt x="95164" y="50387"/>
                          </a:cubicBezTo>
                          <a:cubicBezTo>
                            <a:pt x="91278" y="52016"/>
                            <a:pt x="88697" y="53102"/>
                            <a:pt x="88697" y="53102"/>
                          </a:cubicBezTo>
                          <a:cubicBezTo>
                            <a:pt x="88697" y="53102"/>
                            <a:pt x="79658" y="47187"/>
                            <a:pt x="70418" y="41358"/>
                          </a:cubicBezTo>
                          <a:cubicBezTo>
                            <a:pt x="68104" y="39900"/>
                            <a:pt x="65789" y="38452"/>
                            <a:pt x="63617" y="37081"/>
                          </a:cubicBezTo>
                          <a:cubicBezTo>
                            <a:pt x="63065" y="36747"/>
                            <a:pt x="62551" y="36404"/>
                            <a:pt x="61998" y="36090"/>
                          </a:cubicBezTo>
                          <a:cubicBezTo>
                            <a:pt x="61436" y="35776"/>
                            <a:pt x="60884" y="35471"/>
                            <a:pt x="60350" y="35176"/>
                          </a:cubicBezTo>
                          <a:cubicBezTo>
                            <a:pt x="59284" y="34585"/>
                            <a:pt x="58274" y="34023"/>
                            <a:pt x="57340" y="33499"/>
                          </a:cubicBezTo>
                          <a:cubicBezTo>
                            <a:pt x="53635" y="31413"/>
                            <a:pt x="51168" y="30023"/>
                            <a:pt x="51168" y="30023"/>
                          </a:cubicBezTo>
                          <a:cubicBezTo>
                            <a:pt x="51168" y="30023"/>
                            <a:pt x="38433" y="22812"/>
                            <a:pt x="26165" y="15392"/>
                          </a:cubicBezTo>
                          <a:cubicBezTo>
                            <a:pt x="23098" y="13564"/>
                            <a:pt x="20021" y="11630"/>
                            <a:pt x="17154" y="9820"/>
                          </a:cubicBezTo>
                          <a:cubicBezTo>
                            <a:pt x="14306" y="8011"/>
                            <a:pt x="11639" y="6315"/>
                            <a:pt x="9363" y="4867"/>
                          </a:cubicBezTo>
                          <a:cubicBezTo>
                            <a:pt x="4848" y="1953"/>
                            <a:pt x="1838" y="0"/>
                            <a:pt x="1838" y="0"/>
                          </a:cubicBezTo>
                          <a:lnTo>
                            <a:pt x="0" y="2896"/>
                          </a:lnTo>
                          <a:cubicBezTo>
                            <a:pt x="0" y="2896"/>
                            <a:pt x="11135" y="10192"/>
                            <a:pt x="22650" y="17326"/>
                          </a:cubicBezTo>
                          <a:cubicBezTo>
                            <a:pt x="28394" y="20879"/>
                            <a:pt x="34157" y="24251"/>
                            <a:pt x="38548" y="26822"/>
                          </a:cubicBezTo>
                          <a:cubicBezTo>
                            <a:pt x="42948" y="29366"/>
                            <a:pt x="45882" y="31061"/>
                            <a:pt x="45882" y="31061"/>
                          </a:cubicBezTo>
                          <a:cubicBezTo>
                            <a:pt x="45882" y="31061"/>
                            <a:pt x="49501" y="33118"/>
                            <a:pt x="54940" y="36204"/>
                          </a:cubicBezTo>
                          <a:cubicBezTo>
                            <a:pt x="57693" y="37729"/>
                            <a:pt x="60893" y="39510"/>
                            <a:pt x="64332" y="41424"/>
                          </a:cubicBezTo>
                          <a:cubicBezTo>
                            <a:pt x="67599" y="43405"/>
                            <a:pt x="70961" y="45568"/>
                            <a:pt x="74362" y="47720"/>
                          </a:cubicBezTo>
                          <a:cubicBezTo>
                            <a:pt x="87925" y="56331"/>
                            <a:pt x="101051" y="65132"/>
                            <a:pt x="101051" y="65132"/>
                          </a:cubicBezTo>
                          <a:cubicBezTo>
                            <a:pt x="101051" y="65132"/>
                            <a:pt x="101679" y="80915"/>
                            <a:pt x="102622" y="96546"/>
                          </a:cubicBezTo>
                          <a:cubicBezTo>
                            <a:pt x="103537" y="112195"/>
                            <a:pt x="104756" y="127692"/>
                            <a:pt x="104756" y="127692"/>
                          </a:cubicBezTo>
                          <a:cubicBezTo>
                            <a:pt x="105842" y="128673"/>
                            <a:pt x="106928" y="129626"/>
                            <a:pt x="108013" y="130550"/>
                          </a:cubicBezTo>
                          <a:cubicBezTo>
                            <a:pt x="108013" y="130550"/>
                            <a:pt x="106775" y="114891"/>
                            <a:pt x="105861" y="99070"/>
                          </a:cubicBezTo>
                          <a:cubicBezTo>
                            <a:pt x="104947" y="83248"/>
                            <a:pt x="104318" y="67294"/>
                            <a:pt x="104318" y="67294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28" name="Google Shape;1911;p65">
                    <a:extLst>
                      <a:ext uri="{FF2B5EF4-FFF2-40B4-BE49-F238E27FC236}">
                        <a16:creationId xmlns:a16="http://schemas.microsoft.com/office/drawing/2014/main" id="{1FC4C299-7E1A-8D31-500F-4A5DBD1C4F86}"/>
                      </a:ext>
                    </a:extLst>
                  </p:cNvPr>
                  <p:cNvGrpSpPr/>
                  <p:nvPr/>
                </p:nvGrpSpPr>
                <p:grpSpPr>
                  <a:xfrm>
                    <a:off x="7803327" y="4351710"/>
                    <a:ext cx="138918" cy="234634"/>
                    <a:chOff x="7803327" y="4351710"/>
                    <a:chExt cx="138918" cy="234634"/>
                  </a:xfrm>
                </p:grpSpPr>
                <p:sp>
                  <p:nvSpPr>
                    <p:cNvPr id="1032" name="Google Shape;1912;p65">
                      <a:extLst>
                        <a:ext uri="{FF2B5EF4-FFF2-40B4-BE49-F238E27FC236}">
                          <a16:creationId xmlns:a16="http://schemas.microsoft.com/office/drawing/2014/main" id="{9659112C-22B0-862F-4C91-C6D9CEB9C2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06721" y="4351710"/>
                      <a:ext cx="135524" cy="1840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5524" h="184037" extrusionOk="0">
                          <a:moveTo>
                            <a:pt x="15466" y="184037"/>
                          </a:moveTo>
                          <a:cubicBezTo>
                            <a:pt x="15466" y="184037"/>
                            <a:pt x="17047" y="183380"/>
                            <a:pt x="19838" y="182037"/>
                          </a:cubicBezTo>
                          <a:cubicBezTo>
                            <a:pt x="22629" y="180723"/>
                            <a:pt x="26591" y="178598"/>
                            <a:pt x="31439" y="176008"/>
                          </a:cubicBezTo>
                          <a:cubicBezTo>
                            <a:pt x="36278" y="173369"/>
                            <a:pt x="41964" y="170026"/>
                            <a:pt x="48127" y="165949"/>
                          </a:cubicBezTo>
                          <a:cubicBezTo>
                            <a:pt x="54328" y="162006"/>
                            <a:pt x="61005" y="157320"/>
                            <a:pt x="67844" y="151881"/>
                          </a:cubicBezTo>
                          <a:cubicBezTo>
                            <a:pt x="74711" y="146585"/>
                            <a:pt x="81703" y="140441"/>
                            <a:pt x="88532" y="133622"/>
                          </a:cubicBezTo>
                          <a:cubicBezTo>
                            <a:pt x="91951" y="130231"/>
                            <a:pt x="95323" y="126640"/>
                            <a:pt x="98591" y="122830"/>
                          </a:cubicBezTo>
                          <a:cubicBezTo>
                            <a:pt x="101858" y="119010"/>
                            <a:pt x="105039" y="114991"/>
                            <a:pt x="108096" y="110828"/>
                          </a:cubicBezTo>
                          <a:cubicBezTo>
                            <a:pt x="114202" y="102484"/>
                            <a:pt x="119698" y="93131"/>
                            <a:pt x="124279" y="83015"/>
                          </a:cubicBezTo>
                          <a:cubicBezTo>
                            <a:pt x="128842" y="72871"/>
                            <a:pt x="132414" y="61755"/>
                            <a:pt x="134509" y="49592"/>
                          </a:cubicBezTo>
                          <a:cubicBezTo>
                            <a:pt x="136605" y="37429"/>
                            <a:pt x="135385" y="27484"/>
                            <a:pt x="131509" y="19769"/>
                          </a:cubicBezTo>
                          <a:cubicBezTo>
                            <a:pt x="127642" y="12054"/>
                            <a:pt x="121136" y="6558"/>
                            <a:pt x="112907" y="3300"/>
                          </a:cubicBezTo>
                          <a:cubicBezTo>
                            <a:pt x="96543" y="-3053"/>
                            <a:pt x="73302" y="-281"/>
                            <a:pt x="52394" y="12025"/>
                          </a:cubicBezTo>
                          <a:cubicBezTo>
                            <a:pt x="49775" y="13540"/>
                            <a:pt x="47184" y="15197"/>
                            <a:pt x="44650" y="16978"/>
                          </a:cubicBezTo>
                          <a:cubicBezTo>
                            <a:pt x="42126" y="18807"/>
                            <a:pt x="39650" y="20769"/>
                            <a:pt x="37250" y="22865"/>
                          </a:cubicBezTo>
                          <a:cubicBezTo>
                            <a:pt x="32439" y="27056"/>
                            <a:pt x="27886" y="31761"/>
                            <a:pt x="23734" y="36981"/>
                          </a:cubicBezTo>
                          <a:cubicBezTo>
                            <a:pt x="15485" y="47592"/>
                            <a:pt x="8817" y="60174"/>
                            <a:pt x="4693" y="74719"/>
                          </a:cubicBezTo>
                          <a:cubicBezTo>
                            <a:pt x="588" y="89340"/>
                            <a:pt x="-993" y="105808"/>
                            <a:pt x="626" y="124049"/>
                          </a:cubicBezTo>
                          <a:cubicBezTo>
                            <a:pt x="2226" y="142280"/>
                            <a:pt x="7055" y="162273"/>
                            <a:pt x="15466" y="184037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3" name="Google Shape;1913;p65">
                      <a:extLst>
                        <a:ext uri="{FF2B5EF4-FFF2-40B4-BE49-F238E27FC236}">
                          <a16:creationId xmlns:a16="http://schemas.microsoft.com/office/drawing/2014/main" id="{32DF7FC6-4306-1F2C-6554-A28C04E20A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03327" y="4355630"/>
                      <a:ext cx="134369" cy="2307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4369" h="230714" extrusionOk="0">
                          <a:moveTo>
                            <a:pt x="50092" y="115386"/>
                          </a:moveTo>
                          <a:cubicBezTo>
                            <a:pt x="50092" y="115386"/>
                            <a:pt x="51892" y="111871"/>
                            <a:pt x="54607" y="106604"/>
                          </a:cubicBezTo>
                          <a:cubicBezTo>
                            <a:pt x="57340" y="101346"/>
                            <a:pt x="61017" y="94231"/>
                            <a:pt x="64836" y="87306"/>
                          </a:cubicBezTo>
                          <a:cubicBezTo>
                            <a:pt x="68647" y="80334"/>
                            <a:pt x="72552" y="73352"/>
                            <a:pt x="75524" y="68113"/>
                          </a:cubicBezTo>
                          <a:cubicBezTo>
                            <a:pt x="77019" y="65494"/>
                            <a:pt x="78267" y="63313"/>
                            <a:pt x="79134" y="61779"/>
                          </a:cubicBezTo>
                          <a:cubicBezTo>
                            <a:pt x="80020" y="60265"/>
                            <a:pt x="80524" y="59398"/>
                            <a:pt x="80524" y="59398"/>
                          </a:cubicBezTo>
                          <a:cubicBezTo>
                            <a:pt x="80524" y="59398"/>
                            <a:pt x="78667" y="56407"/>
                            <a:pt x="75867" y="51911"/>
                          </a:cubicBezTo>
                          <a:cubicBezTo>
                            <a:pt x="73066" y="47435"/>
                            <a:pt x="69294" y="41481"/>
                            <a:pt x="65475" y="35528"/>
                          </a:cubicBezTo>
                          <a:cubicBezTo>
                            <a:pt x="57845" y="23622"/>
                            <a:pt x="49949" y="11773"/>
                            <a:pt x="49949" y="11773"/>
                          </a:cubicBezTo>
                          <a:cubicBezTo>
                            <a:pt x="51063" y="11030"/>
                            <a:pt x="52178" y="10306"/>
                            <a:pt x="53311" y="9611"/>
                          </a:cubicBezTo>
                          <a:cubicBezTo>
                            <a:pt x="53311" y="9611"/>
                            <a:pt x="60903" y="21050"/>
                            <a:pt x="68246" y="32547"/>
                          </a:cubicBezTo>
                          <a:cubicBezTo>
                            <a:pt x="71923" y="38300"/>
                            <a:pt x="75543" y="44025"/>
                            <a:pt x="78248" y="48378"/>
                          </a:cubicBezTo>
                          <a:cubicBezTo>
                            <a:pt x="80943" y="52731"/>
                            <a:pt x="82734" y="55636"/>
                            <a:pt x="82734" y="55636"/>
                          </a:cubicBezTo>
                          <a:cubicBezTo>
                            <a:pt x="82734" y="55636"/>
                            <a:pt x="84811" y="52140"/>
                            <a:pt x="87935" y="46892"/>
                          </a:cubicBezTo>
                          <a:cubicBezTo>
                            <a:pt x="91087" y="41662"/>
                            <a:pt x="95317" y="34604"/>
                            <a:pt x="99708" y="27689"/>
                          </a:cubicBezTo>
                          <a:cubicBezTo>
                            <a:pt x="104089" y="20764"/>
                            <a:pt x="108566" y="13830"/>
                            <a:pt x="111966" y="8630"/>
                          </a:cubicBezTo>
                          <a:cubicBezTo>
                            <a:pt x="115367" y="3410"/>
                            <a:pt x="117700" y="0"/>
                            <a:pt x="117700" y="0"/>
                          </a:cubicBezTo>
                          <a:cubicBezTo>
                            <a:pt x="118910" y="533"/>
                            <a:pt x="120082" y="1114"/>
                            <a:pt x="121215" y="1743"/>
                          </a:cubicBezTo>
                          <a:cubicBezTo>
                            <a:pt x="121215" y="1743"/>
                            <a:pt x="120501" y="2791"/>
                            <a:pt x="119262" y="4629"/>
                          </a:cubicBezTo>
                          <a:cubicBezTo>
                            <a:pt x="118024" y="6468"/>
                            <a:pt x="116253" y="9077"/>
                            <a:pt x="114176" y="12278"/>
                          </a:cubicBezTo>
                          <a:cubicBezTo>
                            <a:pt x="110004" y="18650"/>
                            <a:pt x="104537" y="27146"/>
                            <a:pt x="99231" y="35633"/>
                          </a:cubicBezTo>
                          <a:cubicBezTo>
                            <a:pt x="93926" y="44177"/>
                            <a:pt x="88802" y="52778"/>
                            <a:pt x="85011" y="59198"/>
                          </a:cubicBezTo>
                          <a:cubicBezTo>
                            <a:pt x="83134" y="62408"/>
                            <a:pt x="81562" y="65084"/>
                            <a:pt x="80467" y="66961"/>
                          </a:cubicBezTo>
                          <a:cubicBezTo>
                            <a:pt x="79391" y="68847"/>
                            <a:pt x="78772" y="69933"/>
                            <a:pt x="78772" y="69933"/>
                          </a:cubicBezTo>
                          <a:cubicBezTo>
                            <a:pt x="78772" y="69933"/>
                            <a:pt x="79629" y="69771"/>
                            <a:pt x="81134" y="69475"/>
                          </a:cubicBezTo>
                          <a:cubicBezTo>
                            <a:pt x="82648" y="69209"/>
                            <a:pt x="84801" y="68818"/>
                            <a:pt x="87401" y="68351"/>
                          </a:cubicBezTo>
                          <a:cubicBezTo>
                            <a:pt x="89992" y="67894"/>
                            <a:pt x="93021" y="67351"/>
                            <a:pt x="96260" y="66770"/>
                          </a:cubicBezTo>
                          <a:cubicBezTo>
                            <a:pt x="97879" y="66485"/>
                            <a:pt x="99555" y="66189"/>
                            <a:pt x="101260" y="65884"/>
                          </a:cubicBezTo>
                          <a:cubicBezTo>
                            <a:pt x="102975" y="65608"/>
                            <a:pt x="104708" y="65332"/>
                            <a:pt x="106451" y="65046"/>
                          </a:cubicBezTo>
                          <a:cubicBezTo>
                            <a:pt x="113414" y="63960"/>
                            <a:pt x="120358" y="62789"/>
                            <a:pt x="125616" y="62074"/>
                          </a:cubicBezTo>
                          <a:cubicBezTo>
                            <a:pt x="130873" y="61341"/>
                            <a:pt x="134369" y="60855"/>
                            <a:pt x="134369" y="60855"/>
                          </a:cubicBezTo>
                          <a:cubicBezTo>
                            <a:pt x="134007" y="62084"/>
                            <a:pt x="133645" y="63294"/>
                            <a:pt x="133255" y="64503"/>
                          </a:cubicBezTo>
                          <a:cubicBezTo>
                            <a:pt x="133255" y="64503"/>
                            <a:pt x="129683" y="65008"/>
                            <a:pt x="124320" y="65751"/>
                          </a:cubicBezTo>
                          <a:cubicBezTo>
                            <a:pt x="118967" y="66532"/>
                            <a:pt x="111871" y="67694"/>
                            <a:pt x="104765" y="68818"/>
                          </a:cubicBezTo>
                          <a:cubicBezTo>
                            <a:pt x="97669" y="69980"/>
                            <a:pt x="90630" y="71304"/>
                            <a:pt x="85334" y="72228"/>
                          </a:cubicBezTo>
                          <a:cubicBezTo>
                            <a:pt x="82687" y="72704"/>
                            <a:pt x="80486" y="73095"/>
                            <a:pt x="78953" y="73409"/>
                          </a:cubicBezTo>
                          <a:cubicBezTo>
                            <a:pt x="77419" y="73714"/>
                            <a:pt x="76543" y="73885"/>
                            <a:pt x="76543" y="73885"/>
                          </a:cubicBezTo>
                          <a:cubicBezTo>
                            <a:pt x="76543" y="73885"/>
                            <a:pt x="74514" y="77524"/>
                            <a:pt x="71456" y="82982"/>
                          </a:cubicBezTo>
                          <a:cubicBezTo>
                            <a:pt x="68437" y="88459"/>
                            <a:pt x="64446" y="95660"/>
                            <a:pt x="60607" y="103003"/>
                          </a:cubicBezTo>
                          <a:cubicBezTo>
                            <a:pt x="52892" y="117691"/>
                            <a:pt x="45691" y="132293"/>
                            <a:pt x="45691" y="132293"/>
                          </a:cubicBezTo>
                          <a:cubicBezTo>
                            <a:pt x="45691" y="132293"/>
                            <a:pt x="49006" y="131626"/>
                            <a:pt x="53969" y="130616"/>
                          </a:cubicBezTo>
                          <a:cubicBezTo>
                            <a:pt x="56455" y="130112"/>
                            <a:pt x="59350" y="129530"/>
                            <a:pt x="62455" y="128902"/>
                          </a:cubicBezTo>
                          <a:cubicBezTo>
                            <a:pt x="64008" y="128588"/>
                            <a:pt x="65618" y="128264"/>
                            <a:pt x="67246" y="127940"/>
                          </a:cubicBezTo>
                          <a:cubicBezTo>
                            <a:pt x="68885" y="127645"/>
                            <a:pt x="70552" y="127340"/>
                            <a:pt x="72209" y="127035"/>
                          </a:cubicBezTo>
                          <a:cubicBezTo>
                            <a:pt x="78867" y="125835"/>
                            <a:pt x="85525" y="124578"/>
                            <a:pt x="90535" y="123749"/>
                          </a:cubicBezTo>
                          <a:cubicBezTo>
                            <a:pt x="95555" y="122939"/>
                            <a:pt x="98908" y="122396"/>
                            <a:pt x="98908" y="122396"/>
                          </a:cubicBezTo>
                          <a:cubicBezTo>
                            <a:pt x="97631" y="123806"/>
                            <a:pt x="96355" y="125178"/>
                            <a:pt x="95059" y="126520"/>
                          </a:cubicBezTo>
                          <a:cubicBezTo>
                            <a:pt x="95059" y="126520"/>
                            <a:pt x="94250" y="126654"/>
                            <a:pt x="92840" y="126883"/>
                          </a:cubicBezTo>
                          <a:cubicBezTo>
                            <a:pt x="91430" y="127121"/>
                            <a:pt x="89402" y="127416"/>
                            <a:pt x="87001" y="127873"/>
                          </a:cubicBezTo>
                          <a:cubicBezTo>
                            <a:pt x="82182" y="128749"/>
                            <a:pt x="75752" y="129912"/>
                            <a:pt x="69332" y="131083"/>
                          </a:cubicBezTo>
                          <a:cubicBezTo>
                            <a:pt x="62941" y="132369"/>
                            <a:pt x="56550" y="133645"/>
                            <a:pt x="51749" y="134607"/>
                          </a:cubicBezTo>
                          <a:cubicBezTo>
                            <a:pt x="49358" y="135093"/>
                            <a:pt x="47358" y="135503"/>
                            <a:pt x="45958" y="135789"/>
                          </a:cubicBezTo>
                          <a:cubicBezTo>
                            <a:pt x="44567" y="136103"/>
                            <a:pt x="43777" y="136274"/>
                            <a:pt x="43777" y="136274"/>
                          </a:cubicBezTo>
                          <a:cubicBezTo>
                            <a:pt x="43777" y="136274"/>
                            <a:pt x="38814" y="146542"/>
                            <a:pt x="34099" y="156772"/>
                          </a:cubicBezTo>
                          <a:cubicBezTo>
                            <a:pt x="31737" y="161897"/>
                            <a:pt x="29404" y="166973"/>
                            <a:pt x="27708" y="170869"/>
                          </a:cubicBezTo>
                          <a:cubicBezTo>
                            <a:pt x="26013" y="174736"/>
                            <a:pt x="24889" y="177317"/>
                            <a:pt x="24889" y="177317"/>
                          </a:cubicBezTo>
                          <a:cubicBezTo>
                            <a:pt x="24889" y="177317"/>
                            <a:pt x="19069" y="190643"/>
                            <a:pt x="13649" y="203940"/>
                          </a:cubicBezTo>
                          <a:cubicBezTo>
                            <a:pt x="8229" y="217370"/>
                            <a:pt x="3200" y="230715"/>
                            <a:pt x="3200" y="230715"/>
                          </a:cubicBezTo>
                          <a:lnTo>
                            <a:pt x="0" y="229448"/>
                          </a:lnTo>
                          <a:cubicBezTo>
                            <a:pt x="0" y="229448"/>
                            <a:pt x="4677" y="217008"/>
                            <a:pt x="9697" y="204483"/>
                          </a:cubicBezTo>
                          <a:cubicBezTo>
                            <a:pt x="12192" y="198196"/>
                            <a:pt x="14773" y="192005"/>
                            <a:pt x="16745" y="187357"/>
                          </a:cubicBezTo>
                          <a:cubicBezTo>
                            <a:pt x="18735" y="182699"/>
                            <a:pt x="20060" y="179594"/>
                            <a:pt x="20060" y="179594"/>
                          </a:cubicBezTo>
                          <a:cubicBezTo>
                            <a:pt x="20060" y="179594"/>
                            <a:pt x="21707" y="175793"/>
                            <a:pt x="24193" y="170088"/>
                          </a:cubicBezTo>
                          <a:cubicBezTo>
                            <a:pt x="25460" y="167230"/>
                            <a:pt x="26937" y="163906"/>
                            <a:pt x="28527" y="160334"/>
                          </a:cubicBezTo>
                          <a:cubicBezTo>
                            <a:pt x="30156" y="156801"/>
                            <a:pt x="31899" y="153029"/>
                            <a:pt x="33642" y="149266"/>
                          </a:cubicBezTo>
                          <a:cubicBezTo>
                            <a:pt x="37166" y="141722"/>
                            <a:pt x="40795" y="134160"/>
                            <a:pt x="43558" y="128473"/>
                          </a:cubicBezTo>
                          <a:cubicBezTo>
                            <a:pt x="44939" y="125616"/>
                            <a:pt x="46120" y="123311"/>
                            <a:pt x="46939" y="121663"/>
                          </a:cubicBezTo>
                          <a:cubicBezTo>
                            <a:pt x="47768" y="120025"/>
                            <a:pt x="48235" y="119091"/>
                            <a:pt x="48235" y="119091"/>
                          </a:cubicBezTo>
                          <a:cubicBezTo>
                            <a:pt x="48235" y="119091"/>
                            <a:pt x="45863" y="115796"/>
                            <a:pt x="42310" y="110852"/>
                          </a:cubicBezTo>
                          <a:cubicBezTo>
                            <a:pt x="38738" y="105937"/>
                            <a:pt x="33947" y="99441"/>
                            <a:pt x="29080" y="92945"/>
                          </a:cubicBezTo>
                          <a:cubicBezTo>
                            <a:pt x="19355" y="79953"/>
                            <a:pt x="9249" y="67046"/>
                            <a:pt x="9249" y="67046"/>
                          </a:cubicBezTo>
                          <a:cubicBezTo>
                            <a:pt x="9715" y="65589"/>
                            <a:pt x="10220" y="64151"/>
                            <a:pt x="10744" y="62732"/>
                          </a:cubicBezTo>
                          <a:cubicBezTo>
                            <a:pt x="10744" y="62732"/>
                            <a:pt x="20955" y="75772"/>
                            <a:pt x="30766" y="88906"/>
                          </a:cubicBezTo>
                          <a:cubicBezTo>
                            <a:pt x="35690" y="95469"/>
                            <a:pt x="40519" y="102032"/>
                            <a:pt x="44139" y="107052"/>
                          </a:cubicBezTo>
                          <a:cubicBezTo>
                            <a:pt x="47701" y="112052"/>
                            <a:pt x="50092" y="115386"/>
                            <a:pt x="50092" y="115386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29" name="Google Shape;1914;p65">
                    <a:extLst>
                      <a:ext uri="{FF2B5EF4-FFF2-40B4-BE49-F238E27FC236}">
                        <a16:creationId xmlns:a16="http://schemas.microsoft.com/office/drawing/2014/main" id="{698A1BB0-5423-3B38-76A3-62F457580688}"/>
                      </a:ext>
                    </a:extLst>
                  </p:cNvPr>
                  <p:cNvGrpSpPr/>
                  <p:nvPr/>
                </p:nvGrpSpPr>
                <p:grpSpPr>
                  <a:xfrm>
                    <a:off x="7731994" y="4603565"/>
                    <a:ext cx="182260" cy="180759"/>
                    <a:chOff x="7731994" y="4603565"/>
                    <a:chExt cx="182260" cy="180759"/>
                  </a:xfrm>
                </p:grpSpPr>
                <p:sp>
                  <p:nvSpPr>
                    <p:cNvPr id="1030" name="Google Shape;1915;p65">
                      <a:extLst>
                        <a:ext uri="{FF2B5EF4-FFF2-40B4-BE49-F238E27FC236}">
                          <a16:creationId xmlns:a16="http://schemas.microsoft.com/office/drawing/2014/main" id="{1EC701DD-BD0E-6B34-1036-13431B5C3D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72304" y="4639183"/>
                      <a:ext cx="141950" cy="1451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1950" h="145141" extrusionOk="0">
                          <a:moveTo>
                            <a:pt x="0" y="311"/>
                          </a:moveTo>
                          <a:cubicBezTo>
                            <a:pt x="0" y="311"/>
                            <a:pt x="6344" y="-289"/>
                            <a:pt x="16488" y="178"/>
                          </a:cubicBezTo>
                          <a:cubicBezTo>
                            <a:pt x="21555" y="416"/>
                            <a:pt x="27623" y="1111"/>
                            <a:pt x="34262" y="2197"/>
                          </a:cubicBezTo>
                          <a:cubicBezTo>
                            <a:pt x="37586" y="2768"/>
                            <a:pt x="41053" y="3397"/>
                            <a:pt x="44653" y="4293"/>
                          </a:cubicBezTo>
                          <a:cubicBezTo>
                            <a:pt x="48254" y="5188"/>
                            <a:pt x="51959" y="6245"/>
                            <a:pt x="55721" y="7464"/>
                          </a:cubicBezTo>
                          <a:cubicBezTo>
                            <a:pt x="59493" y="8693"/>
                            <a:pt x="63313" y="10084"/>
                            <a:pt x="67170" y="11694"/>
                          </a:cubicBezTo>
                          <a:cubicBezTo>
                            <a:pt x="71028" y="13370"/>
                            <a:pt x="74914" y="15246"/>
                            <a:pt x="78762" y="17342"/>
                          </a:cubicBezTo>
                          <a:cubicBezTo>
                            <a:pt x="82620" y="19437"/>
                            <a:pt x="86449" y="21761"/>
                            <a:pt x="90202" y="24324"/>
                          </a:cubicBezTo>
                          <a:cubicBezTo>
                            <a:pt x="93974" y="26952"/>
                            <a:pt x="97679" y="29839"/>
                            <a:pt x="101270" y="32991"/>
                          </a:cubicBezTo>
                          <a:cubicBezTo>
                            <a:pt x="115643" y="45479"/>
                            <a:pt x="128226" y="62738"/>
                            <a:pt x="136817" y="85312"/>
                          </a:cubicBezTo>
                          <a:cubicBezTo>
                            <a:pt x="141122" y="96618"/>
                            <a:pt x="142485" y="106553"/>
                            <a:pt x="141770" y="114878"/>
                          </a:cubicBezTo>
                          <a:cubicBezTo>
                            <a:pt x="141037" y="123203"/>
                            <a:pt x="138217" y="129927"/>
                            <a:pt x="133921" y="134833"/>
                          </a:cubicBezTo>
                          <a:cubicBezTo>
                            <a:pt x="131769" y="137261"/>
                            <a:pt x="129254" y="139357"/>
                            <a:pt x="126425" y="140967"/>
                          </a:cubicBezTo>
                          <a:cubicBezTo>
                            <a:pt x="123597" y="142577"/>
                            <a:pt x="120463" y="143710"/>
                            <a:pt x="117062" y="144358"/>
                          </a:cubicBezTo>
                          <a:cubicBezTo>
                            <a:pt x="113672" y="145015"/>
                            <a:pt x="110033" y="145320"/>
                            <a:pt x="106194" y="145034"/>
                          </a:cubicBezTo>
                          <a:cubicBezTo>
                            <a:pt x="102356" y="144796"/>
                            <a:pt x="98308" y="143919"/>
                            <a:pt x="94126" y="142767"/>
                          </a:cubicBezTo>
                          <a:cubicBezTo>
                            <a:pt x="85773" y="140376"/>
                            <a:pt x="76800" y="135709"/>
                            <a:pt x="67732" y="129118"/>
                          </a:cubicBezTo>
                          <a:cubicBezTo>
                            <a:pt x="58664" y="122441"/>
                            <a:pt x="49435" y="113402"/>
                            <a:pt x="40681" y="102076"/>
                          </a:cubicBezTo>
                          <a:cubicBezTo>
                            <a:pt x="31928" y="90675"/>
                            <a:pt x="23603" y="76701"/>
                            <a:pt x="16497" y="59861"/>
                          </a:cubicBezTo>
                          <a:cubicBezTo>
                            <a:pt x="9411" y="43012"/>
                            <a:pt x="3534" y="23295"/>
                            <a:pt x="0" y="311"/>
                          </a:cubicBezTo>
                          <a:close/>
                        </a:path>
                      </a:pathLst>
                    </a:custGeom>
                    <a:solidFill>
                      <a:srgbClr val="2CBF7B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1" name="Google Shape;1916;p65">
                      <a:extLst>
                        <a:ext uri="{FF2B5EF4-FFF2-40B4-BE49-F238E27FC236}">
                          <a16:creationId xmlns:a16="http://schemas.microsoft.com/office/drawing/2014/main" id="{3604847D-C5E2-B0FA-FF9B-1D4D120F63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31994" y="4603565"/>
                      <a:ext cx="176707" cy="177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6707" h="177746" extrusionOk="0">
                          <a:moveTo>
                            <a:pt x="92135" y="80896"/>
                          </a:moveTo>
                          <a:cubicBezTo>
                            <a:pt x="92135" y="80896"/>
                            <a:pt x="92802" y="81524"/>
                            <a:pt x="93983" y="82639"/>
                          </a:cubicBezTo>
                          <a:cubicBezTo>
                            <a:pt x="95155" y="83763"/>
                            <a:pt x="96822" y="85382"/>
                            <a:pt x="98831" y="87316"/>
                          </a:cubicBezTo>
                          <a:cubicBezTo>
                            <a:pt x="102832" y="91192"/>
                            <a:pt x="108109" y="96374"/>
                            <a:pt x="113290" y="101575"/>
                          </a:cubicBezTo>
                          <a:cubicBezTo>
                            <a:pt x="115862" y="104175"/>
                            <a:pt x="118443" y="106775"/>
                            <a:pt x="120853" y="109223"/>
                          </a:cubicBezTo>
                          <a:cubicBezTo>
                            <a:pt x="123244" y="111709"/>
                            <a:pt x="125473" y="114024"/>
                            <a:pt x="127378" y="116014"/>
                          </a:cubicBezTo>
                          <a:cubicBezTo>
                            <a:pt x="131150" y="120005"/>
                            <a:pt x="133664" y="122663"/>
                            <a:pt x="133664" y="122663"/>
                          </a:cubicBezTo>
                          <a:cubicBezTo>
                            <a:pt x="133664" y="122663"/>
                            <a:pt x="132417" y="136208"/>
                            <a:pt x="131416" y="149685"/>
                          </a:cubicBezTo>
                          <a:cubicBezTo>
                            <a:pt x="130407" y="163239"/>
                            <a:pt x="129654" y="176774"/>
                            <a:pt x="129654" y="176774"/>
                          </a:cubicBezTo>
                          <a:cubicBezTo>
                            <a:pt x="130588" y="177127"/>
                            <a:pt x="131502" y="177451"/>
                            <a:pt x="132426" y="177746"/>
                          </a:cubicBezTo>
                          <a:cubicBezTo>
                            <a:pt x="132426" y="177746"/>
                            <a:pt x="132626" y="174479"/>
                            <a:pt x="132922" y="169583"/>
                          </a:cubicBezTo>
                          <a:cubicBezTo>
                            <a:pt x="133236" y="164668"/>
                            <a:pt x="133674" y="158144"/>
                            <a:pt x="134179" y="151647"/>
                          </a:cubicBezTo>
                          <a:cubicBezTo>
                            <a:pt x="135160" y="138636"/>
                            <a:pt x="136379" y="125568"/>
                            <a:pt x="136379" y="125568"/>
                          </a:cubicBezTo>
                          <a:cubicBezTo>
                            <a:pt x="136379" y="125568"/>
                            <a:pt x="138875" y="128264"/>
                            <a:pt x="142618" y="132312"/>
                          </a:cubicBezTo>
                          <a:cubicBezTo>
                            <a:pt x="146333" y="136322"/>
                            <a:pt x="151257" y="141856"/>
                            <a:pt x="156077" y="147361"/>
                          </a:cubicBezTo>
                          <a:cubicBezTo>
                            <a:pt x="160906" y="152876"/>
                            <a:pt x="165630" y="158401"/>
                            <a:pt x="169136" y="162544"/>
                          </a:cubicBezTo>
                          <a:cubicBezTo>
                            <a:pt x="172622" y="166754"/>
                            <a:pt x="174946" y="169554"/>
                            <a:pt x="174946" y="169554"/>
                          </a:cubicBezTo>
                          <a:cubicBezTo>
                            <a:pt x="175565" y="168783"/>
                            <a:pt x="176156" y="167973"/>
                            <a:pt x="176708" y="167116"/>
                          </a:cubicBezTo>
                          <a:cubicBezTo>
                            <a:pt x="176708" y="167116"/>
                            <a:pt x="173860" y="163668"/>
                            <a:pt x="169593" y="158496"/>
                          </a:cubicBezTo>
                          <a:cubicBezTo>
                            <a:pt x="165287" y="153381"/>
                            <a:pt x="159468" y="146638"/>
                            <a:pt x="153495" y="139884"/>
                          </a:cubicBezTo>
                          <a:cubicBezTo>
                            <a:pt x="150514" y="136522"/>
                            <a:pt x="147504" y="133122"/>
                            <a:pt x="144656" y="130007"/>
                          </a:cubicBezTo>
                          <a:cubicBezTo>
                            <a:pt x="141789" y="126911"/>
                            <a:pt x="139113" y="124016"/>
                            <a:pt x="136817" y="121539"/>
                          </a:cubicBezTo>
                          <a:cubicBezTo>
                            <a:pt x="132150" y="116596"/>
                            <a:pt x="129045" y="113300"/>
                            <a:pt x="129045" y="113300"/>
                          </a:cubicBezTo>
                          <a:cubicBezTo>
                            <a:pt x="129045" y="113300"/>
                            <a:pt x="131664" y="112852"/>
                            <a:pt x="135598" y="112186"/>
                          </a:cubicBezTo>
                          <a:cubicBezTo>
                            <a:pt x="137560" y="111862"/>
                            <a:pt x="139856" y="111443"/>
                            <a:pt x="142313" y="111062"/>
                          </a:cubicBezTo>
                          <a:cubicBezTo>
                            <a:pt x="144771" y="110700"/>
                            <a:pt x="147399" y="110309"/>
                            <a:pt x="150019" y="109928"/>
                          </a:cubicBezTo>
                          <a:cubicBezTo>
                            <a:pt x="155267" y="109147"/>
                            <a:pt x="160496" y="108337"/>
                            <a:pt x="164440" y="107890"/>
                          </a:cubicBezTo>
                          <a:cubicBezTo>
                            <a:pt x="168373" y="107385"/>
                            <a:pt x="170993" y="107052"/>
                            <a:pt x="170993" y="107052"/>
                          </a:cubicBezTo>
                          <a:cubicBezTo>
                            <a:pt x="170440" y="105947"/>
                            <a:pt x="169869" y="104861"/>
                            <a:pt x="169298" y="103784"/>
                          </a:cubicBezTo>
                          <a:cubicBezTo>
                            <a:pt x="169298" y="103784"/>
                            <a:pt x="166602" y="104127"/>
                            <a:pt x="162563" y="104642"/>
                          </a:cubicBezTo>
                          <a:cubicBezTo>
                            <a:pt x="158515" y="105099"/>
                            <a:pt x="153133" y="105994"/>
                            <a:pt x="147742" y="106766"/>
                          </a:cubicBezTo>
                          <a:cubicBezTo>
                            <a:pt x="145047" y="107175"/>
                            <a:pt x="142342" y="107537"/>
                            <a:pt x="139818" y="107956"/>
                          </a:cubicBezTo>
                          <a:cubicBezTo>
                            <a:pt x="137293" y="108385"/>
                            <a:pt x="134931" y="108785"/>
                            <a:pt x="132912" y="109138"/>
                          </a:cubicBezTo>
                          <a:cubicBezTo>
                            <a:pt x="128864" y="109823"/>
                            <a:pt x="126168" y="110280"/>
                            <a:pt x="126168" y="110280"/>
                          </a:cubicBezTo>
                          <a:cubicBezTo>
                            <a:pt x="126168" y="110280"/>
                            <a:pt x="123501" y="107518"/>
                            <a:pt x="119501" y="103384"/>
                          </a:cubicBezTo>
                          <a:cubicBezTo>
                            <a:pt x="115481" y="99317"/>
                            <a:pt x="110071" y="93897"/>
                            <a:pt x="104556" y="88497"/>
                          </a:cubicBezTo>
                          <a:cubicBezTo>
                            <a:pt x="99060" y="83125"/>
                            <a:pt x="93440" y="77667"/>
                            <a:pt x="89211" y="73752"/>
                          </a:cubicBezTo>
                          <a:cubicBezTo>
                            <a:pt x="84954" y="69809"/>
                            <a:pt x="82125" y="67170"/>
                            <a:pt x="82125" y="67170"/>
                          </a:cubicBezTo>
                          <a:cubicBezTo>
                            <a:pt x="82125" y="67170"/>
                            <a:pt x="84915" y="66504"/>
                            <a:pt x="89106" y="65494"/>
                          </a:cubicBezTo>
                          <a:cubicBezTo>
                            <a:pt x="93307" y="64579"/>
                            <a:pt x="98917" y="63360"/>
                            <a:pt x="104518" y="62141"/>
                          </a:cubicBezTo>
                          <a:cubicBezTo>
                            <a:pt x="110109" y="60865"/>
                            <a:pt x="115748" y="59845"/>
                            <a:pt x="119958" y="59007"/>
                          </a:cubicBezTo>
                          <a:cubicBezTo>
                            <a:pt x="124168" y="58188"/>
                            <a:pt x="126978" y="57636"/>
                            <a:pt x="126978" y="57636"/>
                          </a:cubicBezTo>
                          <a:cubicBezTo>
                            <a:pt x="125530" y="56712"/>
                            <a:pt x="124063" y="55826"/>
                            <a:pt x="122596" y="54969"/>
                          </a:cubicBezTo>
                          <a:cubicBezTo>
                            <a:pt x="122596" y="54969"/>
                            <a:pt x="119863" y="55502"/>
                            <a:pt x="115776" y="56302"/>
                          </a:cubicBezTo>
                          <a:cubicBezTo>
                            <a:pt x="113729" y="56702"/>
                            <a:pt x="111338" y="57169"/>
                            <a:pt x="108785" y="57674"/>
                          </a:cubicBezTo>
                          <a:cubicBezTo>
                            <a:pt x="106232" y="58226"/>
                            <a:pt x="103518" y="58817"/>
                            <a:pt x="100794" y="59407"/>
                          </a:cubicBezTo>
                          <a:cubicBezTo>
                            <a:pt x="98069" y="59998"/>
                            <a:pt x="95345" y="60588"/>
                            <a:pt x="92793" y="61141"/>
                          </a:cubicBezTo>
                          <a:cubicBezTo>
                            <a:pt x="91516" y="61417"/>
                            <a:pt x="90278" y="61684"/>
                            <a:pt x="89116" y="61932"/>
                          </a:cubicBezTo>
                          <a:cubicBezTo>
                            <a:pt x="87954" y="62208"/>
                            <a:pt x="86849" y="62474"/>
                            <a:pt x="85830" y="62713"/>
                          </a:cubicBezTo>
                          <a:cubicBezTo>
                            <a:pt x="81763" y="63684"/>
                            <a:pt x="79048" y="64341"/>
                            <a:pt x="79048" y="64341"/>
                          </a:cubicBezTo>
                          <a:cubicBezTo>
                            <a:pt x="79048" y="64341"/>
                            <a:pt x="71095" y="57045"/>
                            <a:pt x="62903" y="49806"/>
                          </a:cubicBezTo>
                          <a:cubicBezTo>
                            <a:pt x="54769" y="42701"/>
                            <a:pt x="46415" y="35643"/>
                            <a:pt x="46415" y="35643"/>
                          </a:cubicBezTo>
                          <a:cubicBezTo>
                            <a:pt x="46415" y="35643"/>
                            <a:pt x="43701" y="33366"/>
                            <a:pt x="39643" y="29947"/>
                          </a:cubicBezTo>
                          <a:cubicBezTo>
                            <a:pt x="35557" y="26537"/>
                            <a:pt x="30061" y="21984"/>
                            <a:pt x="24537" y="17593"/>
                          </a:cubicBezTo>
                          <a:cubicBezTo>
                            <a:pt x="13478" y="8734"/>
                            <a:pt x="2057" y="0"/>
                            <a:pt x="2057" y="0"/>
                          </a:cubicBezTo>
                          <a:lnTo>
                            <a:pt x="0" y="2724"/>
                          </a:lnTo>
                          <a:cubicBezTo>
                            <a:pt x="0" y="2724"/>
                            <a:pt x="10668" y="10868"/>
                            <a:pt x="21012" y="19117"/>
                          </a:cubicBezTo>
                          <a:cubicBezTo>
                            <a:pt x="26203" y="23251"/>
                            <a:pt x="31309" y="27337"/>
                            <a:pt x="35138" y="30528"/>
                          </a:cubicBezTo>
                          <a:cubicBezTo>
                            <a:pt x="38948" y="33709"/>
                            <a:pt x="41491" y="35824"/>
                            <a:pt x="41491" y="35824"/>
                          </a:cubicBezTo>
                          <a:cubicBezTo>
                            <a:pt x="41491" y="35824"/>
                            <a:pt x="44568" y="38424"/>
                            <a:pt x="49178" y="42320"/>
                          </a:cubicBezTo>
                          <a:cubicBezTo>
                            <a:pt x="53769" y="46234"/>
                            <a:pt x="59817" y="51426"/>
                            <a:pt x="65789" y="56712"/>
                          </a:cubicBezTo>
                          <a:cubicBezTo>
                            <a:pt x="77791" y="67399"/>
                            <a:pt x="89287" y="78200"/>
                            <a:pt x="89287" y="78200"/>
                          </a:cubicBezTo>
                          <a:cubicBezTo>
                            <a:pt x="89287" y="78200"/>
                            <a:pt x="87439" y="93859"/>
                            <a:pt x="85954" y="109414"/>
                          </a:cubicBezTo>
                          <a:cubicBezTo>
                            <a:pt x="84420" y="124930"/>
                            <a:pt x="83296" y="140551"/>
                            <a:pt x="83296" y="140551"/>
                          </a:cubicBezTo>
                          <a:cubicBezTo>
                            <a:pt x="84211" y="141684"/>
                            <a:pt x="85125" y="142780"/>
                            <a:pt x="86039" y="143856"/>
                          </a:cubicBezTo>
                          <a:cubicBezTo>
                            <a:pt x="86039" y="143856"/>
                            <a:pt x="86344" y="139913"/>
                            <a:pt x="86801" y="134007"/>
                          </a:cubicBezTo>
                          <a:cubicBezTo>
                            <a:pt x="87287" y="128140"/>
                            <a:pt x="87982" y="120291"/>
                            <a:pt x="88745" y="112433"/>
                          </a:cubicBezTo>
                          <a:cubicBezTo>
                            <a:pt x="90259" y="96717"/>
                            <a:pt x="92135" y="80896"/>
                            <a:pt x="92135" y="80896"/>
                          </a:cubicBezTo>
                          <a:close/>
                        </a:path>
                      </a:pathLst>
                    </a:custGeom>
                    <a:solidFill>
                      <a:srgbClr val="027369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018" name="Google Shape;1917;p65">
                  <a:extLst>
                    <a:ext uri="{FF2B5EF4-FFF2-40B4-BE49-F238E27FC236}">
                      <a16:creationId xmlns:a16="http://schemas.microsoft.com/office/drawing/2014/main" id="{880ACEF5-09EA-355F-5456-CC91D43738AB}"/>
                    </a:ext>
                  </a:extLst>
                </p:cNvPr>
                <p:cNvGrpSpPr/>
                <p:nvPr/>
              </p:nvGrpSpPr>
              <p:grpSpPr>
                <a:xfrm>
                  <a:off x="7090695" y="3919270"/>
                  <a:ext cx="522408" cy="885901"/>
                  <a:chOff x="7090695" y="3919270"/>
                  <a:chExt cx="522408" cy="885901"/>
                </a:xfrm>
              </p:grpSpPr>
              <p:sp>
                <p:nvSpPr>
                  <p:cNvPr id="1019" name="Google Shape;1918;p65">
                    <a:extLst>
                      <a:ext uri="{FF2B5EF4-FFF2-40B4-BE49-F238E27FC236}">
                        <a16:creationId xmlns:a16="http://schemas.microsoft.com/office/drawing/2014/main" id="{3D33D625-5537-757A-553B-DEB7A39E5473}"/>
                      </a:ext>
                    </a:extLst>
                  </p:cNvPr>
                  <p:cNvSpPr/>
                  <p:nvPr/>
                </p:nvSpPr>
                <p:spPr>
                  <a:xfrm>
                    <a:off x="7090695" y="3919289"/>
                    <a:ext cx="522379" cy="8488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2379" h="848829" extrusionOk="0">
                        <a:moveTo>
                          <a:pt x="522380" y="0"/>
                        </a:moveTo>
                        <a:cubicBezTo>
                          <a:pt x="522380" y="0"/>
                          <a:pt x="513197" y="2381"/>
                          <a:pt x="496967" y="8172"/>
                        </a:cubicBezTo>
                        <a:cubicBezTo>
                          <a:pt x="480736" y="13964"/>
                          <a:pt x="457438" y="23165"/>
                          <a:pt x="429340" y="36814"/>
                        </a:cubicBezTo>
                        <a:cubicBezTo>
                          <a:pt x="401250" y="50454"/>
                          <a:pt x="368351" y="68542"/>
                          <a:pt x="333118" y="91983"/>
                        </a:cubicBezTo>
                        <a:cubicBezTo>
                          <a:pt x="297894" y="115414"/>
                          <a:pt x="260309" y="144228"/>
                          <a:pt x="223199" y="179118"/>
                        </a:cubicBezTo>
                        <a:cubicBezTo>
                          <a:pt x="186109" y="213998"/>
                          <a:pt x="149466" y="254994"/>
                          <a:pt x="116653" y="302333"/>
                        </a:cubicBezTo>
                        <a:cubicBezTo>
                          <a:pt x="83868" y="349634"/>
                          <a:pt x="54883" y="403355"/>
                          <a:pt x="33890" y="462534"/>
                        </a:cubicBezTo>
                        <a:cubicBezTo>
                          <a:pt x="23403" y="492100"/>
                          <a:pt x="14935" y="522999"/>
                          <a:pt x="9077" y="554869"/>
                        </a:cubicBezTo>
                        <a:cubicBezTo>
                          <a:pt x="3229" y="586730"/>
                          <a:pt x="-10" y="619582"/>
                          <a:pt x="0" y="652806"/>
                        </a:cubicBezTo>
                        <a:cubicBezTo>
                          <a:pt x="10" y="686019"/>
                          <a:pt x="3258" y="719614"/>
                          <a:pt x="10316" y="752665"/>
                        </a:cubicBezTo>
                        <a:cubicBezTo>
                          <a:pt x="17364" y="785698"/>
                          <a:pt x="28223" y="818179"/>
                          <a:pt x="43224" y="848830"/>
                        </a:cubicBezTo>
                        <a:cubicBezTo>
                          <a:pt x="64703" y="822208"/>
                          <a:pt x="85258" y="797252"/>
                          <a:pt x="104842" y="773221"/>
                        </a:cubicBezTo>
                        <a:cubicBezTo>
                          <a:pt x="124435" y="749208"/>
                          <a:pt x="143047" y="726119"/>
                          <a:pt x="160754" y="703450"/>
                        </a:cubicBezTo>
                        <a:cubicBezTo>
                          <a:pt x="196158" y="658168"/>
                          <a:pt x="227933" y="614324"/>
                          <a:pt x="256861" y="570300"/>
                        </a:cubicBezTo>
                        <a:cubicBezTo>
                          <a:pt x="285779" y="526342"/>
                          <a:pt x="311887" y="482317"/>
                          <a:pt x="335699" y="438598"/>
                        </a:cubicBezTo>
                        <a:cubicBezTo>
                          <a:pt x="359493" y="394906"/>
                          <a:pt x="380972" y="351568"/>
                          <a:pt x="400317" y="309848"/>
                        </a:cubicBezTo>
                        <a:cubicBezTo>
                          <a:pt x="419653" y="268148"/>
                          <a:pt x="436836" y="228076"/>
                          <a:pt x="451828" y="191310"/>
                        </a:cubicBezTo>
                        <a:cubicBezTo>
                          <a:pt x="466820" y="154543"/>
                          <a:pt x="479612" y="121082"/>
                          <a:pt x="490042" y="92764"/>
                        </a:cubicBezTo>
                        <a:cubicBezTo>
                          <a:pt x="500472" y="64446"/>
                          <a:pt x="508550" y="41272"/>
                          <a:pt x="514026" y="25165"/>
                        </a:cubicBezTo>
                        <a:cubicBezTo>
                          <a:pt x="519494" y="9049"/>
                          <a:pt x="522380" y="0"/>
                          <a:pt x="522380" y="0"/>
                        </a:cubicBezTo>
                        <a:close/>
                      </a:path>
                    </a:pathLst>
                  </a:custGeom>
                  <a:solidFill>
                    <a:srgbClr val="2CBF7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0" name="Google Shape;1919;p65">
                    <a:extLst>
                      <a:ext uri="{FF2B5EF4-FFF2-40B4-BE49-F238E27FC236}">
                        <a16:creationId xmlns:a16="http://schemas.microsoft.com/office/drawing/2014/main" id="{244845FA-C898-2FBA-A2AE-594476EB2264}"/>
                      </a:ext>
                    </a:extLst>
                  </p:cNvPr>
                  <p:cNvSpPr/>
                  <p:nvPr/>
                </p:nvSpPr>
                <p:spPr>
                  <a:xfrm>
                    <a:off x="7096144" y="3919270"/>
                    <a:ext cx="516959" cy="8859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6959" h="885901" extrusionOk="0">
                        <a:moveTo>
                          <a:pt x="279863" y="525666"/>
                        </a:moveTo>
                        <a:cubicBezTo>
                          <a:pt x="280873" y="524018"/>
                          <a:pt x="281883" y="522361"/>
                          <a:pt x="282883" y="520713"/>
                        </a:cubicBezTo>
                        <a:cubicBezTo>
                          <a:pt x="282883" y="520713"/>
                          <a:pt x="273596" y="521361"/>
                          <a:pt x="259527" y="522551"/>
                        </a:cubicBezTo>
                        <a:cubicBezTo>
                          <a:pt x="256003" y="522865"/>
                          <a:pt x="252193" y="523199"/>
                          <a:pt x="248155" y="523561"/>
                        </a:cubicBezTo>
                        <a:cubicBezTo>
                          <a:pt x="244135" y="523951"/>
                          <a:pt x="239887" y="524370"/>
                          <a:pt x="235505" y="524799"/>
                        </a:cubicBezTo>
                        <a:cubicBezTo>
                          <a:pt x="226733" y="525694"/>
                          <a:pt x="217284" y="526714"/>
                          <a:pt x="207873" y="527838"/>
                        </a:cubicBezTo>
                        <a:cubicBezTo>
                          <a:pt x="198491" y="528971"/>
                          <a:pt x="189071" y="530200"/>
                          <a:pt x="180203" y="531419"/>
                        </a:cubicBezTo>
                        <a:cubicBezTo>
                          <a:pt x="171307" y="532629"/>
                          <a:pt x="163135" y="533895"/>
                          <a:pt x="156019" y="534991"/>
                        </a:cubicBezTo>
                        <a:cubicBezTo>
                          <a:pt x="148914" y="536134"/>
                          <a:pt x="142989" y="537086"/>
                          <a:pt x="138836" y="537753"/>
                        </a:cubicBezTo>
                        <a:cubicBezTo>
                          <a:pt x="134703" y="538467"/>
                          <a:pt x="132340" y="538867"/>
                          <a:pt x="132340" y="538867"/>
                        </a:cubicBezTo>
                        <a:cubicBezTo>
                          <a:pt x="132340" y="538867"/>
                          <a:pt x="133321" y="536639"/>
                          <a:pt x="135169" y="532790"/>
                        </a:cubicBezTo>
                        <a:cubicBezTo>
                          <a:pt x="136998" y="528933"/>
                          <a:pt x="139608" y="523437"/>
                          <a:pt x="142742" y="516827"/>
                        </a:cubicBezTo>
                        <a:cubicBezTo>
                          <a:pt x="145999" y="510283"/>
                          <a:pt x="149695" y="502596"/>
                          <a:pt x="153848" y="494443"/>
                        </a:cubicBezTo>
                        <a:cubicBezTo>
                          <a:pt x="155934" y="490376"/>
                          <a:pt x="158077" y="486175"/>
                          <a:pt x="160268" y="481899"/>
                        </a:cubicBezTo>
                        <a:cubicBezTo>
                          <a:pt x="162430" y="477612"/>
                          <a:pt x="164773" y="473335"/>
                          <a:pt x="167040" y="469021"/>
                        </a:cubicBezTo>
                        <a:cubicBezTo>
                          <a:pt x="171555" y="460382"/>
                          <a:pt x="176298" y="451857"/>
                          <a:pt x="180680" y="443837"/>
                        </a:cubicBezTo>
                        <a:cubicBezTo>
                          <a:pt x="185137" y="435855"/>
                          <a:pt x="189338" y="428425"/>
                          <a:pt x="192967" y="422082"/>
                        </a:cubicBezTo>
                        <a:cubicBezTo>
                          <a:pt x="196644" y="415757"/>
                          <a:pt x="199710" y="410489"/>
                          <a:pt x="201854" y="406803"/>
                        </a:cubicBezTo>
                        <a:cubicBezTo>
                          <a:pt x="204035" y="403136"/>
                          <a:pt x="205292" y="401041"/>
                          <a:pt x="205292" y="401041"/>
                        </a:cubicBezTo>
                        <a:cubicBezTo>
                          <a:pt x="205292" y="401041"/>
                          <a:pt x="214408" y="400784"/>
                          <a:pt x="227971" y="400574"/>
                        </a:cubicBezTo>
                        <a:cubicBezTo>
                          <a:pt x="234744" y="400460"/>
                          <a:pt x="242716" y="400422"/>
                          <a:pt x="251174" y="400393"/>
                        </a:cubicBezTo>
                        <a:cubicBezTo>
                          <a:pt x="259661" y="400383"/>
                          <a:pt x="268614" y="400393"/>
                          <a:pt x="277663" y="400517"/>
                        </a:cubicBezTo>
                        <a:cubicBezTo>
                          <a:pt x="286683" y="400631"/>
                          <a:pt x="295665" y="400803"/>
                          <a:pt x="304057" y="401003"/>
                        </a:cubicBezTo>
                        <a:cubicBezTo>
                          <a:pt x="312458" y="401212"/>
                          <a:pt x="320326" y="401479"/>
                          <a:pt x="327031" y="401727"/>
                        </a:cubicBezTo>
                        <a:cubicBezTo>
                          <a:pt x="333727" y="401993"/>
                          <a:pt x="339299" y="402222"/>
                          <a:pt x="343205" y="402384"/>
                        </a:cubicBezTo>
                        <a:cubicBezTo>
                          <a:pt x="347110" y="402565"/>
                          <a:pt x="349348" y="402670"/>
                          <a:pt x="349348" y="402670"/>
                        </a:cubicBezTo>
                        <a:cubicBezTo>
                          <a:pt x="350158" y="401126"/>
                          <a:pt x="350958" y="399583"/>
                          <a:pt x="351768" y="398050"/>
                        </a:cubicBezTo>
                        <a:cubicBezTo>
                          <a:pt x="351768" y="398050"/>
                          <a:pt x="349548" y="397936"/>
                          <a:pt x="345652" y="397745"/>
                        </a:cubicBezTo>
                        <a:cubicBezTo>
                          <a:pt x="341757" y="397555"/>
                          <a:pt x="336185" y="397298"/>
                          <a:pt x="329527" y="397040"/>
                        </a:cubicBezTo>
                        <a:cubicBezTo>
                          <a:pt x="316192" y="396517"/>
                          <a:pt x="298285" y="395945"/>
                          <a:pt x="280387" y="395697"/>
                        </a:cubicBezTo>
                        <a:cubicBezTo>
                          <a:pt x="262414" y="395402"/>
                          <a:pt x="244478" y="395450"/>
                          <a:pt x="230905" y="395583"/>
                        </a:cubicBezTo>
                        <a:cubicBezTo>
                          <a:pt x="224114" y="395640"/>
                          <a:pt x="218494" y="395754"/>
                          <a:pt x="214541" y="395840"/>
                        </a:cubicBezTo>
                        <a:cubicBezTo>
                          <a:pt x="210588" y="395926"/>
                          <a:pt x="208321" y="395974"/>
                          <a:pt x="208321" y="395974"/>
                        </a:cubicBezTo>
                        <a:cubicBezTo>
                          <a:pt x="208321" y="395974"/>
                          <a:pt x="212407" y="389039"/>
                          <a:pt x="218770" y="378771"/>
                        </a:cubicBezTo>
                        <a:cubicBezTo>
                          <a:pt x="220351" y="376199"/>
                          <a:pt x="222066" y="373418"/>
                          <a:pt x="223885" y="370465"/>
                        </a:cubicBezTo>
                        <a:cubicBezTo>
                          <a:pt x="225733" y="367541"/>
                          <a:pt x="227676" y="364455"/>
                          <a:pt x="229695" y="361255"/>
                        </a:cubicBezTo>
                        <a:cubicBezTo>
                          <a:pt x="233696" y="354845"/>
                          <a:pt x="238087" y="348101"/>
                          <a:pt x="242459" y="341338"/>
                        </a:cubicBezTo>
                        <a:cubicBezTo>
                          <a:pt x="246812" y="334566"/>
                          <a:pt x="251327" y="327889"/>
                          <a:pt x="255470" y="321583"/>
                        </a:cubicBezTo>
                        <a:cubicBezTo>
                          <a:pt x="259699" y="315325"/>
                          <a:pt x="263642" y="309486"/>
                          <a:pt x="267033" y="304486"/>
                        </a:cubicBezTo>
                        <a:cubicBezTo>
                          <a:pt x="273910" y="294551"/>
                          <a:pt x="278492" y="287931"/>
                          <a:pt x="278492" y="287931"/>
                        </a:cubicBezTo>
                        <a:cubicBezTo>
                          <a:pt x="278492" y="287931"/>
                          <a:pt x="286740" y="287046"/>
                          <a:pt x="299104" y="285722"/>
                        </a:cubicBezTo>
                        <a:cubicBezTo>
                          <a:pt x="305257" y="285074"/>
                          <a:pt x="312486" y="284397"/>
                          <a:pt x="320183" y="283693"/>
                        </a:cubicBezTo>
                        <a:cubicBezTo>
                          <a:pt x="327879" y="282988"/>
                          <a:pt x="336061" y="282283"/>
                          <a:pt x="344281" y="281645"/>
                        </a:cubicBezTo>
                        <a:cubicBezTo>
                          <a:pt x="360645" y="280340"/>
                          <a:pt x="377009" y="279311"/>
                          <a:pt x="389201" y="278616"/>
                        </a:cubicBezTo>
                        <a:cubicBezTo>
                          <a:pt x="401412" y="277997"/>
                          <a:pt x="409556" y="277587"/>
                          <a:pt x="409556" y="277587"/>
                        </a:cubicBezTo>
                        <a:cubicBezTo>
                          <a:pt x="410308" y="275901"/>
                          <a:pt x="411051" y="274225"/>
                          <a:pt x="411794" y="272558"/>
                        </a:cubicBezTo>
                        <a:cubicBezTo>
                          <a:pt x="411794" y="272558"/>
                          <a:pt x="409784" y="272644"/>
                          <a:pt x="406270" y="272806"/>
                        </a:cubicBezTo>
                        <a:cubicBezTo>
                          <a:pt x="402755" y="272987"/>
                          <a:pt x="397735" y="273234"/>
                          <a:pt x="391706" y="273539"/>
                        </a:cubicBezTo>
                        <a:cubicBezTo>
                          <a:pt x="385658" y="273853"/>
                          <a:pt x="378609" y="274254"/>
                          <a:pt x="371065" y="274749"/>
                        </a:cubicBezTo>
                        <a:cubicBezTo>
                          <a:pt x="363512" y="275235"/>
                          <a:pt x="355397" y="275768"/>
                          <a:pt x="347338" y="276406"/>
                        </a:cubicBezTo>
                        <a:cubicBezTo>
                          <a:pt x="339271" y="277035"/>
                          <a:pt x="331127" y="277673"/>
                          <a:pt x="323535" y="278349"/>
                        </a:cubicBezTo>
                        <a:cubicBezTo>
                          <a:pt x="315925" y="279064"/>
                          <a:pt x="308820" y="279721"/>
                          <a:pt x="302723" y="280292"/>
                        </a:cubicBezTo>
                        <a:cubicBezTo>
                          <a:pt x="296608" y="280883"/>
                          <a:pt x="291551" y="281435"/>
                          <a:pt x="287988" y="281816"/>
                        </a:cubicBezTo>
                        <a:cubicBezTo>
                          <a:pt x="284426" y="282197"/>
                          <a:pt x="282387" y="282416"/>
                          <a:pt x="282387" y="282416"/>
                        </a:cubicBezTo>
                        <a:cubicBezTo>
                          <a:pt x="282387" y="282416"/>
                          <a:pt x="283559" y="280759"/>
                          <a:pt x="285617" y="277844"/>
                        </a:cubicBezTo>
                        <a:cubicBezTo>
                          <a:pt x="287655" y="274930"/>
                          <a:pt x="290617" y="270786"/>
                          <a:pt x="294189" y="265843"/>
                        </a:cubicBezTo>
                        <a:cubicBezTo>
                          <a:pt x="295970" y="263366"/>
                          <a:pt x="297904" y="260680"/>
                          <a:pt x="299952" y="257851"/>
                        </a:cubicBezTo>
                        <a:cubicBezTo>
                          <a:pt x="302018" y="255032"/>
                          <a:pt x="304200" y="252060"/>
                          <a:pt x="306457" y="248984"/>
                        </a:cubicBezTo>
                        <a:cubicBezTo>
                          <a:pt x="310944" y="242811"/>
                          <a:pt x="315858" y="236325"/>
                          <a:pt x="320716" y="229800"/>
                        </a:cubicBezTo>
                        <a:cubicBezTo>
                          <a:pt x="330537" y="216818"/>
                          <a:pt x="340452" y="203921"/>
                          <a:pt x="348034" y="194348"/>
                        </a:cubicBezTo>
                        <a:cubicBezTo>
                          <a:pt x="351806" y="189548"/>
                          <a:pt x="354959" y="185557"/>
                          <a:pt x="357188" y="182785"/>
                        </a:cubicBezTo>
                        <a:cubicBezTo>
                          <a:pt x="359407" y="180004"/>
                          <a:pt x="360683" y="178413"/>
                          <a:pt x="360683" y="178413"/>
                        </a:cubicBezTo>
                        <a:cubicBezTo>
                          <a:pt x="360683" y="178413"/>
                          <a:pt x="383886" y="177032"/>
                          <a:pt x="406955" y="176251"/>
                        </a:cubicBezTo>
                        <a:cubicBezTo>
                          <a:pt x="418462" y="175813"/>
                          <a:pt x="430006" y="175556"/>
                          <a:pt x="438588" y="175355"/>
                        </a:cubicBezTo>
                        <a:cubicBezTo>
                          <a:pt x="447199" y="175213"/>
                          <a:pt x="452933" y="175117"/>
                          <a:pt x="452933" y="175117"/>
                        </a:cubicBezTo>
                        <a:cubicBezTo>
                          <a:pt x="453599" y="173441"/>
                          <a:pt x="454266" y="171765"/>
                          <a:pt x="454933" y="170107"/>
                        </a:cubicBezTo>
                        <a:cubicBezTo>
                          <a:pt x="454933" y="170107"/>
                          <a:pt x="432606" y="170345"/>
                          <a:pt x="410080" y="171107"/>
                        </a:cubicBezTo>
                        <a:cubicBezTo>
                          <a:pt x="387610" y="171841"/>
                          <a:pt x="364960" y="173098"/>
                          <a:pt x="364960" y="173098"/>
                        </a:cubicBezTo>
                        <a:cubicBezTo>
                          <a:pt x="364960" y="173098"/>
                          <a:pt x="367169" y="170383"/>
                          <a:pt x="371037" y="165621"/>
                        </a:cubicBezTo>
                        <a:cubicBezTo>
                          <a:pt x="372961" y="163239"/>
                          <a:pt x="375313" y="160354"/>
                          <a:pt x="378038" y="157067"/>
                        </a:cubicBezTo>
                        <a:cubicBezTo>
                          <a:pt x="380762" y="153781"/>
                          <a:pt x="383800" y="150048"/>
                          <a:pt x="387182" y="146028"/>
                        </a:cubicBezTo>
                        <a:cubicBezTo>
                          <a:pt x="400640" y="129883"/>
                          <a:pt x="418852" y="108585"/>
                          <a:pt x="437578" y="87744"/>
                        </a:cubicBezTo>
                        <a:cubicBezTo>
                          <a:pt x="456276" y="66875"/>
                          <a:pt x="475450" y="46434"/>
                          <a:pt x="490099" y="31385"/>
                        </a:cubicBezTo>
                        <a:cubicBezTo>
                          <a:pt x="504739" y="16316"/>
                          <a:pt x="514807" y="6610"/>
                          <a:pt x="514807" y="6610"/>
                        </a:cubicBezTo>
                        <a:cubicBezTo>
                          <a:pt x="516217" y="2277"/>
                          <a:pt x="516960" y="0"/>
                          <a:pt x="516960" y="0"/>
                        </a:cubicBezTo>
                        <a:cubicBezTo>
                          <a:pt x="516960" y="0"/>
                          <a:pt x="515474" y="391"/>
                          <a:pt x="512683" y="1210"/>
                        </a:cubicBezTo>
                        <a:cubicBezTo>
                          <a:pt x="512683" y="1210"/>
                          <a:pt x="506063" y="7573"/>
                          <a:pt x="496395" y="17326"/>
                        </a:cubicBezTo>
                        <a:cubicBezTo>
                          <a:pt x="486718" y="27080"/>
                          <a:pt x="474002" y="40253"/>
                          <a:pt x="461505" y="53645"/>
                        </a:cubicBezTo>
                        <a:cubicBezTo>
                          <a:pt x="448999" y="67018"/>
                          <a:pt x="436721" y="80601"/>
                          <a:pt x="427596" y="90859"/>
                        </a:cubicBezTo>
                        <a:cubicBezTo>
                          <a:pt x="418481" y="101127"/>
                          <a:pt x="412490" y="108052"/>
                          <a:pt x="412490" y="108052"/>
                        </a:cubicBezTo>
                        <a:cubicBezTo>
                          <a:pt x="412490" y="108052"/>
                          <a:pt x="412194" y="104099"/>
                          <a:pt x="411756" y="98165"/>
                        </a:cubicBezTo>
                        <a:cubicBezTo>
                          <a:pt x="411366" y="92212"/>
                          <a:pt x="410842" y="84277"/>
                          <a:pt x="410318" y="76343"/>
                        </a:cubicBezTo>
                        <a:cubicBezTo>
                          <a:pt x="409356" y="60455"/>
                          <a:pt x="408651" y="44434"/>
                          <a:pt x="408651" y="44434"/>
                        </a:cubicBezTo>
                        <a:cubicBezTo>
                          <a:pt x="406984" y="45291"/>
                          <a:pt x="405308" y="46168"/>
                          <a:pt x="403612" y="47044"/>
                        </a:cubicBezTo>
                        <a:cubicBezTo>
                          <a:pt x="403612" y="47044"/>
                          <a:pt x="404365" y="63760"/>
                          <a:pt x="405441" y="80363"/>
                        </a:cubicBezTo>
                        <a:cubicBezTo>
                          <a:pt x="405955" y="88659"/>
                          <a:pt x="406546" y="96946"/>
                          <a:pt x="407003" y="103146"/>
                        </a:cubicBezTo>
                        <a:cubicBezTo>
                          <a:pt x="407480" y="109338"/>
                          <a:pt x="407794" y="113462"/>
                          <a:pt x="407794" y="113462"/>
                        </a:cubicBezTo>
                        <a:cubicBezTo>
                          <a:pt x="407794" y="113462"/>
                          <a:pt x="387725" y="136627"/>
                          <a:pt x="368370" y="160401"/>
                        </a:cubicBezTo>
                        <a:cubicBezTo>
                          <a:pt x="358673" y="172269"/>
                          <a:pt x="349129" y="184252"/>
                          <a:pt x="342043" y="193300"/>
                        </a:cubicBezTo>
                        <a:cubicBezTo>
                          <a:pt x="338471" y="197806"/>
                          <a:pt x="335566" y="201606"/>
                          <a:pt x="333508" y="204254"/>
                        </a:cubicBezTo>
                        <a:cubicBezTo>
                          <a:pt x="331460" y="206902"/>
                          <a:pt x="330279" y="208417"/>
                          <a:pt x="330279" y="208417"/>
                        </a:cubicBezTo>
                        <a:cubicBezTo>
                          <a:pt x="330279" y="208417"/>
                          <a:pt x="329003" y="201882"/>
                          <a:pt x="327079" y="192072"/>
                        </a:cubicBezTo>
                        <a:cubicBezTo>
                          <a:pt x="325193" y="182251"/>
                          <a:pt x="322764" y="169107"/>
                          <a:pt x="320469" y="155896"/>
                        </a:cubicBezTo>
                        <a:cubicBezTo>
                          <a:pt x="319344" y="149276"/>
                          <a:pt x="318221" y="142647"/>
                          <a:pt x="317173" y="136436"/>
                        </a:cubicBezTo>
                        <a:cubicBezTo>
                          <a:pt x="316173" y="130207"/>
                          <a:pt x="315249" y="124397"/>
                          <a:pt x="314449" y="119406"/>
                        </a:cubicBezTo>
                        <a:cubicBezTo>
                          <a:pt x="313677" y="114405"/>
                          <a:pt x="313039" y="110233"/>
                          <a:pt x="312591" y="107318"/>
                        </a:cubicBezTo>
                        <a:cubicBezTo>
                          <a:pt x="312153" y="104394"/>
                          <a:pt x="311905" y="102727"/>
                          <a:pt x="311905" y="102727"/>
                        </a:cubicBezTo>
                        <a:cubicBezTo>
                          <a:pt x="310334" y="103832"/>
                          <a:pt x="308753" y="104928"/>
                          <a:pt x="307162" y="106042"/>
                        </a:cubicBezTo>
                        <a:cubicBezTo>
                          <a:pt x="307162" y="106042"/>
                          <a:pt x="311248" y="133331"/>
                          <a:pt x="316020" y="160230"/>
                        </a:cubicBezTo>
                        <a:cubicBezTo>
                          <a:pt x="318411" y="173708"/>
                          <a:pt x="320897" y="187081"/>
                          <a:pt x="322869" y="197101"/>
                        </a:cubicBezTo>
                        <a:cubicBezTo>
                          <a:pt x="323850" y="202092"/>
                          <a:pt x="324669" y="206255"/>
                          <a:pt x="325241" y="209169"/>
                        </a:cubicBezTo>
                        <a:cubicBezTo>
                          <a:pt x="325831" y="212084"/>
                          <a:pt x="326174" y="213751"/>
                          <a:pt x="326174" y="213751"/>
                        </a:cubicBezTo>
                        <a:cubicBezTo>
                          <a:pt x="326174" y="213751"/>
                          <a:pt x="321831" y="219475"/>
                          <a:pt x="315325" y="228057"/>
                        </a:cubicBezTo>
                        <a:cubicBezTo>
                          <a:pt x="308858" y="236677"/>
                          <a:pt x="300285" y="248203"/>
                          <a:pt x="291894" y="259861"/>
                        </a:cubicBezTo>
                        <a:cubicBezTo>
                          <a:pt x="287693" y="265690"/>
                          <a:pt x="283493" y="271510"/>
                          <a:pt x="279625" y="277035"/>
                        </a:cubicBezTo>
                        <a:cubicBezTo>
                          <a:pt x="275730" y="282531"/>
                          <a:pt x="272120" y="287674"/>
                          <a:pt x="269072" y="292113"/>
                        </a:cubicBezTo>
                        <a:cubicBezTo>
                          <a:pt x="266014" y="296551"/>
                          <a:pt x="263461" y="300247"/>
                          <a:pt x="261680" y="302829"/>
                        </a:cubicBezTo>
                        <a:cubicBezTo>
                          <a:pt x="259918" y="305429"/>
                          <a:pt x="258908" y="306915"/>
                          <a:pt x="258908" y="306915"/>
                        </a:cubicBezTo>
                        <a:cubicBezTo>
                          <a:pt x="258908" y="306915"/>
                          <a:pt x="256594" y="298552"/>
                          <a:pt x="253346" y="285960"/>
                        </a:cubicBezTo>
                        <a:cubicBezTo>
                          <a:pt x="251717" y="279664"/>
                          <a:pt x="249802" y="272253"/>
                          <a:pt x="247859" y="264328"/>
                        </a:cubicBezTo>
                        <a:cubicBezTo>
                          <a:pt x="245907" y="256404"/>
                          <a:pt x="243859" y="247907"/>
                          <a:pt x="241849" y="239373"/>
                        </a:cubicBezTo>
                        <a:cubicBezTo>
                          <a:pt x="239878" y="230867"/>
                          <a:pt x="237934" y="222314"/>
                          <a:pt x="236144" y="214256"/>
                        </a:cubicBezTo>
                        <a:cubicBezTo>
                          <a:pt x="234362" y="206207"/>
                          <a:pt x="232772" y="198692"/>
                          <a:pt x="231410" y="192205"/>
                        </a:cubicBezTo>
                        <a:cubicBezTo>
                          <a:pt x="230038" y="185719"/>
                          <a:pt x="228933" y="180308"/>
                          <a:pt x="228181" y="176527"/>
                        </a:cubicBezTo>
                        <a:cubicBezTo>
                          <a:pt x="227428" y="172736"/>
                          <a:pt x="226990" y="170574"/>
                          <a:pt x="226990" y="170574"/>
                        </a:cubicBezTo>
                        <a:cubicBezTo>
                          <a:pt x="225495" y="171945"/>
                          <a:pt x="223999" y="173317"/>
                          <a:pt x="222494" y="174689"/>
                        </a:cubicBezTo>
                        <a:cubicBezTo>
                          <a:pt x="222494" y="174689"/>
                          <a:pt x="222942" y="176879"/>
                          <a:pt x="223714" y="180708"/>
                        </a:cubicBezTo>
                        <a:cubicBezTo>
                          <a:pt x="224514" y="184538"/>
                          <a:pt x="225647" y="189995"/>
                          <a:pt x="227019" y="196558"/>
                        </a:cubicBezTo>
                        <a:cubicBezTo>
                          <a:pt x="228390" y="203083"/>
                          <a:pt x="230048" y="210703"/>
                          <a:pt x="231877" y="218847"/>
                        </a:cubicBezTo>
                        <a:cubicBezTo>
                          <a:pt x="233696" y="226981"/>
                          <a:pt x="235648" y="235601"/>
                          <a:pt x="237715" y="244231"/>
                        </a:cubicBezTo>
                        <a:cubicBezTo>
                          <a:pt x="241773" y="261442"/>
                          <a:pt x="246126" y="278549"/>
                          <a:pt x="249459" y="291265"/>
                        </a:cubicBezTo>
                        <a:cubicBezTo>
                          <a:pt x="252831" y="304019"/>
                          <a:pt x="255175" y="312439"/>
                          <a:pt x="255175" y="312439"/>
                        </a:cubicBezTo>
                        <a:cubicBezTo>
                          <a:pt x="255175" y="312439"/>
                          <a:pt x="253689" y="314640"/>
                          <a:pt x="251098" y="318488"/>
                        </a:cubicBezTo>
                        <a:cubicBezTo>
                          <a:pt x="248536" y="322364"/>
                          <a:pt x="244878" y="327889"/>
                          <a:pt x="240487" y="334528"/>
                        </a:cubicBezTo>
                        <a:cubicBezTo>
                          <a:pt x="231819" y="347882"/>
                          <a:pt x="220361" y="365751"/>
                          <a:pt x="209340" y="383896"/>
                        </a:cubicBezTo>
                        <a:cubicBezTo>
                          <a:pt x="198348" y="402050"/>
                          <a:pt x="187633" y="420386"/>
                          <a:pt x="179889" y="434292"/>
                        </a:cubicBezTo>
                        <a:cubicBezTo>
                          <a:pt x="177917" y="437750"/>
                          <a:pt x="176146" y="440941"/>
                          <a:pt x="174603" y="443779"/>
                        </a:cubicBezTo>
                        <a:cubicBezTo>
                          <a:pt x="173050" y="446618"/>
                          <a:pt x="171698" y="449085"/>
                          <a:pt x="170583" y="451123"/>
                        </a:cubicBezTo>
                        <a:cubicBezTo>
                          <a:pt x="168354" y="455200"/>
                          <a:pt x="167078" y="457524"/>
                          <a:pt x="167078" y="457524"/>
                        </a:cubicBezTo>
                        <a:cubicBezTo>
                          <a:pt x="167078" y="457524"/>
                          <a:pt x="162544" y="449247"/>
                          <a:pt x="155867" y="436617"/>
                        </a:cubicBezTo>
                        <a:cubicBezTo>
                          <a:pt x="149133" y="423967"/>
                          <a:pt x="140522" y="407051"/>
                          <a:pt x="131997" y="389782"/>
                        </a:cubicBezTo>
                        <a:cubicBezTo>
                          <a:pt x="123606" y="372618"/>
                          <a:pt x="115328" y="355092"/>
                          <a:pt x="109366" y="341948"/>
                        </a:cubicBezTo>
                        <a:cubicBezTo>
                          <a:pt x="103356" y="328775"/>
                          <a:pt x="99431" y="319869"/>
                          <a:pt x="99431" y="319869"/>
                        </a:cubicBezTo>
                        <a:cubicBezTo>
                          <a:pt x="98307" y="321631"/>
                          <a:pt x="97183" y="323402"/>
                          <a:pt x="96050" y="325174"/>
                        </a:cubicBezTo>
                        <a:cubicBezTo>
                          <a:pt x="96050" y="325174"/>
                          <a:pt x="100003" y="334071"/>
                          <a:pt x="106042" y="347234"/>
                        </a:cubicBezTo>
                        <a:cubicBezTo>
                          <a:pt x="109071" y="353816"/>
                          <a:pt x="112681" y="361512"/>
                          <a:pt x="116557" y="369666"/>
                        </a:cubicBezTo>
                        <a:cubicBezTo>
                          <a:pt x="120444" y="377828"/>
                          <a:pt x="124606" y="386458"/>
                          <a:pt x="128902" y="395088"/>
                        </a:cubicBezTo>
                        <a:cubicBezTo>
                          <a:pt x="133179" y="403708"/>
                          <a:pt x="137484" y="412252"/>
                          <a:pt x="141570" y="420205"/>
                        </a:cubicBezTo>
                        <a:cubicBezTo>
                          <a:pt x="145704" y="428197"/>
                          <a:pt x="149590" y="435588"/>
                          <a:pt x="152943" y="441893"/>
                        </a:cubicBezTo>
                        <a:cubicBezTo>
                          <a:pt x="159629" y="454486"/>
                          <a:pt x="164268" y="462791"/>
                          <a:pt x="164268" y="462791"/>
                        </a:cubicBezTo>
                        <a:cubicBezTo>
                          <a:pt x="164268" y="462791"/>
                          <a:pt x="163192" y="464830"/>
                          <a:pt x="161296" y="468402"/>
                        </a:cubicBezTo>
                        <a:cubicBezTo>
                          <a:pt x="159410" y="471974"/>
                          <a:pt x="156676" y="477060"/>
                          <a:pt x="153562" y="483232"/>
                        </a:cubicBezTo>
                        <a:cubicBezTo>
                          <a:pt x="150400" y="489395"/>
                          <a:pt x="146704" y="496567"/>
                          <a:pt x="142913" y="504358"/>
                        </a:cubicBezTo>
                        <a:cubicBezTo>
                          <a:pt x="141008" y="508245"/>
                          <a:pt x="138998" y="512236"/>
                          <a:pt x="137036" y="516341"/>
                        </a:cubicBezTo>
                        <a:cubicBezTo>
                          <a:pt x="135093" y="520446"/>
                          <a:pt x="133112" y="524618"/>
                          <a:pt x="131131" y="528790"/>
                        </a:cubicBezTo>
                        <a:cubicBezTo>
                          <a:pt x="129130" y="532952"/>
                          <a:pt x="127216" y="537153"/>
                          <a:pt x="125339" y="541287"/>
                        </a:cubicBezTo>
                        <a:cubicBezTo>
                          <a:pt x="123454" y="545421"/>
                          <a:pt x="121606" y="549497"/>
                          <a:pt x="119815" y="553431"/>
                        </a:cubicBezTo>
                        <a:cubicBezTo>
                          <a:pt x="116376" y="561375"/>
                          <a:pt x="113100" y="568757"/>
                          <a:pt x="110404" y="575139"/>
                        </a:cubicBezTo>
                        <a:cubicBezTo>
                          <a:pt x="107747" y="581540"/>
                          <a:pt x="105537" y="586864"/>
                          <a:pt x="103984" y="590598"/>
                        </a:cubicBezTo>
                        <a:cubicBezTo>
                          <a:pt x="103203" y="592455"/>
                          <a:pt x="102613" y="593932"/>
                          <a:pt x="102222" y="594941"/>
                        </a:cubicBezTo>
                        <a:cubicBezTo>
                          <a:pt x="101822" y="595951"/>
                          <a:pt x="101613" y="596484"/>
                          <a:pt x="101613" y="596484"/>
                        </a:cubicBezTo>
                        <a:cubicBezTo>
                          <a:pt x="101613" y="596484"/>
                          <a:pt x="100355" y="594551"/>
                          <a:pt x="98145" y="591150"/>
                        </a:cubicBezTo>
                        <a:cubicBezTo>
                          <a:pt x="95974" y="587769"/>
                          <a:pt x="92888" y="582911"/>
                          <a:pt x="89211" y="577025"/>
                        </a:cubicBezTo>
                        <a:cubicBezTo>
                          <a:pt x="85544" y="571148"/>
                          <a:pt x="81239" y="564214"/>
                          <a:pt x="76743" y="556736"/>
                        </a:cubicBezTo>
                        <a:cubicBezTo>
                          <a:pt x="72276" y="549278"/>
                          <a:pt x="67551" y="541239"/>
                          <a:pt x="62865" y="533114"/>
                        </a:cubicBezTo>
                        <a:cubicBezTo>
                          <a:pt x="58140" y="524971"/>
                          <a:pt x="53645" y="516846"/>
                          <a:pt x="49368" y="509111"/>
                        </a:cubicBezTo>
                        <a:cubicBezTo>
                          <a:pt x="45129" y="501396"/>
                          <a:pt x="41148" y="494081"/>
                          <a:pt x="37881" y="487852"/>
                        </a:cubicBezTo>
                        <a:cubicBezTo>
                          <a:pt x="31289" y="475355"/>
                          <a:pt x="26975" y="466868"/>
                          <a:pt x="26975" y="466868"/>
                        </a:cubicBezTo>
                        <a:cubicBezTo>
                          <a:pt x="26184" y="469192"/>
                          <a:pt x="25394" y="471507"/>
                          <a:pt x="24603" y="473831"/>
                        </a:cubicBezTo>
                        <a:cubicBezTo>
                          <a:pt x="24603" y="473831"/>
                          <a:pt x="25689" y="475917"/>
                          <a:pt x="27575" y="479575"/>
                        </a:cubicBezTo>
                        <a:cubicBezTo>
                          <a:pt x="29480" y="483223"/>
                          <a:pt x="32166" y="488395"/>
                          <a:pt x="35518" y="494624"/>
                        </a:cubicBezTo>
                        <a:cubicBezTo>
                          <a:pt x="42205" y="507064"/>
                          <a:pt x="51149" y="523380"/>
                          <a:pt x="60560" y="539468"/>
                        </a:cubicBezTo>
                        <a:cubicBezTo>
                          <a:pt x="69828" y="555508"/>
                          <a:pt x="79581" y="571310"/>
                          <a:pt x="86906" y="582921"/>
                        </a:cubicBezTo>
                        <a:cubicBezTo>
                          <a:pt x="90544" y="588731"/>
                          <a:pt x="93726" y="593570"/>
                          <a:pt x="95907" y="596922"/>
                        </a:cubicBezTo>
                        <a:cubicBezTo>
                          <a:pt x="98107" y="600275"/>
                          <a:pt x="99365" y="602190"/>
                          <a:pt x="99365" y="602190"/>
                        </a:cubicBezTo>
                        <a:cubicBezTo>
                          <a:pt x="99365" y="602190"/>
                          <a:pt x="98260" y="604981"/>
                          <a:pt x="96336" y="609876"/>
                        </a:cubicBezTo>
                        <a:cubicBezTo>
                          <a:pt x="94374" y="614753"/>
                          <a:pt x="91830" y="621830"/>
                          <a:pt x="88649" y="630260"/>
                        </a:cubicBezTo>
                        <a:cubicBezTo>
                          <a:pt x="82505" y="647205"/>
                          <a:pt x="74609" y="669932"/>
                          <a:pt x="67799" y="692991"/>
                        </a:cubicBezTo>
                        <a:cubicBezTo>
                          <a:pt x="60941" y="716042"/>
                          <a:pt x="55073" y="739378"/>
                          <a:pt x="51073" y="756971"/>
                        </a:cubicBezTo>
                        <a:cubicBezTo>
                          <a:pt x="49206" y="765801"/>
                          <a:pt x="47653" y="773154"/>
                          <a:pt x="46558" y="778298"/>
                        </a:cubicBezTo>
                        <a:cubicBezTo>
                          <a:pt x="45596" y="783470"/>
                          <a:pt x="45043" y="786432"/>
                          <a:pt x="45043" y="786432"/>
                        </a:cubicBezTo>
                        <a:cubicBezTo>
                          <a:pt x="45043" y="786432"/>
                          <a:pt x="42110" y="782784"/>
                          <a:pt x="37700" y="777307"/>
                        </a:cubicBezTo>
                        <a:cubicBezTo>
                          <a:pt x="33394" y="771811"/>
                          <a:pt x="27708" y="764381"/>
                          <a:pt x="22041" y="756790"/>
                        </a:cubicBezTo>
                        <a:cubicBezTo>
                          <a:pt x="16316" y="749189"/>
                          <a:pt x="10935" y="741502"/>
                          <a:pt x="6810" y="735644"/>
                        </a:cubicBezTo>
                        <a:cubicBezTo>
                          <a:pt x="2724" y="729749"/>
                          <a:pt x="0" y="725824"/>
                          <a:pt x="0" y="725824"/>
                        </a:cubicBezTo>
                        <a:cubicBezTo>
                          <a:pt x="638" y="729872"/>
                          <a:pt x="1314" y="733901"/>
                          <a:pt x="2029" y="737921"/>
                        </a:cubicBezTo>
                        <a:cubicBezTo>
                          <a:pt x="2029" y="737921"/>
                          <a:pt x="4534" y="741474"/>
                          <a:pt x="8306" y="746798"/>
                        </a:cubicBezTo>
                        <a:cubicBezTo>
                          <a:pt x="12116" y="752104"/>
                          <a:pt x="17335" y="759133"/>
                          <a:pt x="22527" y="766010"/>
                        </a:cubicBezTo>
                        <a:cubicBezTo>
                          <a:pt x="25136" y="769449"/>
                          <a:pt x="27727" y="772859"/>
                          <a:pt x="30204" y="776031"/>
                        </a:cubicBezTo>
                        <a:cubicBezTo>
                          <a:pt x="32728" y="779193"/>
                          <a:pt x="35071" y="782136"/>
                          <a:pt x="37090" y="784670"/>
                        </a:cubicBezTo>
                        <a:cubicBezTo>
                          <a:pt x="41138" y="789651"/>
                          <a:pt x="43834" y="792966"/>
                          <a:pt x="43834" y="792966"/>
                        </a:cubicBezTo>
                        <a:cubicBezTo>
                          <a:pt x="43834" y="792966"/>
                          <a:pt x="43682" y="793776"/>
                          <a:pt x="43424" y="795204"/>
                        </a:cubicBezTo>
                        <a:cubicBezTo>
                          <a:pt x="43177" y="796623"/>
                          <a:pt x="42758" y="798652"/>
                          <a:pt x="42367" y="801100"/>
                        </a:cubicBezTo>
                        <a:cubicBezTo>
                          <a:pt x="41586" y="805996"/>
                          <a:pt x="40557" y="812521"/>
                          <a:pt x="39519" y="819055"/>
                        </a:cubicBezTo>
                        <a:cubicBezTo>
                          <a:pt x="38538" y="825589"/>
                          <a:pt x="37757" y="832161"/>
                          <a:pt x="37090" y="837067"/>
                        </a:cubicBezTo>
                        <a:cubicBezTo>
                          <a:pt x="36766" y="839524"/>
                          <a:pt x="36500" y="841572"/>
                          <a:pt x="36319" y="843010"/>
                        </a:cubicBezTo>
                        <a:cubicBezTo>
                          <a:pt x="36166" y="844448"/>
                          <a:pt x="36081" y="845268"/>
                          <a:pt x="36081" y="845268"/>
                        </a:cubicBezTo>
                        <a:cubicBezTo>
                          <a:pt x="36081" y="845268"/>
                          <a:pt x="35823" y="847782"/>
                          <a:pt x="35423" y="851554"/>
                        </a:cubicBezTo>
                        <a:cubicBezTo>
                          <a:pt x="35052" y="855326"/>
                          <a:pt x="34471" y="860355"/>
                          <a:pt x="34023" y="865394"/>
                        </a:cubicBezTo>
                        <a:cubicBezTo>
                          <a:pt x="33261" y="875481"/>
                          <a:pt x="32499" y="885578"/>
                          <a:pt x="32499" y="885578"/>
                        </a:cubicBezTo>
                        <a:lnTo>
                          <a:pt x="37852" y="885901"/>
                        </a:lnTo>
                        <a:cubicBezTo>
                          <a:pt x="37852" y="885901"/>
                          <a:pt x="38643" y="875424"/>
                          <a:pt x="39433" y="864937"/>
                        </a:cubicBezTo>
                        <a:cubicBezTo>
                          <a:pt x="40519" y="854478"/>
                          <a:pt x="41595" y="844020"/>
                          <a:pt x="41595" y="844020"/>
                        </a:cubicBezTo>
                        <a:cubicBezTo>
                          <a:pt x="41595" y="844020"/>
                          <a:pt x="41643" y="843401"/>
                          <a:pt x="41805" y="842248"/>
                        </a:cubicBezTo>
                        <a:cubicBezTo>
                          <a:pt x="41958" y="841096"/>
                          <a:pt x="42176" y="839400"/>
                          <a:pt x="42462" y="837248"/>
                        </a:cubicBezTo>
                        <a:cubicBezTo>
                          <a:pt x="42748" y="835095"/>
                          <a:pt x="43091" y="832476"/>
                          <a:pt x="43491" y="829475"/>
                        </a:cubicBezTo>
                        <a:cubicBezTo>
                          <a:pt x="43691" y="827970"/>
                          <a:pt x="43901" y="826380"/>
                          <a:pt x="44120" y="824694"/>
                        </a:cubicBezTo>
                        <a:cubicBezTo>
                          <a:pt x="44234" y="823856"/>
                          <a:pt x="44348" y="822989"/>
                          <a:pt x="44463" y="822103"/>
                        </a:cubicBezTo>
                        <a:cubicBezTo>
                          <a:pt x="44605" y="821227"/>
                          <a:pt x="44748" y="820322"/>
                          <a:pt x="44891" y="819398"/>
                        </a:cubicBezTo>
                        <a:cubicBezTo>
                          <a:pt x="45472" y="815712"/>
                          <a:pt x="46110" y="811730"/>
                          <a:pt x="46777" y="807511"/>
                        </a:cubicBezTo>
                        <a:cubicBezTo>
                          <a:pt x="47110" y="805406"/>
                          <a:pt x="47454" y="803234"/>
                          <a:pt x="47806" y="801024"/>
                        </a:cubicBezTo>
                        <a:cubicBezTo>
                          <a:pt x="48215" y="798814"/>
                          <a:pt x="48625" y="796567"/>
                          <a:pt x="49054" y="794271"/>
                        </a:cubicBezTo>
                        <a:cubicBezTo>
                          <a:pt x="49901" y="789689"/>
                          <a:pt x="50778" y="784955"/>
                          <a:pt x="51663" y="780145"/>
                        </a:cubicBezTo>
                        <a:cubicBezTo>
                          <a:pt x="52673" y="775354"/>
                          <a:pt x="53692" y="770487"/>
                          <a:pt x="54711" y="765629"/>
                        </a:cubicBezTo>
                        <a:cubicBezTo>
                          <a:pt x="55226" y="763200"/>
                          <a:pt x="55740" y="760762"/>
                          <a:pt x="56254" y="758343"/>
                        </a:cubicBezTo>
                        <a:cubicBezTo>
                          <a:pt x="56826" y="755933"/>
                          <a:pt x="57388" y="753533"/>
                          <a:pt x="57950" y="751151"/>
                        </a:cubicBezTo>
                        <a:cubicBezTo>
                          <a:pt x="59083" y="746389"/>
                          <a:pt x="60188" y="741702"/>
                          <a:pt x="61265" y="737168"/>
                        </a:cubicBezTo>
                        <a:cubicBezTo>
                          <a:pt x="62436" y="732654"/>
                          <a:pt x="63570" y="728291"/>
                          <a:pt x="64646" y="724157"/>
                        </a:cubicBezTo>
                        <a:cubicBezTo>
                          <a:pt x="65179" y="722091"/>
                          <a:pt x="65703" y="720081"/>
                          <a:pt x="66208" y="718128"/>
                        </a:cubicBezTo>
                        <a:cubicBezTo>
                          <a:pt x="66713" y="716185"/>
                          <a:pt x="67275" y="714318"/>
                          <a:pt x="67780" y="712527"/>
                        </a:cubicBezTo>
                        <a:cubicBezTo>
                          <a:pt x="69828" y="705355"/>
                          <a:pt x="71485" y="699364"/>
                          <a:pt x="72733" y="695192"/>
                        </a:cubicBezTo>
                        <a:cubicBezTo>
                          <a:pt x="74009" y="691029"/>
                          <a:pt x="74743" y="688658"/>
                          <a:pt x="74743" y="688658"/>
                        </a:cubicBezTo>
                        <a:cubicBezTo>
                          <a:pt x="74743" y="688658"/>
                          <a:pt x="81581" y="686905"/>
                          <a:pt x="91783" y="684457"/>
                        </a:cubicBezTo>
                        <a:cubicBezTo>
                          <a:pt x="94326" y="683857"/>
                          <a:pt x="97088" y="683200"/>
                          <a:pt x="100013" y="682514"/>
                        </a:cubicBezTo>
                        <a:cubicBezTo>
                          <a:pt x="102956" y="681857"/>
                          <a:pt x="106061" y="681161"/>
                          <a:pt x="109261" y="680438"/>
                        </a:cubicBezTo>
                        <a:cubicBezTo>
                          <a:pt x="115671" y="679028"/>
                          <a:pt x="122491" y="677571"/>
                          <a:pt x="129292" y="676180"/>
                        </a:cubicBezTo>
                        <a:cubicBezTo>
                          <a:pt x="132683" y="675494"/>
                          <a:pt x="136084" y="674818"/>
                          <a:pt x="139417" y="674141"/>
                        </a:cubicBezTo>
                        <a:cubicBezTo>
                          <a:pt x="142780" y="673503"/>
                          <a:pt x="146094" y="672875"/>
                          <a:pt x="149295" y="672275"/>
                        </a:cubicBezTo>
                        <a:cubicBezTo>
                          <a:pt x="155695" y="671084"/>
                          <a:pt x="161658" y="670036"/>
                          <a:pt x="166744" y="669160"/>
                        </a:cubicBezTo>
                        <a:cubicBezTo>
                          <a:pt x="171831" y="668312"/>
                          <a:pt x="176069" y="667598"/>
                          <a:pt x="179032" y="667103"/>
                        </a:cubicBezTo>
                        <a:cubicBezTo>
                          <a:pt x="182013" y="666626"/>
                          <a:pt x="183718" y="666360"/>
                          <a:pt x="183718" y="666360"/>
                        </a:cubicBezTo>
                        <a:cubicBezTo>
                          <a:pt x="185061" y="664588"/>
                          <a:pt x="186404" y="662816"/>
                          <a:pt x="187747" y="661054"/>
                        </a:cubicBezTo>
                        <a:cubicBezTo>
                          <a:pt x="187747" y="661054"/>
                          <a:pt x="180804" y="662073"/>
                          <a:pt x="170345" y="663788"/>
                        </a:cubicBezTo>
                        <a:cubicBezTo>
                          <a:pt x="159982" y="665512"/>
                          <a:pt x="146094" y="667969"/>
                          <a:pt x="132112" y="670713"/>
                        </a:cubicBezTo>
                        <a:cubicBezTo>
                          <a:pt x="118243" y="673465"/>
                          <a:pt x="104327" y="676513"/>
                          <a:pt x="93831" y="678933"/>
                        </a:cubicBezTo>
                        <a:cubicBezTo>
                          <a:pt x="88573" y="680133"/>
                          <a:pt x="84277" y="681200"/>
                          <a:pt x="81229" y="681942"/>
                        </a:cubicBezTo>
                        <a:cubicBezTo>
                          <a:pt x="78191" y="682695"/>
                          <a:pt x="76448" y="683124"/>
                          <a:pt x="76448" y="683124"/>
                        </a:cubicBezTo>
                        <a:cubicBezTo>
                          <a:pt x="76448" y="683124"/>
                          <a:pt x="77133" y="680904"/>
                          <a:pt x="78324" y="677018"/>
                        </a:cubicBezTo>
                        <a:cubicBezTo>
                          <a:pt x="79553" y="673142"/>
                          <a:pt x="81401" y="667636"/>
                          <a:pt x="83572" y="661016"/>
                        </a:cubicBezTo>
                        <a:cubicBezTo>
                          <a:pt x="84115" y="659359"/>
                          <a:pt x="84687" y="657635"/>
                          <a:pt x="85277" y="655854"/>
                        </a:cubicBezTo>
                        <a:cubicBezTo>
                          <a:pt x="85896" y="654082"/>
                          <a:pt x="86544" y="652244"/>
                          <a:pt x="87201" y="650367"/>
                        </a:cubicBezTo>
                        <a:cubicBezTo>
                          <a:pt x="88525" y="646595"/>
                          <a:pt x="89925" y="642623"/>
                          <a:pt x="91373" y="638518"/>
                        </a:cubicBezTo>
                        <a:cubicBezTo>
                          <a:pt x="92783" y="634394"/>
                          <a:pt x="94431" y="630203"/>
                          <a:pt x="96012" y="625907"/>
                        </a:cubicBezTo>
                        <a:cubicBezTo>
                          <a:pt x="97631" y="621630"/>
                          <a:pt x="99203" y="617249"/>
                          <a:pt x="100908" y="612925"/>
                        </a:cubicBezTo>
                        <a:cubicBezTo>
                          <a:pt x="104346" y="604285"/>
                          <a:pt x="107651" y="595599"/>
                          <a:pt x="111061" y="587578"/>
                        </a:cubicBezTo>
                        <a:cubicBezTo>
                          <a:pt x="112728" y="583549"/>
                          <a:pt x="114347" y="579663"/>
                          <a:pt x="115881" y="575977"/>
                        </a:cubicBezTo>
                        <a:cubicBezTo>
                          <a:pt x="117472" y="572310"/>
                          <a:pt x="118977" y="568843"/>
                          <a:pt x="120367" y="565652"/>
                        </a:cubicBezTo>
                        <a:cubicBezTo>
                          <a:pt x="121758" y="562451"/>
                          <a:pt x="123034" y="559527"/>
                          <a:pt x="124168" y="556927"/>
                        </a:cubicBezTo>
                        <a:cubicBezTo>
                          <a:pt x="125301" y="554327"/>
                          <a:pt x="126349" y="552098"/>
                          <a:pt x="127187" y="550240"/>
                        </a:cubicBezTo>
                        <a:cubicBezTo>
                          <a:pt x="128873" y="546535"/>
                          <a:pt x="129835" y="544421"/>
                          <a:pt x="129835" y="544421"/>
                        </a:cubicBezTo>
                        <a:cubicBezTo>
                          <a:pt x="129835" y="544421"/>
                          <a:pt x="132188" y="544001"/>
                          <a:pt x="136312" y="543278"/>
                        </a:cubicBezTo>
                        <a:cubicBezTo>
                          <a:pt x="140427" y="542554"/>
                          <a:pt x="146294" y="541544"/>
                          <a:pt x="153400" y="540430"/>
                        </a:cubicBezTo>
                        <a:cubicBezTo>
                          <a:pt x="160487" y="539306"/>
                          <a:pt x="168726" y="538039"/>
                          <a:pt x="177508" y="536763"/>
                        </a:cubicBezTo>
                        <a:cubicBezTo>
                          <a:pt x="186290" y="535486"/>
                          <a:pt x="195758" y="534258"/>
                          <a:pt x="205111" y="533086"/>
                        </a:cubicBezTo>
                        <a:cubicBezTo>
                          <a:pt x="209788" y="532524"/>
                          <a:pt x="214465" y="531962"/>
                          <a:pt x="219065" y="531409"/>
                        </a:cubicBezTo>
                        <a:cubicBezTo>
                          <a:pt x="223685" y="530905"/>
                          <a:pt x="228229" y="530409"/>
                          <a:pt x="232629" y="529933"/>
                        </a:cubicBezTo>
                        <a:cubicBezTo>
                          <a:pt x="241411" y="529009"/>
                          <a:pt x="249555" y="528219"/>
                          <a:pt x="256546" y="527590"/>
                        </a:cubicBezTo>
                        <a:cubicBezTo>
                          <a:pt x="270577" y="526333"/>
                          <a:pt x="279863" y="525666"/>
                          <a:pt x="279863" y="525666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30" name="Google Shape;1920;p65">
                <a:extLst>
                  <a:ext uri="{FF2B5EF4-FFF2-40B4-BE49-F238E27FC236}">
                    <a16:creationId xmlns:a16="http://schemas.microsoft.com/office/drawing/2014/main" id="{4F31A018-A9D6-B96F-B9A4-635DD45CE108}"/>
                  </a:ext>
                </a:extLst>
              </p:cNvPr>
              <p:cNvGrpSpPr/>
              <p:nvPr/>
            </p:nvGrpSpPr>
            <p:grpSpPr>
              <a:xfrm>
                <a:off x="4379812" y="2328534"/>
                <a:ext cx="956963" cy="818559"/>
                <a:chOff x="4208116" y="2308612"/>
                <a:chExt cx="1275950" cy="1091412"/>
              </a:xfrm>
            </p:grpSpPr>
            <p:grpSp>
              <p:nvGrpSpPr>
                <p:cNvPr id="959" name="Google Shape;1921;p65">
                  <a:extLst>
                    <a:ext uri="{FF2B5EF4-FFF2-40B4-BE49-F238E27FC236}">
                      <a16:creationId xmlns:a16="http://schemas.microsoft.com/office/drawing/2014/main" id="{F2C3DFBF-4F11-9A48-4B99-674F8E573722}"/>
                    </a:ext>
                  </a:extLst>
                </p:cNvPr>
                <p:cNvGrpSpPr/>
                <p:nvPr/>
              </p:nvGrpSpPr>
              <p:grpSpPr>
                <a:xfrm>
                  <a:off x="4208116" y="2308612"/>
                  <a:ext cx="704659" cy="1082163"/>
                  <a:chOff x="4208116" y="2308612"/>
                  <a:chExt cx="704659" cy="1082163"/>
                </a:xfrm>
              </p:grpSpPr>
              <p:grpSp>
                <p:nvGrpSpPr>
                  <p:cNvPr id="985" name="Google Shape;1922;p65">
                    <a:extLst>
                      <a:ext uri="{FF2B5EF4-FFF2-40B4-BE49-F238E27FC236}">
                        <a16:creationId xmlns:a16="http://schemas.microsoft.com/office/drawing/2014/main" id="{2EB0D9F2-CF37-F17E-70EF-A01EA12E7EA4}"/>
                      </a:ext>
                    </a:extLst>
                  </p:cNvPr>
                  <p:cNvGrpSpPr/>
                  <p:nvPr/>
                </p:nvGrpSpPr>
                <p:grpSpPr>
                  <a:xfrm>
                    <a:off x="4542196" y="2308612"/>
                    <a:ext cx="36490" cy="36576"/>
                    <a:chOff x="4542196" y="2308612"/>
                    <a:chExt cx="36490" cy="36576"/>
                  </a:xfrm>
                </p:grpSpPr>
                <p:sp>
                  <p:nvSpPr>
                    <p:cNvPr id="1014" name="Google Shape;1923;p65">
                      <a:extLst>
                        <a:ext uri="{FF2B5EF4-FFF2-40B4-BE49-F238E27FC236}">
                          <a16:creationId xmlns:a16="http://schemas.microsoft.com/office/drawing/2014/main" id="{7A8F4BEE-163F-FF41-BA46-6565CF091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42196" y="2308612"/>
                      <a:ext cx="36490" cy="365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490" h="36576" extrusionOk="0">
                          <a:moveTo>
                            <a:pt x="36490" y="18269"/>
                          </a:moveTo>
                          <a:cubicBezTo>
                            <a:pt x="36490" y="28385"/>
                            <a:pt x="28318" y="36576"/>
                            <a:pt x="18240" y="36576"/>
                          </a:cubicBezTo>
                          <a:cubicBezTo>
                            <a:pt x="8163" y="36576"/>
                            <a:pt x="0" y="28385"/>
                            <a:pt x="0" y="18269"/>
                          </a:cubicBezTo>
                          <a:cubicBezTo>
                            <a:pt x="0" y="8182"/>
                            <a:pt x="8163" y="0"/>
                            <a:pt x="18240" y="0"/>
                          </a:cubicBezTo>
                          <a:cubicBezTo>
                            <a:pt x="28318" y="0"/>
                            <a:pt x="36490" y="8182"/>
                            <a:pt x="36490" y="18269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15" name="Google Shape;1924;p65">
                      <a:extLst>
                        <a:ext uri="{FF2B5EF4-FFF2-40B4-BE49-F238E27FC236}">
                          <a16:creationId xmlns:a16="http://schemas.microsoft.com/office/drawing/2014/main" id="{F1A076DE-BFFF-0431-B14D-DADB15FD6F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50444" y="2316870"/>
                      <a:ext cx="20002" cy="20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002" h="20050" extrusionOk="0">
                          <a:moveTo>
                            <a:pt x="20002" y="10011"/>
                          </a:moveTo>
                          <a:cubicBezTo>
                            <a:pt x="20002" y="15573"/>
                            <a:pt x="15516" y="20050"/>
                            <a:pt x="9992" y="20050"/>
                          </a:cubicBezTo>
                          <a:cubicBezTo>
                            <a:pt x="4477" y="20050"/>
                            <a:pt x="0" y="15564"/>
                            <a:pt x="0" y="10011"/>
                          </a:cubicBezTo>
                          <a:cubicBezTo>
                            <a:pt x="0" y="4496"/>
                            <a:pt x="4477" y="0"/>
                            <a:pt x="9992" y="0"/>
                          </a:cubicBezTo>
                          <a:cubicBezTo>
                            <a:pt x="15516" y="-9"/>
                            <a:pt x="20002" y="4496"/>
                            <a:pt x="20002" y="10011"/>
                          </a:cubicBezTo>
                          <a:close/>
                        </a:path>
                      </a:pathLst>
                    </a:custGeom>
                    <a:solidFill>
                      <a:srgbClr val="C2DDE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86" name="Google Shape;1925;p65">
                    <a:extLst>
                      <a:ext uri="{FF2B5EF4-FFF2-40B4-BE49-F238E27FC236}">
                        <a16:creationId xmlns:a16="http://schemas.microsoft.com/office/drawing/2014/main" id="{9B720977-2E95-C4B9-79EA-53184E907BDE}"/>
                      </a:ext>
                    </a:extLst>
                  </p:cNvPr>
                  <p:cNvSpPr/>
                  <p:nvPr/>
                </p:nvSpPr>
                <p:spPr>
                  <a:xfrm>
                    <a:off x="4208116" y="2337606"/>
                    <a:ext cx="704659" cy="10531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4659" h="1053169" extrusionOk="0">
                        <a:moveTo>
                          <a:pt x="0" y="0"/>
                        </a:moveTo>
                        <a:lnTo>
                          <a:pt x="704660" y="0"/>
                        </a:lnTo>
                        <a:lnTo>
                          <a:pt x="704660" y="1053170"/>
                        </a:lnTo>
                        <a:lnTo>
                          <a:pt x="0" y="105317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7" name="Google Shape;1926;p65">
                    <a:extLst>
                      <a:ext uri="{FF2B5EF4-FFF2-40B4-BE49-F238E27FC236}">
                        <a16:creationId xmlns:a16="http://schemas.microsoft.com/office/drawing/2014/main" id="{7099FD0F-3E93-D9BC-B767-7E1965E2C3C3}"/>
                      </a:ext>
                    </a:extLst>
                  </p:cNvPr>
                  <p:cNvSpPr/>
                  <p:nvPr/>
                </p:nvSpPr>
                <p:spPr>
                  <a:xfrm>
                    <a:off x="4241444" y="2369439"/>
                    <a:ext cx="637994" cy="9903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7994" h="990390" extrusionOk="0">
                        <a:moveTo>
                          <a:pt x="0" y="0"/>
                        </a:moveTo>
                        <a:lnTo>
                          <a:pt x="637994" y="0"/>
                        </a:lnTo>
                        <a:lnTo>
                          <a:pt x="637994" y="990390"/>
                        </a:lnTo>
                        <a:lnTo>
                          <a:pt x="0" y="990390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8" name="Google Shape;1927;p65">
                    <a:extLst>
                      <a:ext uri="{FF2B5EF4-FFF2-40B4-BE49-F238E27FC236}">
                        <a16:creationId xmlns:a16="http://schemas.microsoft.com/office/drawing/2014/main" id="{F9B6D474-1643-360A-CCA8-5720151E0F97}"/>
                      </a:ext>
                    </a:extLst>
                  </p:cNvPr>
                  <p:cNvSpPr/>
                  <p:nvPr/>
                </p:nvSpPr>
                <p:spPr>
                  <a:xfrm>
                    <a:off x="4355877" y="2476347"/>
                    <a:ext cx="409146" cy="120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9146" h="120738" extrusionOk="0">
                        <a:moveTo>
                          <a:pt x="409146" y="60379"/>
                        </a:moveTo>
                        <a:cubicBezTo>
                          <a:pt x="409146" y="93707"/>
                          <a:pt x="317573" y="120739"/>
                          <a:pt x="204568" y="120739"/>
                        </a:cubicBezTo>
                        <a:cubicBezTo>
                          <a:pt x="91602" y="120739"/>
                          <a:pt x="0" y="93707"/>
                          <a:pt x="0" y="60379"/>
                        </a:cubicBezTo>
                        <a:cubicBezTo>
                          <a:pt x="0" y="27032"/>
                          <a:pt x="91602" y="0"/>
                          <a:pt x="204568" y="0"/>
                        </a:cubicBezTo>
                        <a:cubicBezTo>
                          <a:pt x="317573" y="0"/>
                          <a:pt x="409146" y="27032"/>
                          <a:pt x="409146" y="6037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89" name="Google Shape;1928;p65">
                    <a:extLst>
                      <a:ext uri="{FF2B5EF4-FFF2-40B4-BE49-F238E27FC236}">
                        <a16:creationId xmlns:a16="http://schemas.microsoft.com/office/drawing/2014/main" id="{E4BB6799-4D0A-CF03-30D4-7E993EE25E22}"/>
                      </a:ext>
                    </a:extLst>
                  </p:cNvPr>
                  <p:cNvGrpSpPr/>
                  <p:nvPr/>
                </p:nvGrpSpPr>
                <p:grpSpPr>
                  <a:xfrm>
                    <a:off x="4284345" y="2717396"/>
                    <a:ext cx="247135" cy="219380"/>
                    <a:chOff x="4284345" y="2717396"/>
                    <a:chExt cx="247135" cy="219380"/>
                  </a:xfrm>
                </p:grpSpPr>
                <p:sp>
                  <p:nvSpPr>
                    <p:cNvPr id="1008" name="Google Shape;1929;p65">
                      <a:extLst>
                        <a:ext uri="{FF2B5EF4-FFF2-40B4-BE49-F238E27FC236}">
                          <a16:creationId xmlns:a16="http://schemas.microsoft.com/office/drawing/2014/main" id="{935EE655-6F51-C223-A45F-C405863CB4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2717396"/>
                      <a:ext cx="247135" cy="188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5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9"/>
                          </a:lnTo>
                          <a:lnTo>
                            <a:pt x="0" y="1885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09" name="Google Shape;1930;p65">
                      <a:extLst>
                        <a:ext uri="{FF2B5EF4-FFF2-40B4-BE49-F238E27FC236}">
                          <a16:creationId xmlns:a16="http://schemas.microsoft.com/office/drawing/2014/main" id="{C9A3752E-B254-BFDC-C94A-24F5AB9506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2757487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8"/>
                          </a:lnTo>
                          <a:lnTo>
                            <a:pt x="0" y="18878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10" name="Google Shape;1931;p65">
                      <a:extLst>
                        <a:ext uri="{FF2B5EF4-FFF2-40B4-BE49-F238E27FC236}">
                          <a16:creationId xmlns:a16="http://schemas.microsoft.com/office/drawing/2014/main" id="{52094BF0-DEE5-313E-F15B-37D6A964C1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2797597"/>
                      <a:ext cx="247135" cy="188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6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69"/>
                          </a:lnTo>
                          <a:lnTo>
                            <a:pt x="0" y="1886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11" name="Google Shape;1932;p65">
                      <a:extLst>
                        <a:ext uri="{FF2B5EF4-FFF2-40B4-BE49-F238E27FC236}">
                          <a16:creationId xmlns:a16="http://schemas.microsoft.com/office/drawing/2014/main" id="{E071FC88-2FD4-E7DC-9195-29CD9CCA5C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2837707"/>
                      <a:ext cx="247135" cy="188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4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0"/>
                          </a:lnTo>
                          <a:lnTo>
                            <a:pt x="0" y="1885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12" name="Google Shape;1933;p65">
                      <a:extLst>
                        <a:ext uri="{FF2B5EF4-FFF2-40B4-BE49-F238E27FC236}">
                          <a16:creationId xmlns:a16="http://schemas.microsoft.com/office/drawing/2014/main" id="{59413A88-72A0-1D80-41E5-2965FF3950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2877797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8"/>
                          </a:lnTo>
                          <a:lnTo>
                            <a:pt x="0" y="18878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13" name="Google Shape;1934;p65">
                      <a:extLst>
                        <a:ext uri="{FF2B5EF4-FFF2-40B4-BE49-F238E27FC236}">
                          <a16:creationId xmlns:a16="http://schemas.microsoft.com/office/drawing/2014/main" id="{D0B61645-DDD9-5ABD-35BF-577A24E81B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2917898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9"/>
                          </a:lnTo>
                          <a:lnTo>
                            <a:pt x="0" y="1887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90" name="Google Shape;1935;p65">
                    <a:extLst>
                      <a:ext uri="{FF2B5EF4-FFF2-40B4-BE49-F238E27FC236}">
                        <a16:creationId xmlns:a16="http://schemas.microsoft.com/office/drawing/2014/main" id="{B717805D-691A-71C4-C143-C933BA5E4058}"/>
                      </a:ext>
                    </a:extLst>
                  </p:cNvPr>
                  <p:cNvGrpSpPr/>
                  <p:nvPr/>
                </p:nvGrpSpPr>
                <p:grpSpPr>
                  <a:xfrm>
                    <a:off x="4284345" y="3001651"/>
                    <a:ext cx="247135" cy="219369"/>
                    <a:chOff x="4284345" y="3001651"/>
                    <a:chExt cx="247135" cy="219369"/>
                  </a:xfrm>
                </p:grpSpPr>
                <p:sp>
                  <p:nvSpPr>
                    <p:cNvPr id="1002" name="Google Shape;1936;p65">
                      <a:extLst>
                        <a:ext uri="{FF2B5EF4-FFF2-40B4-BE49-F238E27FC236}">
                          <a16:creationId xmlns:a16="http://schemas.microsoft.com/office/drawing/2014/main" id="{AF6820B7-C180-9F00-A42E-7BBD194FD5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3001651"/>
                      <a:ext cx="247135" cy="188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5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9"/>
                          </a:lnTo>
                          <a:lnTo>
                            <a:pt x="0" y="1885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03" name="Google Shape;1937;p65">
                      <a:extLst>
                        <a:ext uri="{FF2B5EF4-FFF2-40B4-BE49-F238E27FC236}">
                          <a16:creationId xmlns:a16="http://schemas.microsoft.com/office/drawing/2014/main" id="{BD965306-84C3-C3C8-7D6C-7C2DE2AE7B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3041761"/>
                      <a:ext cx="247135" cy="188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5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9"/>
                          </a:lnTo>
                          <a:lnTo>
                            <a:pt x="0" y="1885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04" name="Google Shape;1938;p65">
                      <a:extLst>
                        <a:ext uri="{FF2B5EF4-FFF2-40B4-BE49-F238E27FC236}">
                          <a16:creationId xmlns:a16="http://schemas.microsoft.com/office/drawing/2014/main" id="{1714F37E-5AB9-5177-153D-ECFF6ECEC5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3081851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9"/>
                          </a:lnTo>
                          <a:lnTo>
                            <a:pt x="0" y="1887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05" name="Google Shape;1939;p65">
                      <a:extLst>
                        <a:ext uri="{FF2B5EF4-FFF2-40B4-BE49-F238E27FC236}">
                          <a16:creationId xmlns:a16="http://schemas.microsoft.com/office/drawing/2014/main" id="{AA615C60-1396-AB14-E3D4-D749036EBE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3121952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9"/>
                          </a:lnTo>
                          <a:lnTo>
                            <a:pt x="0" y="1887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06" name="Google Shape;1940;p65">
                      <a:extLst>
                        <a:ext uri="{FF2B5EF4-FFF2-40B4-BE49-F238E27FC236}">
                          <a16:creationId xmlns:a16="http://schemas.microsoft.com/office/drawing/2014/main" id="{6F35516C-98E0-8B11-53CE-6F67EE7E6B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3162061"/>
                      <a:ext cx="247135" cy="188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5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60"/>
                          </a:lnTo>
                          <a:lnTo>
                            <a:pt x="0" y="1886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07" name="Google Shape;1941;p65">
                      <a:extLst>
                        <a:ext uri="{FF2B5EF4-FFF2-40B4-BE49-F238E27FC236}">
                          <a16:creationId xmlns:a16="http://schemas.microsoft.com/office/drawing/2014/main" id="{7E327F3B-837D-A35F-415B-2A2DE2E4BC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84345" y="3202171"/>
                      <a:ext cx="247135" cy="188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4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0"/>
                          </a:lnTo>
                          <a:lnTo>
                            <a:pt x="0" y="1885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91" name="Google Shape;1942;p65">
                    <a:extLst>
                      <a:ext uri="{FF2B5EF4-FFF2-40B4-BE49-F238E27FC236}">
                        <a16:creationId xmlns:a16="http://schemas.microsoft.com/office/drawing/2014/main" id="{4829B565-5056-F40E-EB6B-96A2D40C5E6C}"/>
                      </a:ext>
                    </a:extLst>
                  </p:cNvPr>
                  <p:cNvGrpSpPr/>
                  <p:nvPr/>
                </p:nvGrpSpPr>
                <p:grpSpPr>
                  <a:xfrm>
                    <a:off x="4595021" y="2717396"/>
                    <a:ext cx="247135" cy="219380"/>
                    <a:chOff x="4595021" y="2717396"/>
                    <a:chExt cx="247135" cy="219380"/>
                  </a:xfrm>
                </p:grpSpPr>
                <p:sp>
                  <p:nvSpPr>
                    <p:cNvPr id="996" name="Google Shape;1943;p65">
                      <a:extLst>
                        <a:ext uri="{FF2B5EF4-FFF2-40B4-BE49-F238E27FC236}">
                          <a16:creationId xmlns:a16="http://schemas.microsoft.com/office/drawing/2014/main" id="{F88A5648-7F89-028E-A265-BFB8AD3280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5021" y="2717396"/>
                      <a:ext cx="247135" cy="188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5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9"/>
                          </a:lnTo>
                          <a:lnTo>
                            <a:pt x="0" y="1885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97" name="Google Shape;1944;p65">
                      <a:extLst>
                        <a:ext uri="{FF2B5EF4-FFF2-40B4-BE49-F238E27FC236}">
                          <a16:creationId xmlns:a16="http://schemas.microsoft.com/office/drawing/2014/main" id="{A41E4826-EE25-13E2-3A46-51025CE8ED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5021" y="2757487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8"/>
                          </a:lnTo>
                          <a:lnTo>
                            <a:pt x="0" y="18878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98" name="Google Shape;1945;p65">
                      <a:extLst>
                        <a:ext uri="{FF2B5EF4-FFF2-40B4-BE49-F238E27FC236}">
                          <a16:creationId xmlns:a16="http://schemas.microsoft.com/office/drawing/2014/main" id="{5505F6C4-9E1E-5387-E7A1-DD8CD70DAE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5021" y="2797597"/>
                      <a:ext cx="247135" cy="188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6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69"/>
                          </a:lnTo>
                          <a:lnTo>
                            <a:pt x="0" y="1886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99" name="Google Shape;1946;p65">
                      <a:extLst>
                        <a:ext uri="{FF2B5EF4-FFF2-40B4-BE49-F238E27FC236}">
                          <a16:creationId xmlns:a16="http://schemas.microsoft.com/office/drawing/2014/main" id="{081C7F6A-B2A9-9135-4DF1-83A4E5BC38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5021" y="2837707"/>
                      <a:ext cx="247135" cy="188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49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50"/>
                          </a:lnTo>
                          <a:lnTo>
                            <a:pt x="0" y="1885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00" name="Google Shape;1947;p65">
                      <a:extLst>
                        <a:ext uri="{FF2B5EF4-FFF2-40B4-BE49-F238E27FC236}">
                          <a16:creationId xmlns:a16="http://schemas.microsoft.com/office/drawing/2014/main" id="{626F965C-0DF9-0D8F-F0A4-9042F12B67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5021" y="2877797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8"/>
                          </a:lnTo>
                          <a:lnTo>
                            <a:pt x="0" y="18878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01" name="Google Shape;1948;p65">
                      <a:extLst>
                        <a:ext uri="{FF2B5EF4-FFF2-40B4-BE49-F238E27FC236}">
                          <a16:creationId xmlns:a16="http://schemas.microsoft.com/office/drawing/2014/main" id="{FE66B33E-F88C-CD1A-C76D-6F45125A5D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5021" y="2917898"/>
                      <a:ext cx="247135" cy="188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135" h="18878" extrusionOk="0">
                          <a:moveTo>
                            <a:pt x="0" y="0"/>
                          </a:moveTo>
                          <a:lnTo>
                            <a:pt x="247136" y="0"/>
                          </a:lnTo>
                          <a:lnTo>
                            <a:pt x="247136" y="18879"/>
                          </a:lnTo>
                          <a:lnTo>
                            <a:pt x="0" y="18879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92" name="Google Shape;1949;p65">
                    <a:extLst>
                      <a:ext uri="{FF2B5EF4-FFF2-40B4-BE49-F238E27FC236}">
                        <a16:creationId xmlns:a16="http://schemas.microsoft.com/office/drawing/2014/main" id="{31DD2AFF-3337-9EA9-FCFF-A09C1CD2BF1D}"/>
                      </a:ext>
                    </a:extLst>
                  </p:cNvPr>
                  <p:cNvGrpSpPr/>
                  <p:nvPr/>
                </p:nvGrpSpPr>
                <p:grpSpPr>
                  <a:xfrm>
                    <a:off x="4629140" y="2998593"/>
                    <a:ext cx="188299" cy="305095"/>
                    <a:chOff x="4629140" y="2998593"/>
                    <a:chExt cx="188299" cy="305095"/>
                  </a:xfrm>
                </p:grpSpPr>
                <p:sp>
                  <p:nvSpPr>
                    <p:cNvPr id="993" name="Google Shape;1950;p65">
                      <a:extLst>
                        <a:ext uri="{FF2B5EF4-FFF2-40B4-BE49-F238E27FC236}">
                          <a16:creationId xmlns:a16="http://schemas.microsoft.com/office/drawing/2014/main" id="{E0F29FEF-EA01-A29B-8A18-837C27D2C6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55572" y="3092948"/>
                      <a:ext cx="135455" cy="2107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5455" h="210740" extrusionOk="0">
                          <a:moveTo>
                            <a:pt x="0" y="0"/>
                          </a:moveTo>
                          <a:lnTo>
                            <a:pt x="0" y="210741"/>
                          </a:lnTo>
                          <a:lnTo>
                            <a:pt x="67732" y="171431"/>
                          </a:lnTo>
                          <a:lnTo>
                            <a:pt x="135455" y="210741"/>
                          </a:lnTo>
                          <a:lnTo>
                            <a:pt x="135455" y="0"/>
                          </a:lnTo>
                          <a:close/>
                        </a:path>
                      </a:pathLst>
                    </a:custGeom>
                    <a:solidFill>
                      <a:srgbClr val="C2DDE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94" name="Google Shape;1951;p65">
                      <a:extLst>
                        <a:ext uri="{FF2B5EF4-FFF2-40B4-BE49-F238E27FC236}">
                          <a16:creationId xmlns:a16="http://schemas.microsoft.com/office/drawing/2014/main" id="{B25C5AF2-97AE-6436-8631-5AB2DD3DE1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29140" y="2998593"/>
                      <a:ext cx="188299" cy="1887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8299" h="188709" extrusionOk="0">
                          <a:moveTo>
                            <a:pt x="188300" y="94355"/>
                          </a:moveTo>
                          <a:cubicBezTo>
                            <a:pt x="188300" y="146466"/>
                            <a:pt x="146152" y="188709"/>
                            <a:pt x="94155" y="188709"/>
                          </a:cubicBezTo>
                          <a:cubicBezTo>
                            <a:pt x="42167" y="188709"/>
                            <a:pt x="0" y="146466"/>
                            <a:pt x="0" y="94355"/>
                          </a:cubicBezTo>
                          <a:cubicBezTo>
                            <a:pt x="0" y="42253"/>
                            <a:pt x="42167" y="0"/>
                            <a:pt x="94155" y="0"/>
                          </a:cubicBezTo>
                          <a:cubicBezTo>
                            <a:pt x="146152" y="0"/>
                            <a:pt x="188300" y="42253"/>
                            <a:pt x="188300" y="94355"/>
                          </a:cubicBezTo>
                          <a:close/>
                        </a:path>
                      </a:pathLst>
                    </a:custGeom>
                    <a:solidFill>
                      <a:srgbClr val="E3FB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95" name="Google Shape;1952;p65">
                      <a:extLst>
                        <a:ext uri="{FF2B5EF4-FFF2-40B4-BE49-F238E27FC236}">
                          <a16:creationId xmlns:a16="http://schemas.microsoft.com/office/drawing/2014/main" id="{60E501DC-AF80-3C5A-0A05-3FBA7621B0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55581" y="3025092"/>
                      <a:ext cx="135445" cy="1357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5445" h="135731" extrusionOk="0">
                          <a:moveTo>
                            <a:pt x="135446" y="67856"/>
                          </a:moveTo>
                          <a:cubicBezTo>
                            <a:pt x="135446" y="105346"/>
                            <a:pt x="105118" y="135731"/>
                            <a:pt x="67723" y="135731"/>
                          </a:cubicBezTo>
                          <a:cubicBezTo>
                            <a:pt x="30328" y="135731"/>
                            <a:pt x="0" y="105346"/>
                            <a:pt x="0" y="67856"/>
                          </a:cubicBezTo>
                          <a:cubicBezTo>
                            <a:pt x="0" y="30375"/>
                            <a:pt x="30328" y="0"/>
                            <a:pt x="67723" y="0"/>
                          </a:cubicBezTo>
                          <a:cubicBezTo>
                            <a:pt x="105118" y="-10"/>
                            <a:pt x="135446" y="30366"/>
                            <a:pt x="135446" y="67856"/>
                          </a:cubicBezTo>
                          <a:close/>
                        </a:path>
                      </a:pathLst>
                    </a:custGeom>
                    <a:solidFill>
                      <a:srgbClr val="C2DDE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60" name="Google Shape;1953;p65">
                  <a:extLst>
                    <a:ext uri="{FF2B5EF4-FFF2-40B4-BE49-F238E27FC236}">
                      <a16:creationId xmlns:a16="http://schemas.microsoft.com/office/drawing/2014/main" id="{686B7FC6-05DE-8D4F-912F-837BF35423B3}"/>
                    </a:ext>
                  </a:extLst>
                </p:cNvPr>
                <p:cNvGrpSpPr/>
                <p:nvPr/>
              </p:nvGrpSpPr>
              <p:grpSpPr>
                <a:xfrm>
                  <a:off x="5003911" y="2310088"/>
                  <a:ext cx="480155" cy="1089936"/>
                  <a:chOff x="5003911" y="2310088"/>
                  <a:chExt cx="480155" cy="1089936"/>
                </a:xfrm>
              </p:grpSpPr>
              <p:grpSp>
                <p:nvGrpSpPr>
                  <p:cNvPr id="961" name="Google Shape;1954;p65">
                    <a:extLst>
                      <a:ext uri="{FF2B5EF4-FFF2-40B4-BE49-F238E27FC236}">
                        <a16:creationId xmlns:a16="http://schemas.microsoft.com/office/drawing/2014/main" id="{14C46DE6-FC47-B611-4C15-9812F58191C2}"/>
                      </a:ext>
                    </a:extLst>
                  </p:cNvPr>
                  <p:cNvGrpSpPr/>
                  <p:nvPr/>
                </p:nvGrpSpPr>
                <p:grpSpPr>
                  <a:xfrm>
                    <a:off x="5225748" y="2890389"/>
                    <a:ext cx="36490" cy="36566"/>
                    <a:chOff x="5225748" y="2890389"/>
                    <a:chExt cx="36490" cy="36566"/>
                  </a:xfrm>
                </p:grpSpPr>
                <p:sp>
                  <p:nvSpPr>
                    <p:cNvPr id="983" name="Google Shape;1955;p65">
                      <a:extLst>
                        <a:ext uri="{FF2B5EF4-FFF2-40B4-BE49-F238E27FC236}">
                          <a16:creationId xmlns:a16="http://schemas.microsoft.com/office/drawing/2014/main" id="{F19067A0-BD0F-A78F-E394-9E8A180E23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5748" y="2890389"/>
                      <a:ext cx="36490" cy="365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490" h="36566" extrusionOk="0">
                          <a:moveTo>
                            <a:pt x="36490" y="18278"/>
                          </a:moveTo>
                          <a:cubicBezTo>
                            <a:pt x="36490" y="28375"/>
                            <a:pt x="28318" y="36567"/>
                            <a:pt x="18240" y="36567"/>
                          </a:cubicBezTo>
                          <a:cubicBezTo>
                            <a:pt x="8163" y="36567"/>
                            <a:pt x="0" y="28375"/>
                            <a:pt x="0" y="18278"/>
                          </a:cubicBezTo>
                          <a:cubicBezTo>
                            <a:pt x="0" y="8192"/>
                            <a:pt x="8163" y="0"/>
                            <a:pt x="18240" y="0"/>
                          </a:cubicBezTo>
                          <a:cubicBezTo>
                            <a:pt x="28318" y="0"/>
                            <a:pt x="36490" y="8192"/>
                            <a:pt x="36490" y="1827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84" name="Google Shape;1956;p65">
                      <a:extLst>
                        <a:ext uri="{FF2B5EF4-FFF2-40B4-BE49-F238E27FC236}">
                          <a16:creationId xmlns:a16="http://schemas.microsoft.com/office/drawing/2014/main" id="{E312AD08-879F-3517-AB3F-1EDB3AEB7C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33987" y="2898657"/>
                      <a:ext cx="19992" cy="200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992" h="20031" extrusionOk="0">
                          <a:moveTo>
                            <a:pt x="19993" y="10011"/>
                          </a:moveTo>
                          <a:cubicBezTo>
                            <a:pt x="19993" y="15564"/>
                            <a:pt x="15516" y="20031"/>
                            <a:pt x="10001" y="20031"/>
                          </a:cubicBezTo>
                          <a:cubicBezTo>
                            <a:pt x="4486" y="20031"/>
                            <a:pt x="0" y="15554"/>
                            <a:pt x="0" y="10011"/>
                          </a:cubicBezTo>
                          <a:cubicBezTo>
                            <a:pt x="0" y="4477"/>
                            <a:pt x="4486" y="0"/>
                            <a:pt x="10001" y="0"/>
                          </a:cubicBezTo>
                          <a:cubicBezTo>
                            <a:pt x="15526" y="-9"/>
                            <a:pt x="19993" y="4477"/>
                            <a:pt x="19993" y="10011"/>
                          </a:cubicBezTo>
                          <a:close/>
                        </a:path>
                      </a:pathLst>
                    </a:custGeom>
                    <a:solidFill>
                      <a:srgbClr val="C2DDE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62" name="Google Shape;1957;p65">
                    <a:extLst>
                      <a:ext uri="{FF2B5EF4-FFF2-40B4-BE49-F238E27FC236}">
                        <a16:creationId xmlns:a16="http://schemas.microsoft.com/office/drawing/2014/main" id="{6F1BF1E1-C947-453E-E212-2EF7F5A80276}"/>
                      </a:ext>
                    </a:extLst>
                  </p:cNvPr>
                  <p:cNvGrpSpPr/>
                  <p:nvPr/>
                </p:nvGrpSpPr>
                <p:grpSpPr>
                  <a:xfrm>
                    <a:off x="5225748" y="2310088"/>
                    <a:ext cx="36490" cy="36566"/>
                    <a:chOff x="5225748" y="2310088"/>
                    <a:chExt cx="36490" cy="36566"/>
                  </a:xfrm>
                </p:grpSpPr>
                <p:sp>
                  <p:nvSpPr>
                    <p:cNvPr id="981" name="Google Shape;1958;p65">
                      <a:extLst>
                        <a:ext uri="{FF2B5EF4-FFF2-40B4-BE49-F238E27FC236}">
                          <a16:creationId xmlns:a16="http://schemas.microsoft.com/office/drawing/2014/main" id="{504E35B9-027D-EE93-321B-83ECAA4E4E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25748" y="2310088"/>
                      <a:ext cx="36490" cy="365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490" h="36566" extrusionOk="0">
                          <a:moveTo>
                            <a:pt x="36490" y="18278"/>
                          </a:moveTo>
                          <a:cubicBezTo>
                            <a:pt x="36490" y="28384"/>
                            <a:pt x="28318" y="36566"/>
                            <a:pt x="18240" y="36566"/>
                          </a:cubicBezTo>
                          <a:cubicBezTo>
                            <a:pt x="8163" y="36566"/>
                            <a:pt x="0" y="28384"/>
                            <a:pt x="0" y="18278"/>
                          </a:cubicBezTo>
                          <a:cubicBezTo>
                            <a:pt x="0" y="8172"/>
                            <a:pt x="8163" y="0"/>
                            <a:pt x="18240" y="0"/>
                          </a:cubicBezTo>
                          <a:cubicBezTo>
                            <a:pt x="28318" y="0"/>
                            <a:pt x="36490" y="8172"/>
                            <a:pt x="36490" y="1827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82" name="Google Shape;1959;p65">
                      <a:extLst>
                        <a:ext uri="{FF2B5EF4-FFF2-40B4-BE49-F238E27FC236}">
                          <a16:creationId xmlns:a16="http://schemas.microsoft.com/office/drawing/2014/main" id="{E892F4B9-B8A1-85CC-F56F-4EACC2F7F0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33987" y="2318337"/>
                      <a:ext cx="19992" cy="2005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992" h="20059" extrusionOk="0">
                          <a:moveTo>
                            <a:pt x="19993" y="10030"/>
                          </a:moveTo>
                          <a:cubicBezTo>
                            <a:pt x="19993" y="15583"/>
                            <a:pt x="15516" y="20060"/>
                            <a:pt x="10001" y="20060"/>
                          </a:cubicBezTo>
                          <a:cubicBezTo>
                            <a:pt x="4486" y="20060"/>
                            <a:pt x="0" y="15573"/>
                            <a:pt x="0" y="10030"/>
                          </a:cubicBezTo>
                          <a:cubicBezTo>
                            <a:pt x="0" y="4496"/>
                            <a:pt x="4486" y="0"/>
                            <a:pt x="10001" y="0"/>
                          </a:cubicBezTo>
                          <a:cubicBezTo>
                            <a:pt x="15526" y="0"/>
                            <a:pt x="19993" y="4505"/>
                            <a:pt x="19993" y="10030"/>
                          </a:cubicBezTo>
                          <a:close/>
                        </a:path>
                      </a:pathLst>
                    </a:custGeom>
                    <a:solidFill>
                      <a:srgbClr val="C2DDE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63" name="Google Shape;1960;p65">
                    <a:extLst>
                      <a:ext uri="{FF2B5EF4-FFF2-40B4-BE49-F238E27FC236}">
                        <a16:creationId xmlns:a16="http://schemas.microsoft.com/office/drawing/2014/main" id="{675A62A2-E7EE-AE64-8F35-38574C169194}"/>
                      </a:ext>
                    </a:extLst>
                  </p:cNvPr>
                  <p:cNvGrpSpPr/>
                  <p:nvPr/>
                </p:nvGrpSpPr>
                <p:grpSpPr>
                  <a:xfrm>
                    <a:off x="5003911" y="2338997"/>
                    <a:ext cx="480155" cy="481222"/>
                    <a:chOff x="5003911" y="2338997"/>
                    <a:chExt cx="480155" cy="481222"/>
                  </a:xfrm>
                </p:grpSpPr>
                <p:sp>
                  <p:nvSpPr>
                    <p:cNvPr id="979" name="Google Shape;1961;p65">
                      <a:extLst>
                        <a:ext uri="{FF2B5EF4-FFF2-40B4-BE49-F238E27FC236}">
                          <a16:creationId xmlns:a16="http://schemas.microsoft.com/office/drawing/2014/main" id="{9BD2E0D8-717E-0095-38C5-7545FD0D78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03911" y="2338997"/>
                      <a:ext cx="480155" cy="4812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0155" h="481222" extrusionOk="0">
                          <a:moveTo>
                            <a:pt x="0" y="0"/>
                          </a:moveTo>
                          <a:lnTo>
                            <a:pt x="480155" y="0"/>
                          </a:lnTo>
                          <a:lnTo>
                            <a:pt x="480155" y="481222"/>
                          </a:lnTo>
                          <a:lnTo>
                            <a:pt x="0" y="481222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80" name="Google Shape;1962;p65">
                      <a:extLst>
                        <a:ext uri="{FF2B5EF4-FFF2-40B4-BE49-F238E27FC236}">
                          <a16:creationId xmlns:a16="http://schemas.microsoft.com/office/drawing/2014/main" id="{DE35231B-0793-0743-9CCF-EE58A6FEF4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37162" y="2372306"/>
                      <a:ext cx="413670" cy="4145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3670" h="414585" extrusionOk="0">
                          <a:moveTo>
                            <a:pt x="0" y="0"/>
                          </a:moveTo>
                          <a:lnTo>
                            <a:pt x="413671" y="0"/>
                          </a:lnTo>
                          <a:lnTo>
                            <a:pt x="413671" y="414585"/>
                          </a:lnTo>
                          <a:lnTo>
                            <a:pt x="0" y="414585"/>
                          </a:ln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64" name="Google Shape;1963;p65">
                    <a:extLst>
                      <a:ext uri="{FF2B5EF4-FFF2-40B4-BE49-F238E27FC236}">
                        <a16:creationId xmlns:a16="http://schemas.microsoft.com/office/drawing/2014/main" id="{2E8C4CCA-6C27-8FB7-204E-6297DFCB26AE}"/>
                      </a:ext>
                    </a:extLst>
                  </p:cNvPr>
                  <p:cNvGrpSpPr/>
                  <p:nvPr/>
                </p:nvGrpSpPr>
                <p:grpSpPr>
                  <a:xfrm>
                    <a:off x="5004120" y="2919193"/>
                    <a:ext cx="479736" cy="480831"/>
                    <a:chOff x="5004120" y="2919193"/>
                    <a:chExt cx="479736" cy="480831"/>
                  </a:xfrm>
                </p:grpSpPr>
                <p:sp>
                  <p:nvSpPr>
                    <p:cNvPr id="977" name="Google Shape;1964;p65">
                      <a:extLst>
                        <a:ext uri="{FF2B5EF4-FFF2-40B4-BE49-F238E27FC236}">
                          <a16:creationId xmlns:a16="http://schemas.microsoft.com/office/drawing/2014/main" id="{669933FD-8411-670E-C194-FE03F9BF88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04120" y="2919193"/>
                      <a:ext cx="479736" cy="4808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9736" h="480831" extrusionOk="0">
                          <a:moveTo>
                            <a:pt x="0" y="0"/>
                          </a:moveTo>
                          <a:lnTo>
                            <a:pt x="479736" y="0"/>
                          </a:lnTo>
                          <a:lnTo>
                            <a:pt x="479736" y="480832"/>
                          </a:lnTo>
                          <a:lnTo>
                            <a:pt x="0" y="480832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78" name="Google Shape;1965;p65">
                      <a:extLst>
                        <a:ext uri="{FF2B5EF4-FFF2-40B4-BE49-F238E27FC236}">
                          <a16:creationId xmlns:a16="http://schemas.microsoft.com/office/drawing/2014/main" id="{C4FB531A-B6CC-9603-B6D9-33DC3964CA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37334" y="2952473"/>
                      <a:ext cx="413308" cy="41426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3308" h="414261" extrusionOk="0">
                          <a:moveTo>
                            <a:pt x="0" y="0"/>
                          </a:moveTo>
                          <a:lnTo>
                            <a:pt x="413309" y="0"/>
                          </a:lnTo>
                          <a:lnTo>
                            <a:pt x="413309" y="414261"/>
                          </a:lnTo>
                          <a:lnTo>
                            <a:pt x="0" y="414261"/>
                          </a:ln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65" name="Google Shape;1966;p65">
                    <a:extLst>
                      <a:ext uri="{FF2B5EF4-FFF2-40B4-BE49-F238E27FC236}">
                        <a16:creationId xmlns:a16="http://schemas.microsoft.com/office/drawing/2014/main" id="{BEC8E08A-DB94-6BAC-7523-41A6E00A81ED}"/>
                      </a:ext>
                    </a:extLst>
                  </p:cNvPr>
                  <p:cNvSpPr/>
                  <p:nvPr/>
                </p:nvSpPr>
                <p:spPr>
                  <a:xfrm>
                    <a:off x="5115102" y="2407586"/>
                    <a:ext cx="252698" cy="3435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2698" h="343507" extrusionOk="0">
                        <a:moveTo>
                          <a:pt x="135478" y="32461"/>
                        </a:moveTo>
                        <a:cubicBezTo>
                          <a:pt x="135478" y="32461"/>
                          <a:pt x="96197" y="76476"/>
                          <a:pt x="94101" y="139360"/>
                        </a:cubicBezTo>
                        <a:cubicBezTo>
                          <a:pt x="92015" y="202273"/>
                          <a:pt x="65707" y="215837"/>
                          <a:pt x="31608" y="247669"/>
                        </a:cubicBezTo>
                        <a:cubicBezTo>
                          <a:pt x="-2511" y="279521"/>
                          <a:pt x="-1091" y="319440"/>
                          <a:pt x="814" y="337347"/>
                        </a:cubicBezTo>
                        <a:cubicBezTo>
                          <a:pt x="2147" y="349739"/>
                          <a:pt x="27131" y="339604"/>
                          <a:pt x="27131" y="339604"/>
                        </a:cubicBezTo>
                        <a:cubicBezTo>
                          <a:pt x="27131" y="339604"/>
                          <a:pt x="11567" y="299599"/>
                          <a:pt x="38390" y="279778"/>
                        </a:cubicBezTo>
                        <a:cubicBezTo>
                          <a:pt x="65183" y="259956"/>
                          <a:pt x="111094" y="326689"/>
                          <a:pt x="177350" y="286150"/>
                        </a:cubicBezTo>
                        <a:cubicBezTo>
                          <a:pt x="251388" y="240792"/>
                          <a:pt x="288068" y="109118"/>
                          <a:pt x="206030" y="72609"/>
                        </a:cubicBezTo>
                        <a:cubicBezTo>
                          <a:pt x="170444" y="56798"/>
                          <a:pt x="159948" y="77581"/>
                          <a:pt x="154185" y="72542"/>
                        </a:cubicBezTo>
                        <a:cubicBezTo>
                          <a:pt x="140726" y="60817"/>
                          <a:pt x="152194" y="53712"/>
                          <a:pt x="162586" y="34709"/>
                        </a:cubicBezTo>
                        <a:cubicBezTo>
                          <a:pt x="167806" y="25165"/>
                          <a:pt x="179264" y="16850"/>
                          <a:pt x="176245" y="12583"/>
                        </a:cubicBezTo>
                        <a:cubicBezTo>
                          <a:pt x="172349" y="7134"/>
                          <a:pt x="162338" y="0"/>
                          <a:pt x="162338" y="0"/>
                        </a:cubicBezTo>
                        <a:lnTo>
                          <a:pt x="135478" y="3246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6" name="Google Shape;1967;p65">
                    <a:extLst>
                      <a:ext uri="{FF2B5EF4-FFF2-40B4-BE49-F238E27FC236}">
                        <a16:creationId xmlns:a16="http://schemas.microsoft.com/office/drawing/2014/main" id="{3945C3AA-958B-4110-5FBC-C38BA999625C}"/>
                      </a:ext>
                    </a:extLst>
                  </p:cNvPr>
                  <p:cNvSpPr/>
                  <p:nvPr/>
                </p:nvSpPr>
                <p:spPr>
                  <a:xfrm>
                    <a:off x="5250865" y="2616555"/>
                    <a:ext cx="50215" cy="503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215" h="50330" extrusionOk="0">
                        <a:moveTo>
                          <a:pt x="50216" y="25165"/>
                        </a:moveTo>
                        <a:cubicBezTo>
                          <a:pt x="50216" y="39062"/>
                          <a:pt x="38967" y="50330"/>
                          <a:pt x="25108" y="50330"/>
                        </a:cubicBezTo>
                        <a:cubicBezTo>
                          <a:pt x="11239" y="50330"/>
                          <a:pt x="0" y="39062"/>
                          <a:pt x="0" y="25165"/>
                        </a:cubicBezTo>
                        <a:cubicBezTo>
                          <a:pt x="0" y="11268"/>
                          <a:pt x="11239" y="0"/>
                          <a:pt x="25108" y="0"/>
                        </a:cubicBezTo>
                        <a:cubicBezTo>
                          <a:pt x="38967" y="10"/>
                          <a:pt x="50216" y="11268"/>
                          <a:pt x="50216" y="251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7" name="Google Shape;1968;p65">
                    <a:extLst>
                      <a:ext uri="{FF2B5EF4-FFF2-40B4-BE49-F238E27FC236}">
                        <a16:creationId xmlns:a16="http://schemas.microsoft.com/office/drawing/2014/main" id="{5D7B4079-A708-0B44-ACCC-B8D3FCAD39A7}"/>
                      </a:ext>
                    </a:extLst>
                  </p:cNvPr>
                  <p:cNvSpPr/>
                  <p:nvPr/>
                </p:nvSpPr>
                <p:spPr>
                  <a:xfrm>
                    <a:off x="5205450" y="2641720"/>
                    <a:ext cx="26670" cy="26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70" h="26736" extrusionOk="0">
                        <a:moveTo>
                          <a:pt x="26670" y="13364"/>
                        </a:moveTo>
                        <a:cubicBezTo>
                          <a:pt x="26670" y="20755"/>
                          <a:pt x="20707" y="26737"/>
                          <a:pt x="13335" y="26737"/>
                        </a:cubicBezTo>
                        <a:cubicBezTo>
                          <a:pt x="5982" y="26737"/>
                          <a:pt x="0" y="20755"/>
                          <a:pt x="0" y="13364"/>
                        </a:cubicBezTo>
                        <a:cubicBezTo>
                          <a:pt x="0" y="5991"/>
                          <a:pt x="5982" y="0"/>
                          <a:pt x="13335" y="0"/>
                        </a:cubicBezTo>
                        <a:cubicBezTo>
                          <a:pt x="20707" y="0"/>
                          <a:pt x="26670" y="5991"/>
                          <a:pt x="26670" y="133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8" name="Google Shape;1969;p65">
                    <a:extLst>
                      <a:ext uri="{FF2B5EF4-FFF2-40B4-BE49-F238E27FC236}">
                        <a16:creationId xmlns:a16="http://schemas.microsoft.com/office/drawing/2014/main" id="{D22761F5-B9CA-543F-4BB1-445F7B2AE9B5}"/>
                      </a:ext>
                    </a:extLst>
                  </p:cNvPr>
                  <p:cNvSpPr/>
                  <p:nvPr/>
                </p:nvSpPr>
                <p:spPr>
                  <a:xfrm>
                    <a:off x="5234000" y="2579621"/>
                    <a:ext cx="26662" cy="267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662" h="26727" extrusionOk="0">
                        <a:moveTo>
                          <a:pt x="26638" y="12579"/>
                        </a:moveTo>
                        <a:cubicBezTo>
                          <a:pt x="27086" y="19951"/>
                          <a:pt x="21466" y="26285"/>
                          <a:pt x="14113" y="26705"/>
                        </a:cubicBezTo>
                        <a:cubicBezTo>
                          <a:pt x="6759" y="27133"/>
                          <a:pt x="435" y="21494"/>
                          <a:pt x="25" y="14131"/>
                        </a:cubicBezTo>
                        <a:cubicBezTo>
                          <a:pt x="-423" y="6778"/>
                          <a:pt x="5197" y="434"/>
                          <a:pt x="12550" y="25"/>
                        </a:cubicBezTo>
                        <a:cubicBezTo>
                          <a:pt x="19904" y="-423"/>
                          <a:pt x="26209" y="5216"/>
                          <a:pt x="26638" y="1257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9" name="Google Shape;1970;p65">
                    <a:extLst>
                      <a:ext uri="{FF2B5EF4-FFF2-40B4-BE49-F238E27FC236}">
                        <a16:creationId xmlns:a16="http://schemas.microsoft.com/office/drawing/2014/main" id="{9CED8CA0-3F56-80B0-54B1-BB7AC6D05C72}"/>
                      </a:ext>
                    </a:extLst>
                  </p:cNvPr>
                  <p:cNvSpPr/>
                  <p:nvPr/>
                </p:nvSpPr>
                <p:spPr>
                  <a:xfrm>
                    <a:off x="5275964" y="2559681"/>
                    <a:ext cx="19621" cy="196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21" h="19659" extrusionOk="0">
                        <a:moveTo>
                          <a:pt x="19621" y="9820"/>
                        </a:moveTo>
                        <a:cubicBezTo>
                          <a:pt x="19621" y="15259"/>
                          <a:pt x="15230" y="19660"/>
                          <a:pt x="9801" y="19660"/>
                        </a:cubicBezTo>
                        <a:cubicBezTo>
                          <a:pt x="4391" y="19660"/>
                          <a:pt x="0" y="15259"/>
                          <a:pt x="0" y="9820"/>
                        </a:cubicBezTo>
                        <a:cubicBezTo>
                          <a:pt x="0" y="4410"/>
                          <a:pt x="4391" y="0"/>
                          <a:pt x="9801" y="0"/>
                        </a:cubicBezTo>
                        <a:cubicBezTo>
                          <a:pt x="15230" y="0"/>
                          <a:pt x="19621" y="4410"/>
                          <a:pt x="19621" y="982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0" name="Google Shape;1971;p65">
                    <a:extLst>
                      <a:ext uri="{FF2B5EF4-FFF2-40B4-BE49-F238E27FC236}">
                        <a16:creationId xmlns:a16="http://schemas.microsoft.com/office/drawing/2014/main" id="{4470DBBA-0BF5-B1B5-E93D-23EC1060C76C}"/>
                      </a:ext>
                    </a:extLst>
                  </p:cNvPr>
                  <p:cNvSpPr/>
                  <p:nvPr/>
                </p:nvSpPr>
                <p:spPr>
                  <a:xfrm>
                    <a:off x="5256342" y="2528277"/>
                    <a:ext cx="19631" cy="196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31" h="19659" extrusionOk="0">
                        <a:moveTo>
                          <a:pt x="19631" y="9820"/>
                        </a:moveTo>
                        <a:cubicBezTo>
                          <a:pt x="19631" y="15259"/>
                          <a:pt x="15230" y="19660"/>
                          <a:pt x="9820" y="19660"/>
                        </a:cubicBezTo>
                        <a:cubicBezTo>
                          <a:pt x="4401" y="19660"/>
                          <a:pt x="0" y="15259"/>
                          <a:pt x="0" y="9820"/>
                        </a:cubicBezTo>
                        <a:cubicBezTo>
                          <a:pt x="0" y="4410"/>
                          <a:pt x="4401" y="0"/>
                          <a:pt x="9820" y="0"/>
                        </a:cubicBezTo>
                        <a:cubicBezTo>
                          <a:pt x="15230" y="0"/>
                          <a:pt x="19631" y="4410"/>
                          <a:pt x="19631" y="982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71" name="Google Shape;1972;p65">
                    <a:extLst>
                      <a:ext uri="{FF2B5EF4-FFF2-40B4-BE49-F238E27FC236}">
                        <a16:creationId xmlns:a16="http://schemas.microsoft.com/office/drawing/2014/main" id="{2299E36A-F947-E6B7-0345-493A44784AD5}"/>
                      </a:ext>
                    </a:extLst>
                  </p:cNvPr>
                  <p:cNvGrpSpPr/>
                  <p:nvPr/>
                </p:nvGrpSpPr>
                <p:grpSpPr>
                  <a:xfrm>
                    <a:off x="5078390" y="3034103"/>
                    <a:ext cx="331211" cy="288749"/>
                    <a:chOff x="5078390" y="3034103"/>
                    <a:chExt cx="331211" cy="288749"/>
                  </a:xfrm>
                </p:grpSpPr>
                <p:sp>
                  <p:nvSpPr>
                    <p:cNvPr id="972" name="Google Shape;1973;p65">
                      <a:extLst>
                        <a:ext uri="{FF2B5EF4-FFF2-40B4-BE49-F238E27FC236}">
                          <a16:creationId xmlns:a16="http://schemas.microsoft.com/office/drawing/2014/main" id="{D2D6EDF1-D747-F3CE-CF1B-3D5239E631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68350" y="3122918"/>
                      <a:ext cx="73266" cy="1999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266" h="199934" extrusionOk="0">
                          <a:moveTo>
                            <a:pt x="13630" y="20264"/>
                          </a:moveTo>
                          <a:cubicBezTo>
                            <a:pt x="13630" y="20264"/>
                            <a:pt x="32318" y="44020"/>
                            <a:pt x="32318" y="60584"/>
                          </a:cubicBezTo>
                          <a:cubicBezTo>
                            <a:pt x="32318" y="77148"/>
                            <a:pt x="7896" y="71394"/>
                            <a:pt x="4305" y="67794"/>
                          </a:cubicBezTo>
                          <a:cubicBezTo>
                            <a:pt x="705" y="64203"/>
                            <a:pt x="0" y="88673"/>
                            <a:pt x="0" y="88673"/>
                          </a:cubicBezTo>
                          <a:cubicBezTo>
                            <a:pt x="0" y="88673"/>
                            <a:pt x="20117" y="84377"/>
                            <a:pt x="32318" y="81481"/>
                          </a:cubicBezTo>
                          <a:cubicBezTo>
                            <a:pt x="44529" y="78595"/>
                            <a:pt x="50292" y="182227"/>
                            <a:pt x="53864" y="194486"/>
                          </a:cubicBezTo>
                          <a:cubicBezTo>
                            <a:pt x="57455" y="206745"/>
                            <a:pt x="73266" y="194486"/>
                            <a:pt x="73266" y="194486"/>
                          </a:cubicBezTo>
                          <a:cubicBezTo>
                            <a:pt x="73266" y="194486"/>
                            <a:pt x="48130" y="20255"/>
                            <a:pt x="21546" y="4424"/>
                          </a:cubicBezTo>
                          <a:cubicBezTo>
                            <a:pt x="-5048" y="-11387"/>
                            <a:pt x="13630" y="20264"/>
                            <a:pt x="13630" y="20264"/>
                          </a:cubicBezTo>
                          <a:close/>
                        </a:path>
                      </a:pathLst>
                    </a:custGeom>
                    <a:solidFill>
                      <a:srgbClr val="E3FB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73" name="Google Shape;1974;p65">
                      <a:extLst>
                        <a:ext uri="{FF2B5EF4-FFF2-40B4-BE49-F238E27FC236}">
                          <a16:creationId xmlns:a16="http://schemas.microsoft.com/office/drawing/2014/main" id="{C4BA3B95-83A6-0F13-6433-1A792B8700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78390" y="3034103"/>
                      <a:ext cx="133130" cy="2483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130" h="248383" extrusionOk="0">
                          <a:moveTo>
                            <a:pt x="129498" y="24479"/>
                          </a:moveTo>
                          <a:cubicBezTo>
                            <a:pt x="121364" y="399"/>
                            <a:pt x="62538" y="-17984"/>
                            <a:pt x="28105" y="29965"/>
                          </a:cubicBezTo>
                          <a:cubicBezTo>
                            <a:pt x="-6366" y="77914"/>
                            <a:pt x="-10624" y="172983"/>
                            <a:pt x="23685" y="213121"/>
                          </a:cubicBezTo>
                          <a:cubicBezTo>
                            <a:pt x="57985" y="253260"/>
                            <a:pt x="87179" y="254546"/>
                            <a:pt x="110582" y="239620"/>
                          </a:cubicBezTo>
                          <a:cubicBezTo>
                            <a:pt x="142481" y="219303"/>
                            <a:pt x="102895" y="185889"/>
                            <a:pt x="106305" y="129187"/>
                          </a:cubicBezTo>
                          <a:cubicBezTo>
                            <a:pt x="109686" y="72447"/>
                            <a:pt x="144214" y="67855"/>
                            <a:pt x="129498" y="24479"/>
                          </a:cubicBezTo>
                          <a:close/>
                        </a:path>
                      </a:pathLst>
                    </a:custGeom>
                    <a:solidFill>
                      <a:srgbClr val="C2DDE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974" name="Google Shape;1975;p65">
                      <a:extLst>
                        <a:ext uri="{FF2B5EF4-FFF2-40B4-BE49-F238E27FC236}">
                          <a16:creationId xmlns:a16="http://schemas.microsoft.com/office/drawing/2014/main" id="{B3A184FD-110E-F35A-F99E-3016E4BDE2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246370" y="3034103"/>
                      <a:ext cx="163231" cy="288749"/>
                      <a:chOff x="5246370" y="3034103"/>
                      <a:chExt cx="163231" cy="288749"/>
                    </a:xfrm>
                  </p:grpSpPr>
                  <p:sp>
                    <p:nvSpPr>
                      <p:cNvPr id="975" name="Google Shape;1976;p65">
                        <a:extLst>
                          <a:ext uri="{FF2B5EF4-FFF2-40B4-BE49-F238E27FC236}">
                            <a16:creationId xmlns:a16="http://schemas.microsoft.com/office/drawing/2014/main" id="{B7051FC5-C0B7-5AC2-3FA5-494BF178AD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46370" y="3122918"/>
                        <a:ext cx="73256" cy="19993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256" h="199934" extrusionOk="0">
                            <a:moveTo>
                              <a:pt x="59636" y="20264"/>
                            </a:moveTo>
                            <a:cubicBezTo>
                              <a:pt x="59636" y="20264"/>
                              <a:pt x="40938" y="44020"/>
                              <a:pt x="40938" y="60584"/>
                            </a:cubicBezTo>
                            <a:cubicBezTo>
                              <a:pt x="40938" y="77148"/>
                              <a:pt x="65361" y="71394"/>
                              <a:pt x="68971" y="67794"/>
                            </a:cubicBezTo>
                            <a:cubicBezTo>
                              <a:pt x="72561" y="64203"/>
                              <a:pt x="73257" y="88673"/>
                              <a:pt x="73257" y="88673"/>
                            </a:cubicBezTo>
                            <a:cubicBezTo>
                              <a:pt x="73257" y="88673"/>
                              <a:pt x="53150" y="84377"/>
                              <a:pt x="40929" y="81481"/>
                            </a:cubicBezTo>
                            <a:cubicBezTo>
                              <a:pt x="28727" y="78595"/>
                              <a:pt x="22984" y="182227"/>
                              <a:pt x="19383" y="194486"/>
                            </a:cubicBezTo>
                            <a:cubicBezTo>
                              <a:pt x="15792" y="206745"/>
                              <a:pt x="0" y="194486"/>
                              <a:pt x="0" y="194486"/>
                            </a:cubicBezTo>
                            <a:cubicBezTo>
                              <a:pt x="0" y="194486"/>
                              <a:pt x="25136" y="20255"/>
                              <a:pt x="51711" y="4424"/>
                            </a:cubicBezTo>
                            <a:cubicBezTo>
                              <a:pt x="78305" y="-11387"/>
                              <a:pt x="59636" y="20264"/>
                              <a:pt x="59636" y="20264"/>
                            </a:cubicBezTo>
                            <a:close/>
                          </a:path>
                        </a:pathLst>
                      </a:custGeom>
                      <a:solidFill>
                        <a:srgbClr val="E3FBFF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76" name="Google Shape;1977;p65">
                        <a:extLst>
                          <a:ext uri="{FF2B5EF4-FFF2-40B4-BE49-F238E27FC236}">
                            <a16:creationId xmlns:a16="http://schemas.microsoft.com/office/drawing/2014/main" id="{7592B93B-32A0-9E55-CB87-7007978E74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76472" y="3034103"/>
                        <a:ext cx="133129" cy="24838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33129" h="248383" extrusionOk="0">
                            <a:moveTo>
                              <a:pt x="3635" y="24479"/>
                            </a:moveTo>
                            <a:cubicBezTo>
                              <a:pt x="11769" y="399"/>
                              <a:pt x="70605" y="-17984"/>
                              <a:pt x="105028" y="29965"/>
                            </a:cubicBezTo>
                            <a:cubicBezTo>
                              <a:pt x="139490" y="77914"/>
                              <a:pt x="143757" y="172983"/>
                              <a:pt x="109448" y="213121"/>
                            </a:cubicBezTo>
                            <a:cubicBezTo>
                              <a:pt x="75130" y="253260"/>
                              <a:pt x="45954" y="254546"/>
                              <a:pt x="22542" y="239620"/>
                            </a:cubicBezTo>
                            <a:cubicBezTo>
                              <a:pt x="-9367" y="219303"/>
                              <a:pt x="30229" y="185889"/>
                              <a:pt x="26809" y="129187"/>
                            </a:cubicBezTo>
                            <a:cubicBezTo>
                              <a:pt x="23418" y="72447"/>
                              <a:pt x="-11081" y="67855"/>
                              <a:pt x="3635" y="24479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68575" tIns="34275" rIns="68575" bIns="3427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831" name="Google Shape;1978;p65">
                <a:extLst>
                  <a:ext uri="{FF2B5EF4-FFF2-40B4-BE49-F238E27FC236}">
                    <a16:creationId xmlns:a16="http://schemas.microsoft.com/office/drawing/2014/main" id="{A6C3E52C-C94D-407E-9A20-313140FE2631}"/>
                  </a:ext>
                </a:extLst>
              </p:cNvPr>
              <p:cNvGrpSpPr/>
              <p:nvPr/>
            </p:nvGrpSpPr>
            <p:grpSpPr>
              <a:xfrm>
                <a:off x="5457489" y="2144118"/>
                <a:ext cx="1314978" cy="2147246"/>
                <a:chOff x="5645019" y="2062724"/>
                <a:chExt cx="1753304" cy="2862995"/>
              </a:xfrm>
            </p:grpSpPr>
            <p:sp>
              <p:nvSpPr>
                <p:cNvPr id="951" name="Google Shape;1979;p65">
                  <a:extLst>
                    <a:ext uri="{FF2B5EF4-FFF2-40B4-BE49-F238E27FC236}">
                      <a16:creationId xmlns:a16="http://schemas.microsoft.com/office/drawing/2014/main" id="{92843998-BEFE-1BBC-BA80-050CF289FC4B}"/>
                    </a:ext>
                  </a:extLst>
                </p:cNvPr>
                <p:cNvSpPr/>
                <p:nvPr/>
              </p:nvSpPr>
              <p:spPr>
                <a:xfrm>
                  <a:off x="5645019" y="2458916"/>
                  <a:ext cx="1753304" cy="2466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3304" h="2466803" extrusionOk="0">
                      <a:moveTo>
                        <a:pt x="1753296" y="2319738"/>
                      </a:moveTo>
                      <a:cubicBezTo>
                        <a:pt x="1753296" y="2400948"/>
                        <a:pt x="1687440" y="2466803"/>
                        <a:pt x="1606191" y="2466803"/>
                      </a:cubicBezTo>
                      <a:lnTo>
                        <a:pt x="147085" y="2466803"/>
                      </a:lnTo>
                      <a:cubicBezTo>
                        <a:pt x="65856" y="2466803"/>
                        <a:pt x="0" y="2400938"/>
                        <a:pt x="0" y="2319738"/>
                      </a:cubicBezTo>
                      <a:lnTo>
                        <a:pt x="0" y="147075"/>
                      </a:lnTo>
                      <a:cubicBezTo>
                        <a:pt x="0" y="65837"/>
                        <a:pt x="65856" y="0"/>
                        <a:pt x="147085" y="0"/>
                      </a:cubicBezTo>
                      <a:lnTo>
                        <a:pt x="1606201" y="0"/>
                      </a:lnTo>
                      <a:cubicBezTo>
                        <a:pt x="1687449" y="0"/>
                        <a:pt x="1753305" y="65837"/>
                        <a:pt x="1753305" y="147075"/>
                      </a:cubicBezTo>
                      <a:lnTo>
                        <a:pt x="1753305" y="231973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52" name="Google Shape;1980;p65">
                  <a:extLst>
                    <a:ext uri="{FF2B5EF4-FFF2-40B4-BE49-F238E27FC236}">
                      <a16:creationId xmlns:a16="http://schemas.microsoft.com/office/drawing/2014/main" id="{7573A3E1-5DC7-A6B9-B564-9DB8181FC732}"/>
                    </a:ext>
                  </a:extLst>
                </p:cNvPr>
                <p:cNvGrpSpPr/>
                <p:nvPr/>
              </p:nvGrpSpPr>
              <p:grpSpPr>
                <a:xfrm>
                  <a:off x="5645019" y="2062724"/>
                  <a:ext cx="1753304" cy="2814218"/>
                  <a:chOff x="5645019" y="2062724"/>
                  <a:chExt cx="1753304" cy="2814218"/>
                </a:xfrm>
              </p:grpSpPr>
              <p:sp>
                <p:nvSpPr>
                  <p:cNvPr id="955" name="Google Shape;1981;p65">
                    <a:extLst>
                      <a:ext uri="{FF2B5EF4-FFF2-40B4-BE49-F238E27FC236}">
                        <a16:creationId xmlns:a16="http://schemas.microsoft.com/office/drawing/2014/main" id="{0384762E-ACFF-AF2F-2948-4BA67C87BA25}"/>
                      </a:ext>
                    </a:extLst>
                  </p:cNvPr>
                  <p:cNvSpPr/>
                  <p:nvPr/>
                </p:nvSpPr>
                <p:spPr>
                  <a:xfrm>
                    <a:off x="5645019" y="2410101"/>
                    <a:ext cx="1753304" cy="24668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53304" h="2466841" extrusionOk="0">
                        <a:moveTo>
                          <a:pt x="1753296" y="2319747"/>
                        </a:moveTo>
                        <a:cubicBezTo>
                          <a:pt x="1753296" y="2400986"/>
                          <a:pt x="1687440" y="2466842"/>
                          <a:pt x="1606191" y="2466842"/>
                        </a:cubicBezTo>
                        <a:lnTo>
                          <a:pt x="147085" y="2466842"/>
                        </a:lnTo>
                        <a:cubicBezTo>
                          <a:pt x="65856" y="2466842"/>
                          <a:pt x="0" y="2400986"/>
                          <a:pt x="0" y="2319747"/>
                        </a:cubicBezTo>
                        <a:lnTo>
                          <a:pt x="0" y="147095"/>
                        </a:lnTo>
                        <a:cubicBezTo>
                          <a:pt x="0" y="65865"/>
                          <a:pt x="65856" y="0"/>
                          <a:pt x="147085" y="0"/>
                        </a:cubicBezTo>
                        <a:lnTo>
                          <a:pt x="1606201" y="0"/>
                        </a:lnTo>
                        <a:cubicBezTo>
                          <a:pt x="1687449" y="0"/>
                          <a:pt x="1753305" y="65865"/>
                          <a:pt x="1753305" y="147095"/>
                        </a:cubicBezTo>
                        <a:lnTo>
                          <a:pt x="1753305" y="231974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6" name="Google Shape;1982;p65">
                    <a:extLst>
                      <a:ext uri="{FF2B5EF4-FFF2-40B4-BE49-F238E27FC236}">
                        <a16:creationId xmlns:a16="http://schemas.microsoft.com/office/drawing/2014/main" id="{6C8552D1-3126-1170-2185-97548DB28600}"/>
                      </a:ext>
                    </a:extLst>
                  </p:cNvPr>
                  <p:cNvSpPr/>
                  <p:nvPr/>
                </p:nvSpPr>
                <p:spPr>
                  <a:xfrm>
                    <a:off x="5788809" y="2452535"/>
                    <a:ext cx="1465726" cy="22759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65726" h="2275970" extrusionOk="0">
                        <a:moveTo>
                          <a:pt x="0" y="0"/>
                        </a:moveTo>
                        <a:lnTo>
                          <a:pt x="1465726" y="0"/>
                        </a:lnTo>
                        <a:lnTo>
                          <a:pt x="1465726" y="2275970"/>
                        </a:lnTo>
                        <a:lnTo>
                          <a:pt x="0" y="227597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7" name="Google Shape;1983;p65">
                    <a:extLst>
                      <a:ext uri="{FF2B5EF4-FFF2-40B4-BE49-F238E27FC236}">
                        <a16:creationId xmlns:a16="http://schemas.microsoft.com/office/drawing/2014/main" id="{B9F2F272-EBBE-C3F2-80EC-51DF147B6B63}"/>
                      </a:ext>
                    </a:extLst>
                  </p:cNvPr>
                  <p:cNvSpPr/>
                  <p:nvPr/>
                </p:nvSpPr>
                <p:spPr>
                  <a:xfrm>
                    <a:off x="6361452" y="2062724"/>
                    <a:ext cx="320430" cy="3204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430" h="320440" extrusionOk="0">
                        <a:moveTo>
                          <a:pt x="160211" y="0"/>
                        </a:moveTo>
                        <a:cubicBezTo>
                          <a:pt x="71714" y="0"/>
                          <a:pt x="0" y="71733"/>
                          <a:pt x="0" y="160211"/>
                        </a:cubicBezTo>
                        <a:cubicBezTo>
                          <a:pt x="0" y="248707"/>
                          <a:pt x="71723" y="320440"/>
                          <a:pt x="160211" y="320440"/>
                        </a:cubicBezTo>
                        <a:cubicBezTo>
                          <a:pt x="248679" y="320440"/>
                          <a:pt x="320431" y="248717"/>
                          <a:pt x="320431" y="160211"/>
                        </a:cubicBezTo>
                        <a:cubicBezTo>
                          <a:pt x="320431" y="71733"/>
                          <a:pt x="248679" y="0"/>
                          <a:pt x="160211" y="0"/>
                        </a:cubicBezTo>
                        <a:lnTo>
                          <a:pt x="160211" y="0"/>
                        </a:lnTo>
                        <a:close/>
                        <a:moveTo>
                          <a:pt x="160211" y="253803"/>
                        </a:moveTo>
                        <a:lnTo>
                          <a:pt x="160211" y="253803"/>
                        </a:lnTo>
                        <a:cubicBezTo>
                          <a:pt x="108528" y="253803"/>
                          <a:pt x="66618" y="211912"/>
                          <a:pt x="66618" y="160220"/>
                        </a:cubicBezTo>
                        <a:cubicBezTo>
                          <a:pt x="66618" y="108547"/>
                          <a:pt x="108518" y="66646"/>
                          <a:pt x="160211" y="66646"/>
                        </a:cubicBezTo>
                        <a:cubicBezTo>
                          <a:pt x="211893" y="66646"/>
                          <a:pt x="253803" y="108547"/>
                          <a:pt x="253803" y="160220"/>
                        </a:cubicBezTo>
                        <a:cubicBezTo>
                          <a:pt x="253794" y="211912"/>
                          <a:pt x="211893" y="253803"/>
                          <a:pt x="160211" y="253803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8" name="Google Shape;1984;p65">
                    <a:extLst>
                      <a:ext uri="{FF2B5EF4-FFF2-40B4-BE49-F238E27FC236}">
                        <a16:creationId xmlns:a16="http://schemas.microsoft.com/office/drawing/2014/main" id="{8C7BDE1E-050B-8886-815B-47594FBFCC26}"/>
                      </a:ext>
                    </a:extLst>
                  </p:cNvPr>
                  <p:cNvSpPr/>
                  <p:nvPr/>
                </p:nvSpPr>
                <p:spPr>
                  <a:xfrm>
                    <a:off x="5903614" y="2366000"/>
                    <a:ext cx="1236087" cy="1436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6087" h="143656" extrusionOk="0">
                        <a:moveTo>
                          <a:pt x="1092460" y="0"/>
                        </a:moveTo>
                        <a:lnTo>
                          <a:pt x="143656" y="0"/>
                        </a:lnTo>
                        <a:cubicBezTo>
                          <a:pt x="64313" y="0"/>
                          <a:pt x="0" y="64332"/>
                          <a:pt x="0" y="143656"/>
                        </a:cubicBezTo>
                        <a:lnTo>
                          <a:pt x="1236088" y="143656"/>
                        </a:lnTo>
                        <a:cubicBezTo>
                          <a:pt x="1236097" y="64332"/>
                          <a:pt x="1171775" y="0"/>
                          <a:pt x="10924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53" name="Google Shape;1985;p65">
                  <a:extLst>
                    <a:ext uri="{FF2B5EF4-FFF2-40B4-BE49-F238E27FC236}">
                      <a16:creationId xmlns:a16="http://schemas.microsoft.com/office/drawing/2014/main" id="{3DD4AA5D-A680-9CC4-A952-FB8EBF4E1A30}"/>
                    </a:ext>
                  </a:extLst>
                </p:cNvPr>
                <p:cNvSpPr/>
                <p:nvPr/>
              </p:nvSpPr>
              <p:spPr>
                <a:xfrm>
                  <a:off x="6510423" y="2651721"/>
                  <a:ext cx="641232" cy="6411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1232" h="641184" extrusionOk="0">
                      <a:moveTo>
                        <a:pt x="641232" y="320621"/>
                      </a:moveTo>
                      <a:cubicBezTo>
                        <a:pt x="641232" y="497672"/>
                        <a:pt x="497710" y="641185"/>
                        <a:pt x="320669" y="641185"/>
                      </a:cubicBezTo>
                      <a:cubicBezTo>
                        <a:pt x="143580" y="641185"/>
                        <a:pt x="0" y="497681"/>
                        <a:pt x="0" y="320621"/>
                      </a:cubicBezTo>
                      <a:cubicBezTo>
                        <a:pt x="0" y="143532"/>
                        <a:pt x="143580" y="0"/>
                        <a:pt x="320669" y="0"/>
                      </a:cubicBezTo>
                      <a:cubicBezTo>
                        <a:pt x="497710" y="10"/>
                        <a:pt x="641232" y="143532"/>
                        <a:pt x="641232" y="3206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1986;p65">
                  <a:extLst>
                    <a:ext uri="{FF2B5EF4-FFF2-40B4-BE49-F238E27FC236}">
                      <a16:creationId xmlns:a16="http://schemas.microsoft.com/office/drawing/2014/main" id="{306EFEB3-9A51-9B09-5138-21AA28E8CAF9}"/>
                    </a:ext>
                  </a:extLst>
                </p:cNvPr>
                <p:cNvSpPr/>
                <p:nvPr/>
              </p:nvSpPr>
              <p:spPr>
                <a:xfrm>
                  <a:off x="6618722" y="2774537"/>
                  <a:ext cx="424605" cy="424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05" h="424643" extrusionOk="0">
                      <a:moveTo>
                        <a:pt x="424605" y="137055"/>
                      </a:moveTo>
                      <a:lnTo>
                        <a:pt x="287598" y="137055"/>
                      </a:lnTo>
                      <a:lnTo>
                        <a:pt x="287598" y="0"/>
                      </a:lnTo>
                      <a:lnTo>
                        <a:pt x="137017" y="0"/>
                      </a:lnTo>
                      <a:lnTo>
                        <a:pt x="137017" y="137055"/>
                      </a:lnTo>
                      <a:lnTo>
                        <a:pt x="0" y="137055"/>
                      </a:lnTo>
                      <a:lnTo>
                        <a:pt x="0" y="287579"/>
                      </a:lnTo>
                      <a:lnTo>
                        <a:pt x="137017" y="287579"/>
                      </a:lnTo>
                      <a:lnTo>
                        <a:pt x="137017" y="424644"/>
                      </a:lnTo>
                      <a:lnTo>
                        <a:pt x="287598" y="424644"/>
                      </a:lnTo>
                      <a:lnTo>
                        <a:pt x="287598" y="287579"/>
                      </a:lnTo>
                      <a:lnTo>
                        <a:pt x="424605" y="28757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32" name="Google Shape;1987;p65">
                <a:extLst>
                  <a:ext uri="{FF2B5EF4-FFF2-40B4-BE49-F238E27FC236}">
                    <a16:creationId xmlns:a16="http://schemas.microsoft.com/office/drawing/2014/main" id="{BEFBC7AA-CEA8-3F29-BFE8-455D67C86CC9}"/>
                  </a:ext>
                </a:extLst>
              </p:cNvPr>
              <p:cNvGrpSpPr/>
              <p:nvPr/>
            </p:nvGrpSpPr>
            <p:grpSpPr>
              <a:xfrm>
                <a:off x="4196025" y="3435830"/>
                <a:ext cx="625868" cy="824231"/>
                <a:chOff x="3963066" y="3785006"/>
                <a:chExt cx="834490" cy="1098975"/>
              </a:xfrm>
            </p:grpSpPr>
            <p:grpSp>
              <p:nvGrpSpPr>
                <p:cNvPr id="940" name="Google Shape;1988;p65">
                  <a:extLst>
                    <a:ext uri="{FF2B5EF4-FFF2-40B4-BE49-F238E27FC236}">
                      <a16:creationId xmlns:a16="http://schemas.microsoft.com/office/drawing/2014/main" id="{E045DB9F-CCE8-DF58-DF17-0D256A02F51C}"/>
                    </a:ext>
                  </a:extLst>
                </p:cNvPr>
                <p:cNvGrpSpPr/>
                <p:nvPr/>
              </p:nvGrpSpPr>
              <p:grpSpPr>
                <a:xfrm>
                  <a:off x="3963066" y="3928357"/>
                  <a:ext cx="575338" cy="674750"/>
                  <a:chOff x="3963066" y="3928357"/>
                  <a:chExt cx="575338" cy="674750"/>
                </a:xfrm>
              </p:grpSpPr>
              <p:sp>
                <p:nvSpPr>
                  <p:cNvPr id="949" name="Google Shape;1989;p65">
                    <a:extLst>
                      <a:ext uri="{FF2B5EF4-FFF2-40B4-BE49-F238E27FC236}">
                        <a16:creationId xmlns:a16="http://schemas.microsoft.com/office/drawing/2014/main" id="{DC909FFD-1F61-76CE-423E-F634DBF7D8F6}"/>
                      </a:ext>
                    </a:extLst>
                  </p:cNvPr>
                  <p:cNvSpPr/>
                  <p:nvPr/>
                </p:nvSpPr>
                <p:spPr>
                  <a:xfrm>
                    <a:off x="3963076" y="3928357"/>
                    <a:ext cx="575141" cy="642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141" h="642909" extrusionOk="0">
                        <a:moveTo>
                          <a:pt x="0" y="0"/>
                        </a:moveTo>
                        <a:cubicBezTo>
                          <a:pt x="0" y="0"/>
                          <a:pt x="8315" y="391"/>
                          <a:pt x="23298" y="2448"/>
                        </a:cubicBezTo>
                        <a:cubicBezTo>
                          <a:pt x="38281" y="4505"/>
                          <a:pt x="59950" y="8220"/>
                          <a:pt x="86535" y="14888"/>
                        </a:cubicBezTo>
                        <a:cubicBezTo>
                          <a:pt x="113109" y="21555"/>
                          <a:pt x="144618" y="31175"/>
                          <a:pt x="179099" y="44968"/>
                        </a:cubicBezTo>
                        <a:cubicBezTo>
                          <a:pt x="213570" y="58760"/>
                          <a:pt x="251022" y="76753"/>
                          <a:pt x="289170" y="100051"/>
                        </a:cubicBezTo>
                        <a:cubicBezTo>
                          <a:pt x="327298" y="123339"/>
                          <a:pt x="366141" y="151962"/>
                          <a:pt x="402841" y="186728"/>
                        </a:cubicBezTo>
                        <a:cubicBezTo>
                          <a:pt x="439503" y="221456"/>
                          <a:pt x="474059" y="262395"/>
                          <a:pt x="502730" y="309439"/>
                        </a:cubicBezTo>
                        <a:cubicBezTo>
                          <a:pt x="517055" y="332947"/>
                          <a:pt x="529885" y="357959"/>
                          <a:pt x="540639" y="384286"/>
                        </a:cubicBezTo>
                        <a:cubicBezTo>
                          <a:pt x="551393" y="410604"/>
                          <a:pt x="560080" y="438236"/>
                          <a:pt x="566042" y="466773"/>
                        </a:cubicBezTo>
                        <a:cubicBezTo>
                          <a:pt x="572005" y="495300"/>
                          <a:pt x="575253" y="524742"/>
                          <a:pt x="575139" y="554393"/>
                        </a:cubicBezTo>
                        <a:cubicBezTo>
                          <a:pt x="575024" y="584035"/>
                          <a:pt x="571538" y="613886"/>
                          <a:pt x="564166" y="642909"/>
                        </a:cubicBezTo>
                        <a:cubicBezTo>
                          <a:pt x="540934" y="623897"/>
                          <a:pt x="518789" y="606162"/>
                          <a:pt x="497643" y="589055"/>
                        </a:cubicBezTo>
                        <a:cubicBezTo>
                          <a:pt x="476498" y="571948"/>
                          <a:pt x="456362" y="555470"/>
                          <a:pt x="437074" y="539182"/>
                        </a:cubicBezTo>
                        <a:cubicBezTo>
                          <a:pt x="398517" y="506654"/>
                          <a:pt x="363350" y="474707"/>
                          <a:pt x="330584" y="442093"/>
                        </a:cubicBezTo>
                        <a:cubicBezTo>
                          <a:pt x="297837" y="409547"/>
                          <a:pt x="267500" y="376419"/>
                          <a:pt x="239192" y="343148"/>
                        </a:cubicBezTo>
                        <a:cubicBezTo>
                          <a:pt x="210903" y="309896"/>
                          <a:pt x="184661" y="276540"/>
                          <a:pt x="160544" y="244183"/>
                        </a:cubicBezTo>
                        <a:cubicBezTo>
                          <a:pt x="136436" y="211836"/>
                          <a:pt x="114481" y="180518"/>
                          <a:pt x="94993" y="151629"/>
                        </a:cubicBezTo>
                        <a:cubicBezTo>
                          <a:pt x="75505" y="122749"/>
                          <a:pt x="58503" y="96307"/>
                          <a:pt x="44453" y="73857"/>
                        </a:cubicBezTo>
                        <a:cubicBezTo>
                          <a:pt x="30404" y="51406"/>
                          <a:pt x="19298" y="32966"/>
                          <a:pt x="11697" y="20107"/>
                        </a:cubicBezTo>
                        <a:cubicBezTo>
                          <a:pt x="4105" y="7258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28E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1990;p65">
                    <a:extLst>
                      <a:ext uri="{FF2B5EF4-FFF2-40B4-BE49-F238E27FC236}">
                        <a16:creationId xmlns:a16="http://schemas.microsoft.com/office/drawing/2014/main" id="{FE349240-2D0E-4A13-34F1-46DA3E608ADD}"/>
                      </a:ext>
                    </a:extLst>
                  </p:cNvPr>
                  <p:cNvSpPr/>
                  <p:nvPr/>
                </p:nvSpPr>
                <p:spPr>
                  <a:xfrm>
                    <a:off x="3963066" y="3928357"/>
                    <a:ext cx="575338" cy="674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5338" h="674750" extrusionOk="0">
                        <a:moveTo>
                          <a:pt x="298142" y="408851"/>
                        </a:moveTo>
                        <a:cubicBezTo>
                          <a:pt x="296980" y="407613"/>
                          <a:pt x="295818" y="406375"/>
                          <a:pt x="294656" y="405136"/>
                        </a:cubicBezTo>
                        <a:cubicBezTo>
                          <a:pt x="294656" y="405136"/>
                          <a:pt x="302752" y="404022"/>
                          <a:pt x="315049" y="402517"/>
                        </a:cubicBezTo>
                        <a:cubicBezTo>
                          <a:pt x="318135" y="402155"/>
                          <a:pt x="321469" y="401755"/>
                          <a:pt x="325003" y="401336"/>
                        </a:cubicBezTo>
                        <a:cubicBezTo>
                          <a:pt x="328527" y="400955"/>
                          <a:pt x="332242" y="400545"/>
                          <a:pt x="336090" y="400126"/>
                        </a:cubicBezTo>
                        <a:cubicBezTo>
                          <a:pt x="343786" y="399317"/>
                          <a:pt x="352092" y="398497"/>
                          <a:pt x="360369" y="397774"/>
                        </a:cubicBezTo>
                        <a:cubicBezTo>
                          <a:pt x="368627" y="397069"/>
                          <a:pt x="376942" y="396421"/>
                          <a:pt x="384781" y="395869"/>
                        </a:cubicBezTo>
                        <a:cubicBezTo>
                          <a:pt x="392640" y="395307"/>
                          <a:pt x="399888" y="394926"/>
                          <a:pt x="406194" y="394592"/>
                        </a:cubicBezTo>
                        <a:cubicBezTo>
                          <a:pt x="412509" y="394297"/>
                          <a:pt x="417767" y="394049"/>
                          <a:pt x="421453" y="393878"/>
                        </a:cubicBezTo>
                        <a:cubicBezTo>
                          <a:pt x="425129" y="393745"/>
                          <a:pt x="427234" y="393668"/>
                          <a:pt x="427234" y="393668"/>
                        </a:cubicBezTo>
                        <a:cubicBezTo>
                          <a:pt x="427234" y="393668"/>
                          <a:pt x="425987" y="391935"/>
                          <a:pt x="423710" y="388963"/>
                        </a:cubicBezTo>
                        <a:cubicBezTo>
                          <a:pt x="421443" y="385982"/>
                          <a:pt x="418214" y="381724"/>
                          <a:pt x="414338" y="376619"/>
                        </a:cubicBezTo>
                        <a:cubicBezTo>
                          <a:pt x="410366" y="371580"/>
                          <a:pt x="405803" y="365646"/>
                          <a:pt x="400774" y="359397"/>
                        </a:cubicBezTo>
                        <a:cubicBezTo>
                          <a:pt x="398250" y="356273"/>
                          <a:pt x="395649" y="353054"/>
                          <a:pt x="393002" y="349777"/>
                        </a:cubicBezTo>
                        <a:cubicBezTo>
                          <a:pt x="390373" y="346491"/>
                          <a:pt x="387591" y="343233"/>
                          <a:pt x="384867" y="339938"/>
                        </a:cubicBezTo>
                        <a:cubicBezTo>
                          <a:pt x="379438" y="333327"/>
                          <a:pt x="373828" y="326860"/>
                          <a:pt x="368627" y="320755"/>
                        </a:cubicBezTo>
                        <a:cubicBezTo>
                          <a:pt x="363360" y="314706"/>
                          <a:pt x="358426" y="309077"/>
                          <a:pt x="354159" y="304276"/>
                        </a:cubicBezTo>
                        <a:cubicBezTo>
                          <a:pt x="349863" y="299504"/>
                          <a:pt x="346281" y="295532"/>
                          <a:pt x="343776" y="292751"/>
                        </a:cubicBezTo>
                        <a:cubicBezTo>
                          <a:pt x="341243" y="289998"/>
                          <a:pt x="339795" y="288427"/>
                          <a:pt x="339795" y="288427"/>
                        </a:cubicBezTo>
                        <a:cubicBezTo>
                          <a:pt x="339795" y="288427"/>
                          <a:pt x="331918" y="289846"/>
                          <a:pt x="320231" y="292103"/>
                        </a:cubicBezTo>
                        <a:cubicBezTo>
                          <a:pt x="314392" y="293227"/>
                          <a:pt x="307534" y="294618"/>
                          <a:pt x="300266" y="296123"/>
                        </a:cubicBezTo>
                        <a:cubicBezTo>
                          <a:pt x="292979" y="297637"/>
                          <a:pt x="285283" y="299256"/>
                          <a:pt x="277539" y="300990"/>
                        </a:cubicBezTo>
                        <a:cubicBezTo>
                          <a:pt x="269815" y="302714"/>
                          <a:pt x="262128" y="304467"/>
                          <a:pt x="254956" y="306153"/>
                        </a:cubicBezTo>
                        <a:cubicBezTo>
                          <a:pt x="247783" y="307838"/>
                          <a:pt x="241068" y="309486"/>
                          <a:pt x="235353" y="310905"/>
                        </a:cubicBezTo>
                        <a:cubicBezTo>
                          <a:pt x="229657" y="312344"/>
                          <a:pt x="224904" y="313534"/>
                          <a:pt x="221580" y="314373"/>
                        </a:cubicBezTo>
                        <a:cubicBezTo>
                          <a:pt x="218256" y="315230"/>
                          <a:pt x="216360" y="315725"/>
                          <a:pt x="216360" y="315725"/>
                        </a:cubicBezTo>
                        <a:cubicBezTo>
                          <a:pt x="215389" y="314544"/>
                          <a:pt x="214417" y="313363"/>
                          <a:pt x="213455" y="312191"/>
                        </a:cubicBezTo>
                        <a:cubicBezTo>
                          <a:pt x="213455" y="312191"/>
                          <a:pt x="215341" y="311696"/>
                          <a:pt x="218646" y="310829"/>
                        </a:cubicBezTo>
                        <a:cubicBezTo>
                          <a:pt x="221961" y="309972"/>
                          <a:pt x="226695" y="308743"/>
                          <a:pt x="232372" y="307324"/>
                        </a:cubicBezTo>
                        <a:cubicBezTo>
                          <a:pt x="243726" y="304476"/>
                          <a:pt x="259004" y="300762"/>
                          <a:pt x="274339" y="297342"/>
                        </a:cubicBezTo>
                        <a:cubicBezTo>
                          <a:pt x="289722" y="293856"/>
                          <a:pt x="305133" y="290674"/>
                          <a:pt x="316821" y="288350"/>
                        </a:cubicBezTo>
                        <a:cubicBezTo>
                          <a:pt x="322669" y="287179"/>
                          <a:pt x="327508" y="286265"/>
                          <a:pt x="330927" y="285626"/>
                        </a:cubicBezTo>
                        <a:cubicBezTo>
                          <a:pt x="334337" y="284988"/>
                          <a:pt x="336290" y="284626"/>
                          <a:pt x="336290" y="284626"/>
                        </a:cubicBezTo>
                        <a:cubicBezTo>
                          <a:pt x="336290" y="284626"/>
                          <a:pt x="331527" y="279407"/>
                          <a:pt x="324222" y="271729"/>
                        </a:cubicBezTo>
                        <a:cubicBezTo>
                          <a:pt x="322402" y="269805"/>
                          <a:pt x="320421" y="267719"/>
                          <a:pt x="318335" y="265519"/>
                        </a:cubicBezTo>
                        <a:cubicBezTo>
                          <a:pt x="316221" y="263338"/>
                          <a:pt x="314001" y="261033"/>
                          <a:pt x="311696" y="258651"/>
                        </a:cubicBezTo>
                        <a:cubicBezTo>
                          <a:pt x="307115" y="253870"/>
                          <a:pt x="302124" y="248860"/>
                          <a:pt x="297151" y="243840"/>
                        </a:cubicBezTo>
                        <a:cubicBezTo>
                          <a:pt x="292189" y="238801"/>
                          <a:pt x="287122" y="233886"/>
                          <a:pt x="282426" y="229210"/>
                        </a:cubicBezTo>
                        <a:cubicBezTo>
                          <a:pt x="277673" y="224600"/>
                          <a:pt x="273234" y="220294"/>
                          <a:pt x="269424" y="216598"/>
                        </a:cubicBezTo>
                        <a:cubicBezTo>
                          <a:pt x="261737" y="209302"/>
                          <a:pt x="256603" y="204435"/>
                          <a:pt x="256603" y="204435"/>
                        </a:cubicBezTo>
                        <a:cubicBezTo>
                          <a:pt x="256603" y="204435"/>
                          <a:pt x="249365" y="205159"/>
                          <a:pt x="238496" y="206245"/>
                        </a:cubicBezTo>
                        <a:cubicBezTo>
                          <a:pt x="233096" y="206797"/>
                          <a:pt x="226762" y="207512"/>
                          <a:pt x="220027" y="208293"/>
                        </a:cubicBezTo>
                        <a:cubicBezTo>
                          <a:pt x="213293" y="209074"/>
                          <a:pt x="206131" y="209931"/>
                          <a:pt x="198968" y="210874"/>
                        </a:cubicBezTo>
                        <a:cubicBezTo>
                          <a:pt x="184680" y="212693"/>
                          <a:pt x="170440" y="214760"/>
                          <a:pt x="159839" y="216351"/>
                        </a:cubicBezTo>
                        <a:cubicBezTo>
                          <a:pt x="149238" y="218018"/>
                          <a:pt x="142170" y="219123"/>
                          <a:pt x="142170" y="219123"/>
                        </a:cubicBezTo>
                        <a:cubicBezTo>
                          <a:pt x="141227" y="217808"/>
                          <a:pt x="140284" y="216503"/>
                          <a:pt x="139341" y="215208"/>
                        </a:cubicBezTo>
                        <a:cubicBezTo>
                          <a:pt x="139341" y="215208"/>
                          <a:pt x="141084" y="214922"/>
                          <a:pt x="144132" y="214427"/>
                        </a:cubicBezTo>
                        <a:cubicBezTo>
                          <a:pt x="147180" y="213951"/>
                          <a:pt x="151543" y="213265"/>
                          <a:pt x="156772" y="212436"/>
                        </a:cubicBezTo>
                        <a:cubicBezTo>
                          <a:pt x="162020" y="211617"/>
                          <a:pt x="168145" y="210703"/>
                          <a:pt x="174717" y="209769"/>
                        </a:cubicBezTo>
                        <a:cubicBezTo>
                          <a:pt x="181289" y="208836"/>
                          <a:pt x="188357" y="207826"/>
                          <a:pt x="195396" y="206921"/>
                        </a:cubicBezTo>
                        <a:cubicBezTo>
                          <a:pt x="202444" y="206007"/>
                          <a:pt x="209550" y="205092"/>
                          <a:pt x="216189" y="204311"/>
                        </a:cubicBezTo>
                        <a:cubicBezTo>
                          <a:pt x="222856" y="203549"/>
                          <a:pt x="229076" y="202844"/>
                          <a:pt x="234410" y="202235"/>
                        </a:cubicBezTo>
                        <a:cubicBezTo>
                          <a:pt x="239763" y="201644"/>
                          <a:pt x="244211" y="201206"/>
                          <a:pt x="247345" y="200892"/>
                        </a:cubicBezTo>
                        <a:cubicBezTo>
                          <a:pt x="250479" y="200578"/>
                          <a:pt x="252260" y="200406"/>
                          <a:pt x="252260" y="200406"/>
                        </a:cubicBezTo>
                        <a:cubicBezTo>
                          <a:pt x="252260" y="200406"/>
                          <a:pt x="250955" y="199187"/>
                          <a:pt x="248669" y="197063"/>
                        </a:cubicBezTo>
                        <a:cubicBezTo>
                          <a:pt x="246393" y="194920"/>
                          <a:pt x="243107" y="191900"/>
                          <a:pt x="239144" y="188300"/>
                        </a:cubicBezTo>
                        <a:cubicBezTo>
                          <a:pt x="237163" y="186490"/>
                          <a:pt x="235029" y="184537"/>
                          <a:pt x="232762" y="182471"/>
                        </a:cubicBezTo>
                        <a:cubicBezTo>
                          <a:pt x="230476" y="180423"/>
                          <a:pt x="228067" y="178260"/>
                          <a:pt x="225581" y="176022"/>
                        </a:cubicBezTo>
                        <a:cubicBezTo>
                          <a:pt x="220618" y="171526"/>
                          <a:pt x="215236" y="166840"/>
                          <a:pt x="209883" y="162106"/>
                        </a:cubicBezTo>
                        <a:cubicBezTo>
                          <a:pt x="199120" y="152724"/>
                          <a:pt x="188281" y="143428"/>
                          <a:pt x="180051" y="136570"/>
                        </a:cubicBezTo>
                        <a:cubicBezTo>
                          <a:pt x="175955" y="133122"/>
                          <a:pt x="172526" y="130264"/>
                          <a:pt x="170107" y="128283"/>
                        </a:cubicBezTo>
                        <a:cubicBezTo>
                          <a:pt x="167697" y="126292"/>
                          <a:pt x="166316" y="125159"/>
                          <a:pt x="166316" y="125159"/>
                        </a:cubicBezTo>
                        <a:cubicBezTo>
                          <a:pt x="166316" y="125159"/>
                          <a:pt x="146142" y="128149"/>
                          <a:pt x="126187" y="131616"/>
                        </a:cubicBezTo>
                        <a:cubicBezTo>
                          <a:pt x="116224" y="133312"/>
                          <a:pt x="106261" y="135160"/>
                          <a:pt x="98850" y="136531"/>
                        </a:cubicBezTo>
                        <a:cubicBezTo>
                          <a:pt x="91430" y="137960"/>
                          <a:pt x="86487" y="138913"/>
                          <a:pt x="86487" y="138913"/>
                        </a:cubicBezTo>
                        <a:cubicBezTo>
                          <a:pt x="85611" y="137589"/>
                          <a:pt x="84734" y="136274"/>
                          <a:pt x="83868" y="134969"/>
                        </a:cubicBezTo>
                        <a:cubicBezTo>
                          <a:pt x="83868" y="134969"/>
                          <a:pt x="103089" y="131159"/>
                          <a:pt x="122568" y="127768"/>
                        </a:cubicBezTo>
                        <a:cubicBezTo>
                          <a:pt x="141999" y="124358"/>
                          <a:pt x="161677" y="121358"/>
                          <a:pt x="161677" y="121358"/>
                        </a:cubicBezTo>
                        <a:cubicBezTo>
                          <a:pt x="161677" y="121358"/>
                          <a:pt x="159296" y="119424"/>
                          <a:pt x="155115" y="116024"/>
                        </a:cubicBezTo>
                        <a:cubicBezTo>
                          <a:pt x="153029" y="114319"/>
                          <a:pt x="150495" y="112271"/>
                          <a:pt x="147561" y="109937"/>
                        </a:cubicBezTo>
                        <a:cubicBezTo>
                          <a:pt x="144628" y="107604"/>
                          <a:pt x="141351" y="104937"/>
                          <a:pt x="137722" y="102098"/>
                        </a:cubicBezTo>
                        <a:cubicBezTo>
                          <a:pt x="123263" y="90649"/>
                          <a:pt x="103784" y="75638"/>
                          <a:pt x="83963" y="61093"/>
                        </a:cubicBezTo>
                        <a:cubicBezTo>
                          <a:pt x="64151" y="46530"/>
                          <a:pt x="44015" y="32423"/>
                          <a:pt x="28718" y="22136"/>
                        </a:cubicBezTo>
                        <a:cubicBezTo>
                          <a:pt x="13430" y="11820"/>
                          <a:pt x="3038" y="5296"/>
                          <a:pt x="3038" y="5296"/>
                        </a:cubicBezTo>
                        <a:cubicBezTo>
                          <a:pt x="1048" y="1829"/>
                          <a:pt x="0" y="0"/>
                          <a:pt x="0" y="0"/>
                        </a:cubicBezTo>
                        <a:cubicBezTo>
                          <a:pt x="0" y="0"/>
                          <a:pt x="1343" y="67"/>
                          <a:pt x="3896" y="267"/>
                        </a:cubicBezTo>
                        <a:cubicBezTo>
                          <a:pt x="3896" y="267"/>
                          <a:pt x="10725" y="4544"/>
                          <a:pt x="20784" y="11182"/>
                        </a:cubicBezTo>
                        <a:cubicBezTo>
                          <a:pt x="30851" y="17821"/>
                          <a:pt x="44139" y="26851"/>
                          <a:pt x="57274" y="36100"/>
                        </a:cubicBezTo>
                        <a:cubicBezTo>
                          <a:pt x="70428" y="45330"/>
                          <a:pt x="83410" y="54797"/>
                          <a:pt x="93088" y="61970"/>
                        </a:cubicBezTo>
                        <a:cubicBezTo>
                          <a:pt x="102765" y="69152"/>
                          <a:pt x="109156" y="74019"/>
                          <a:pt x="109156" y="74019"/>
                        </a:cubicBezTo>
                        <a:cubicBezTo>
                          <a:pt x="109156" y="74019"/>
                          <a:pt x="108699" y="70571"/>
                          <a:pt x="108004" y="65389"/>
                        </a:cubicBezTo>
                        <a:cubicBezTo>
                          <a:pt x="107271" y="60208"/>
                          <a:pt x="106289" y="53292"/>
                          <a:pt x="105318" y="46387"/>
                        </a:cubicBezTo>
                        <a:cubicBezTo>
                          <a:pt x="103289" y="32566"/>
                          <a:pt x="101013" y="18688"/>
                          <a:pt x="101013" y="18688"/>
                        </a:cubicBezTo>
                        <a:cubicBezTo>
                          <a:pt x="102594" y="19126"/>
                          <a:pt x="104194" y="19574"/>
                          <a:pt x="105813" y="20022"/>
                        </a:cubicBezTo>
                        <a:cubicBezTo>
                          <a:pt x="105813" y="20022"/>
                          <a:pt x="108166" y="34519"/>
                          <a:pt x="110233" y="48968"/>
                        </a:cubicBezTo>
                        <a:cubicBezTo>
                          <a:pt x="111281" y="56188"/>
                          <a:pt x="112271" y="63408"/>
                          <a:pt x="112986" y="68818"/>
                        </a:cubicBezTo>
                        <a:cubicBezTo>
                          <a:pt x="113690" y="74219"/>
                          <a:pt x="114167" y="77819"/>
                          <a:pt x="114167" y="77819"/>
                        </a:cubicBezTo>
                        <a:cubicBezTo>
                          <a:pt x="114167" y="77819"/>
                          <a:pt x="135569" y="94107"/>
                          <a:pt x="156467" y="111043"/>
                        </a:cubicBezTo>
                        <a:cubicBezTo>
                          <a:pt x="166926" y="119491"/>
                          <a:pt x="177279" y="128073"/>
                          <a:pt x="184995" y="134569"/>
                        </a:cubicBezTo>
                        <a:cubicBezTo>
                          <a:pt x="188871" y="137798"/>
                          <a:pt x="192053" y="140541"/>
                          <a:pt x="194291" y="142447"/>
                        </a:cubicBezTo>
                        <a:cubicBezTo>
                          <a:pt x="196529" y="144351"/>
                          <a:pt x="197806" y="145447"/>
                          <a:pt x="197806" y="145447"/>
                        </a:cubicBezTo>
                        <a:cubicBezTo>
                          <a:pt x="197806" y="145447"/>
                          <a:pt x="197729" y="139598"/>
                          <a:pt x="197615" y="130835"/>
                        </a:cubicBezTo>
                        <a:cubicBezTo>
                          <a:pt x="197472" y="122063"/>
                          <a:pt x="197196" y="110338"/>
                          <a:pt x="196787" y="98574"/>
                        </a:cubicBezTo>
                        <a:cubicBezTo>
                          <a:pt x="196558" y="92688"/>
                          <a:pt x="196329" y="86792"/>
                          <a:pt x="196120" y="81267"/>
                        </a:cubicBezTo>
                        <a:cubicBezTo>
                          <a:pt x="195853" y="75733"/>
                          <a:pt x="195605" y="70580"/>
                          <a:pt x="195396" y="66151"/>
                        </a:cubicBezTo>
                        <a:cubicBezTo>
                          <a:pt x="195158" y="61713"/>
                          <a:pt x="194958" y="58017"/>
                          <a:pt x="194815" y="55436"/>
                        </a:cubicBezTo>
                        <a:cubicBezTo>
                          <a:pt x="194662" y="52845"/>
                          <a:pt x="194577" y="51368"/>
                          <a:pt x="194577" y="51368"/>
                        </a:cubicBezTo>
                        <a:cubicBezTo>
                          <a:pt x="196129" y="52035"/>
                          <a:pt x="197682" y="52692"/>
                          <a:pt x="199244" y="53359"/>
                        </a:cubicBezTo>
                        <a:cubicBezTo>
                          <a:pt x="199244" y="53359"/>
                          <a:pt x="200644" y="77534"/>
                          <a:pt x="201378" y="101498"/>
                        </a:cubicBezTo>
                        <a:cubicBezTo>
                          <a:pt x="201749" y="113500"/>
                          <a:pt x="202016" y="125435"/>
                          <a:pt x="202121" y="134398"/>
                        </a:cubicBezTo>
                        <a:cubicBezTo>
                          <a:pt x="202178" y="138865"/>
                          <a:pt x="202216" y="142580"/>
                          <a:pt x="202254" y="145190"/>
                        </a:cubicBezTo>
                        <a:cubicBezTo>
                          <a:pt x="202273" y="147799"/>
                          <a:pt x="202273" y="149285"/>
                          <a:pt x="202273" y="149285"/>
                        </a:cubicBezTo>
                        <a:cubicBezTo>
                          <a:pt x="202273" y="149285"/>
                          <a:pt x="207026" y="153419"/>
                          <a:pt x="214170" y="159620"/>
                        </a:cubicBezTo>
                        <a:cubicBezTo>
                          <a:pt x="221275" y="165859"/>
                          <a:pt x="230705" y="174222"/>
                          <a:pt x="240020" y="182728"/>
                        </a:cubicBezTo>
                        <a:cubicBezTo>
                          <a:pt x="244678" y="186976"/>
                          <a:pt x="249336" y="191224"/>
                          <a:pt x="253641" y="195272"/>
                        </a:cubicBezTo>
                        <a:cubicBezTo>
                          <a:pt x="257975" y="199292"/>
                          <a:pt x="262004" y="203063"/>
                          <a:pt x="265414" y="206331"/>
                        </a:cubicBezTo>
                        <a:cubicBezTo>
                          <a:pt x="268843" y="209588"/>
                          <a:pt x="271691" y="212303"/>
                          <a:pt x="273691" y="214208"/>
                        </a:cubicBezTo>
                        <a:cubicBezTo>
                          <a:pt x="275673" y="216122"/>
                          <a:pt x="276806" y="217227"/>
                          <a:pt x="276806" y="217227"/>
                        </a:cubicBezTo>
                        <a:cubicBezTo>
                          <a:pt x="276806" y="217227"/>
                          <a:pt x="277292" y="209626"/>
                          <a:pt x="277816" y="198225"/>
                        </a:cubicBezTo>
                        <a:cubicBezTo>
                          <a:pt x="278082" y="192519"/>
                          <a:pt x="278397" y="185814"/>
                          <a:pt x="278644" y="178661"/>
                        </a:cubicBezTo>
                        <a:cubicBezTo>
                          <a:pt x="278892" y="171507"/>
                          <a:pt x="279130" y="163840"/>
                          <a:pt x="279321" y="156143"/>
                        </a:cubicBezTo>
                        <a:cubicBezTo>
                          <a:pt x="279483" y="148485"/>
                          <a:pt x="279616" y="140789"/>
                          <a:pt x="279702" y="133541"/>
                        </a:cubicBezTo>
                        <a:cubicBezTo>
                          <a:pt x="279787" y="126311"/>
                          <a:pt x="279797" y="119567"/>
                          <a:pt x="279806" y="113757"/>
                        </a:cubicBezTo>
                        <a:cubicBezTo>
                          <a:pt x="279816" y="107947"/>
                          <a:pt x="279787" y="103099"/>
                          <a:pt x="279759" y="99717"/>
                        </a:cubicBezTo>
                        <a:cubicBezTo>
                          <a:pt x="279730" y="96326"/>
                          <a:pt x="279711" y="94383"/>
                          <a:pt x="279711" y="94383"/>
                        </a:cubicBezTo>
                        <a:cubicBezTo>
                          <a:pt x="281245" y="95288"/>
                          <a:pt x="282769" y="96203"/>
                          <a:pt x="284312" y="97107"/>
                        </a:cubicBezTo>
                        <a:cubicBezTo>
                          <a:pt x="284312" y="97107"/>
                          <a:pt x="284321" y="99070"/>
                          <a:pt x="284350" y="102499"/>
                        </a:cubicBezTo>
                        <a:cubicBezTo>
                          <a:pt x="284350" y="105928"/>
                          <a:pt x="284359" y="110823"/>
                          <a:pt x="284359" y="116700"/>
                        </a:cubicBezTo>
                        <a:cubicBezTo>
                          <a:pt x="284359" y="122549"/>
                          <a:pt x="284302" y="129397"/>
                          <a:pt x="284197" y="136712"/>
                        </a:cubicBezTo>
                        <a:cubicBezTo>
                          <a:pt x="284093" y="144028"/>
                          <a:pt x="283969" y="151781"/>
                          <a:pt x="283750" y="159563"/>
                        </a:cubicBezTo>
                        <a:cubicBezTo>
                          <a:pt x="283359" y="175079"/>
                          <a:pt x="282692" y="190557"/>
                          <a:pt x="282121" y="202073"/>
                        </a:cubicBezTo>
                        <a:cubicBezTo>
                          <a:pt x="281521" y="213636"/>
                          <a:pt x="281026" y="221285"/>
                          <a:pt x="281026" y="221285"/>
                        </a:cubicBezTo>
                        <a:cubicBezTo>
                          <a:pt x="281026" y="221285"/>
                          <a:pt x="282692" y="222904"/>
                          <a:pt x="285617" y="225743"/>
                        </a:cubicBezTo>
                        <a:cubicBezTo>
                          <a:pt x="288512" y="228610"/>
                          <a:pt x="292646" y="232705"/>
                          <a:pt x="297618" y="237611"/>
                        </a:cubicBezTo>
                        <a:cubicBezTo>
                          <a:pt x="307467" y="247517"/>
                          <a:pt x="320516" y="260804"/>
                          <a:pt x="333242" y="274415"/>
                        </a:cubicBezTo>
                        <a:cubicBezTo>
                          <a:pt x="345948" y="288036"/>
                          <a:pt x="358445" y="301847"/>
                          <a:pt x="367598" y="312411"/>
                        </a:cubicBezTo>
                        <a:cubicBezTo>
                          <a:pt x="369913" y="315030"/>
                          <a:pt x="372008" y="317449"/>
                          <a:pt x="373847" y="319611"/>
                        </a:cubicBezTo>
                        <a:cubicBezTo>
                          <a:pt x="375695" y="321774"/>
                          <a:pt x="377295" y="323650"/>
                          <a:pt x="378619" y="325203"/>
                        </a:cubicBezTo>
                        <a:cubicBezTo>
                          <a:pt x="381267" y="328298"/>
                          <a:pt x="382781" y="330070"/>
                          <a:pt x="382781" y="330070"/>
                        </a:cubicBezTo>
                        <a:cubicBezTo>
                          <a:pt x="382781" y="330070"/>
                          <a:pt x="385182" y="322145"/>
                          <a:pt x="388649" y="310106"/>
                        </a:cubicBezTo>
                        <a:cubicBezTo>
                          <a:pt x="392154" y="298028"/>
                          <a:pt x="396516" y="281950"/>
                          <a:pt x="400726" y="265586"/>
                        </a:cubicBezTo>
                        <a:cubicBezTo>
                          <a:pt x="404851" y="249336"/>
                          <a:pt x="408813" y="232801"/>
                          <a:pt x="411566" y="220437"/>
                        </a:cubicBezTo>
                        <a:cubicBezTo>
                          <a:pt x="414357" y="208036"/>
                          <a:pt x="416128" y="199682"/>
                          <a:pt x="416128" y="199682"/>
                        </a:cubicBezTo>
                        <a:cubicBezTo>
                          <a:pt x="417414" y="200997"/>
                          <a:pt x="418700" y="202311"/>
                          <a:pt x="419986" y="203625"/>
                        </a:cubicBezTo>
                        <a:cubicBezTo>
                          <a:pt x="419986" y="203625"/>
                          <a:pt x="418195" y="211979"/>
                          <a:pt x="415376" y="224371"/>
                        </a:cubicBezTo>
                        <a:cubicBezTo>
                          <a:pt x="413957" y="230572"/>
                          <a:pt x="412242" y="237830"/>
                          <a:pt x="410375" y="245526"/>
                        </a:cubicBezTo>
                        <a:cubicBezTo>
                          <a:pt x="408508" y="253232"/>
                          <a:pt x="406479" y="261404"/>
                          <a:pt x="404346" y="269586"/>
                        </a:cubicBezTo>
                        <a:cubicBezTo>
                          <a:pt x="402222" y="277759"/>
                          <a:pt x="400060" y="285864"/>
                          <a:pt x="397983" y="293437"/>
                        </a:cubicBezTo>
                        <a:cubicBezTo>
                          <a:pt x="395869" y="301038"/>
                          <a:pt x="393859" y="308096"/>
                          <a:pt x="392106" y="314106"/>
                        </a:cubicBezTo>
                        <a:cubicBezTo>
                          <a:pt x="388630" y="326117"/>
                          <a:pt x="386134" y="334099"/>
                          <a:pt x="386134" y="334099"/>
                        </a:cubicBezTo>
                        <a:cubicBezTo>
                          <a:pt x="386134" y="334099"/>
                          <a:pt x="387429" y="335652"/>
                          <a:pt x="389696" y="338385"/>
                        </a:cubicBezTo>
                        <a:cubicBezTo>
                          <a:pt x="391963" y="341109"/>
                          <a:pt x="395221" y="344986"/>
                          <a:pt x="399012" y="349730"/>
                        </a:cubicBezTo>
                        <a:cubicBezTo>
                          <a:pt x="402831" y="354454"/>
                          <a:pt x="407299" y="359950"/>
                          <a:pt x="411956" y="365960"/>
                        </a:cubicBezTo>
                        <a:cubicBezTo>
                          <a:pt x="414290" y="368960"/>
                          <a:pt x="416738" y="372018"/>
                          <a:pt x="419157" y="375190"/>
                        </a:cubicBezTo>
                        <a:cubicBezTo>
                          <a:pt x="421567" y="378362"/>
                          <a:pt x="424015" y="381591"/>
                          <a:pt x="426463" y="384820"/>
                        </a:cubicBezTo>
                        <a:cubicBezTo>
                          <a:pt x="428930" y="388030"/>
                          <a:pt x="431330" y="391296"/>
                          <a:pt x="433683" y="394516"/>
                        </a:cubicBezTo>
                        <a:cubicBezTo>
                          <a:pt x="436045" y="397726"/>
                          <a:pt x="438369" y="400888"/>
                          <a:pt x="440617" y="403955"/>
                        </a:cubicBezTo>
                        <a:cubicBezTo>
                          <a:pt x="444999" y="410156"/>
                          <a:pt x="449142" y="415919"/>
                          <a:pt x="452609" y="420910"/>
                        </a:cubicBezTo>
                        <a:cubicBezTo>
                          <a:pt x="456038" y="425930"/>
                          <a:pt x="458895" y="430101"/>
                          <a:pt x="460905" y="433035"/>
                        </a:cubicBezTo>
                        <a:cubicBezTo>
                          <a:pt x="461915" y="434492"/>
                          <a:pt x="462686" y="435655"/>
                          <a:pt x="463201" y="436445"/>
                        </a:cubicBezTo>
                        <a:cubicBezTo>
                          <a:pt x="463725" y="437236"/>
                          <a:pt x="464001" y="437664"/>
                          <a:pt x="464001" y="437664"/>
                        </a:cubicBezTo>
                        <a:cubicBezTo>
                          <a:pt x="464001" y="437664"/>
                          <a:pt x="464734" y="435769"/>
                          <a:pt x="466020" y="432464"/>
                        </a:cubicBezTo>
                        <a:cubicBezTo>
                          <a:pt x="467277" y="429168"/>
                          <a:pt x="469049" y="424444"/>
                          <a:pt x="471154" y="418729"/>
                        </a:cubicBezTo>
                        <a:cubicBezTo>
                          <a:pt x="473250" y="413023"/>
                          <a:pt x="475698" y="406289"/>
                          <a:pt x="478212" y="399059"/>
                        </a:cubicBezTo>
                        <a:cubicBezTo>
                          <a:pt x="480708" y="391849"/>
                          <a:pt x="483318" y="384096"/>
                          <a:pt x="485880" y="376276"/>
                        </a:cubicBezTo>
                        <a:cubicBezTo>
                          <a:pt x="488471" y="368437"/>
                          <a:pt x="490880" y="360645"/>
                          <a:pt x="493157" y="353225"/>
                        </a:cubicBezTo>
                        <a:cubicBezTo>
                          <a:pt x="495405" y="345843"/>
                          <a:pt x="497519" y="338833"/>
                          <a:pt x="499205" y="332899"/>
                        </a:cubicBezTo>
                        <a:cubicBezTo>
                          <a:pt x="502625" y="320983"/>
                          <a:pt x="504806" y="312916"/>
                          <a:pt x="504806" y="312916"/>
                        </a:cubicBezTo>
                        <a:cubicBezTo>
                          <a:pt x="505901" y="314763"/>
                          <a:pt x="506997" y="316611"/>
                          <a:pt x="508092" y="318468"/>
                        </a:cubicBezTo>
                        <a:cubicBezTo>
                          <a:pt x="508092" y="318468"/>
                          <a:pt x="507540" y="320459"/>
                          <a:pt x="506568" y="323936"/>
                        </a:cubicBezTo>
                        <a:cubicBezTo>
                          <a:pt x="505587" y="327412"/>
                          <a:pt x="504215" y="332337"/>
                          <a:pt x="502444" y="338290"/>
                        </a:cubicBezTo>
                        <a:cubicBezTo>
                          <a:pt x="498939" y="350177"/>
                          <a:pt x="494186" y="365798"/>
                          <a:pt x="489004" y="381305"/>
                        </a:cubicBezTo>
                        <a:cubicBezTo>
                          <a:pt x="483927" y="396745"/>
                          <a:pt x="478393" y="412071"/>
                          <a:pt x="474193" y="423367"/>
                        </a:cubicBezTo>
                        <a:cubicBezTo>
                          <a:pt x="472107" y="429006"/>
                          <a:pt x="470249" y="433740"/>
                          <a:pt x="468982" y="437017"/>
                        </a:cubicBezTo>
                        <a:cubicBezTo>
                          <a:pt x="467697" y="440293"/>
                          <a:pt x="466963" y="442160"/>
                          <a:pt x="466963" y="442160"/>
                        </a:cubicBezTo>
                        <a:cubicBezTo>
                          <a:pt x="466963" y="442160"/>
                          <a:pt x="468411" y="444360"/>
                          <a:pt x="470954" y="448218"/>
                        </a:cubicBezTo>
                        <a:cubicBezTo>
                          <a:pt x="473516" y="452056"/>
                          <a:pt x="476974" y="457676"/>
                          <a:pt x="481222" y="464344"/>
                        </a:cubicBezTo>
                        <a:cubicBezTo>
                          <a:pt x="489547" y="477803"/>
                          <a:pt x="500415" y="495891"/>
                          <a:pt x="510407" y="514483"/>
                        </a:cubicBezTo>
                        <a:cubicBezTo>
                          <a:pt x="520436" y="533048"/>
                          <a:pt x="529676" y="552040"/>
                          <a:pt x="536277" y="566423"/>
                        </a:cubicBezTo>
                        <a:cubicBezTo>
                          <a:pt x="539467" y="573672"/>
                          <a:pt x="542125" y="579701"/>
                          <a:pt x="543982" y="583930"/>
                        </a:cubicBezTo>
                        <a:cubicBezTo>
                          <a:pt x="545744" y="588197"/>
                          <a:pt x="546745" y="590636"/>
                          <a:pt x="546745" y="590636"/>
                        </a:cubicBezTo>
                        <a:cubicBezTo>
                          <a:pt x="546745" y="590636"/>
                          <a:pt x="548611" y="586969"/>
                          <a:pt x="551412" y="581473"/>
                        </a:cubicBezTo>
                        <a:cubicBezTo>
                          <a:pt x="554117" y="575977"/>
                          <a:pt x="557670" y="568576"/>
                          <a:pt x="561175" y="561032"/>
                        </a:cubicBezTo>
                        <a:cubicBezTo>
                          <a:pt x="564728" y="553469"/>
                          <a:pt x="567966" y="545907"/>
                          <a:pt x="570452" y="540134"/>
                        </a:cubicBezTo>
                        <a:cubicBezTo>
                          <a:pt x="572900" y="534333"/>
                          <a:pt x="574539" y="530476"/>
                          <a:pt x="574539" y="530476"/>
                        </a:cubicBezTo>
                        <a:cubicBezTo>
                          <a:pt x="574719" y="534067"/>
                          <a:pt x="574862" y="537648"/>
                          <a:pt x="574977" y="541229"/>
                        </a:cubicBezTo>
                        <a:cubicBezTo>
                          <a:pt x="574977" y="541229"/>
                          <a:pt x="573462" y="544735"/>
                          <a:pt x="571186" y="549983"/>
                        </a:cubicBezTo>
                        <a:cubicBezTo>
                          <a:pt x="568871" y="555231"/>
                          <a:pt x="565652" y="562204"/>
                          <a:pt x="562423" y="569043"/>
                        </a:cubicBezTo>
                        <a:cubicBezTo>
                          <a:pt x="560803" y="572472"/>
                          <a:pt x="559184" y="575863"/>
                          <a:pt x="557632" y="579034"/>
                        </a:cubicBezTo>
                        <a:cubicBezTo>
                          <a:pt x="556031" y="582206"/>
                          <a:pt x="554546" y="585159"/>
                          <a:pt x="553269" y="587693"/>
                        </a:cubicBezTo>
                        <a:cubicBezTo>
                          <a:pt x="550669" y="592684"/>
                          <a:pt x="548945" y="596017"/>
                          <a:pt x="548945" y="596017"/>
                        </a:cubicBezTo>
                        <a:cubicBezTo>
                          <a:pt x="548945" y="596017"/>
                          <a:pt x="549221" y="596684"/>
                          <a:pt x="549697" y="597865"/>
                        </a:cubicBezTo>
                        <a:cubicBezTo>
                          <a:pt x="550164" y="599046"/>
                          <a:pt x="550888" y="600704"/>
                          <a:pt x="551669" y="602732"/>
                        </a:cubicBezTo>
                        <a:cubicBezTo>
                          <a:pt x="553212" y="606800"/>
                          <a:pt x="555279" y="612219"/>
                          <a:pt x="557346" y="617639"/>
                        </a:cubicBezTo>
                        <a:cubicBezTo>
                          <a:pt x="559365" y="623078"/>
                          <a:pt x="561213" y="628574"/>
                          <a:pt x="562670" y="632670"/>
                        </a:cubicBezTo>
                        <a:cubicBezTo>
                          <a:pt x="563385" y="634727"/>
                          <a:pt x="563985" y="636432"/>
                          <a:pt x="564404" y="637632"/>
                        </a:cubicBezTo>
                        <a:cubicBezTo>
                          <a:pt x="564794" y="638842"/>
                          <a:pt x="565014" y="639528"/>
                          <a:pt x="565014" y="639528"/>
                        </a:cubicBezTo>
                        <a:cubicBezTo>
                          <a:pt x="565014" y="639528"/>
                          <a:pt x="565690" y="641642"/>
                          <a:pt x="566709" y="644814"/>
                        </a:cubicBezTo>
                        <a:cubicBezTo>
                          <a:pt x="567709" y="647986"/>
                          <a:pt x="569109" y="652205"/>
                          <a:pt x="570405" y="656454"/>
                        </a:cubicBezTo>
                        <a:cubicBezTo>
                          <a:pt x="572872" y="664988"/>
                          <a:pt x="575339" y="673513"/>
                          <a:pt x="575339" y="673513"/>
                        </a:cubicBezTo>
                        <a:lnTo>
                          <a:pt x="570805" y="674751"/>
                        </a:lnTo>
                        <a:cubicBezTo>
                          <a:pt x="570805" y="674751"/>
                          <a:pt x="568242" y="665893"/>
                          <a:pt x="565680" y="657025"/>
                        </a:cubicBezTo>
                        <a:cubicBezTo>
                          <a:pt x="562870" y="648243"/>
                          <a:pt x="560061" y="639451"/>
                          <a:pt x="560061" y="639451"/>
                        </a:cubicBezTo>
                        <a:cubicBezTo>
                          <a:pt x="560061" y="639451"/>
                          <a:pt x="559908" y="638928"/>
                          <a:pt x="559556" y="637965"/>
                        </a:cubicBezTo>
                        <a:cubicBezTo>
                          <a:pt x="559222" y="637004"/>
                          <a:pt x="558717" y="635584"/>
                          <a:pt x="558089" y="633784"/>
                        </a:cubicBezTo>
                        <a:cubicBezTo>
                          <a:pt x="557460" y="631984"/>
                          <a:pt x="556689" y="629793"/>
                          <a:pt x="555812" y="627288"/>
                        </a:cubicBezTo>
                        <a:cubicBezTo>
                          <a:pt x="555374" y="626031"/>
                          <a:pt x="554908" y="624697"/>
                          <a:pt x="554412" y="623297"/>
                        </a:cubicBezTo>
                        <a:cubicBezTo>
                          <a:pt x="554165" y="622592"/>
                          <a:pt x="553917" y="621868"/>
                          <a:pt x="553650" y="621135"/>
                        </a:cubicBezTo>
                        <a:cubicBezTo>
                          <a:pt x="553374" y="620401"/>
                          <a:pt x="553088" y="619658"/>
                          <a:pt x="552793" y="618887"/>
                        </a:cubicBezTo>
                        <a:cubicBezTo>
                          <a:pt x="551631" y="615829"/>
                          <a:pt x="550364" y="612515"/>
                          <a:pt x="549031" y="609019"/>
                        </a:cubicBezTo>
                        <a:cubicBezTo>
                          <a:pt x="548364" y="607266"/>
                          <a:pt x="547678" y="605466"/>
                          <a:pt x="546983" y="603628"/>
                        </a:cubicBezTo>
                        <a:cubicBezTo>
                          <a:pt x="546240" y="601809"/>
                          <a:pt x="545478" y="599951"/>
                          <a:pt x="544697" y="598056"/>
                        </a:cubicBezTo>
                        <a:cubicBezTo>
                          <a:pt x="543144" y="594274"/>
                          <a:pt x="541544" y="590360"/>
                          <a:pt x="539915" y="586388"/>
                        </a:cubicBezTo>
                        <a:cubicBezTo>
                          <a:pt x="538191" y="582454"/>
                          <a:pt x="536439" y="578463"/>
                          <a:pt x="534686" y="574462"/>
                        </a:cubicBezTo>
                        <a:cubicBezTo>
                          <a:pt x="533810" y="572462"/>
                          <a:pt x="532924" y="570471"/>
                          <a:pt x="532047" y="568481"/>
                        </a:cubicBezTo>
                        <a:cubicBezTo>
                          <a:pt x="531124" y="566509"/>
                          <a:pt x="530209" y="564556"/>
                          <a:pt x="529295" y="562604"/>
                        </a:cubicBezTo>
                        <a:cubicBezTo>
                          <a:pt x="527466" y="558718"/>
                          <a:pt x="525675" y="554889"/>
                          <a:pt x="523932" y="551193"/>
                        </a:cubicBezTo>
                        <a:cubicBezTo>
                          <a:pt x="522113" y="547526"/>
                          <a:pt x="520351" y="543982"/>
                          <a:pt x="518684" y="540630"/>
                        </a:cubicBezTo>
                        <a:cubicBezTo>
                          <a:pt x="517846" y="538953"/>
                          <a:pt x="517036" y="537315"/>
                          <a:pt x="516255" y="535734"/>
                        </a:cubicBezTo>
                        <a:cubicBezTo>
                          <a:pt x="515474" y="534153"/>
                          <a:pt x="514655" y="532657"/>
                          <a:pt x="513902" y="531200"/>
                        </a:cubicBezTo>
                        <a:cubicBezTo>
                          <a:pt x="510854" y="525409"/>
                          <a:pt x="508349" y="520560"/>
                          <a:pt x="506530" y="517198"/>
                        </a:cubicBezTo>
                        <a:cubicBezTo>
                          <a:pt x="504682" y="513855"/>
                          <a:pt x="503634" y="511940"/>
                          <a:pt x="503634" y="511940"/>
                        </a:cubicBezTo>
                        <a:cubicBezTo>
                          <a:pt x="503634" y="511940"/>
                          <a:pt x="497443" y="511664"/>
                          <a:pt x="488242" y="511397"/>
                        </a:cubicBezTo>
                        <a:cubicBezTo>
                          <a:pt x="485946" y="511340"/>
                          <a:pt x="483460" y="511273"/>
                          <a:pt x="480822" y="511207"/>
                        </a:cubicBezTo>
                        <a:cubicBezTo>
                          <a:pt x="478174" y="511169"/>
                          <a:pt x="475383" y="511131"/>
                          <a:pt x="472497" y="511093"/>
                        </a:cubicBezTo>
                        <a:cubicBezTo>
                          <a:pt x="466735" y="511026"/>
                          <a:pt x="460620" y="511007"/>
                          <a:pt x="454533" y="511035"/>
                        </a:cubicBezTo>
                        <a:cubicBezTo>
                          <a:pt x="451495" y="511064"/>
                          <a:pt x="448456" y="511083"/>
                          <a:pt x="445465" y="511112"/>
                        </a:cubicBezTo>
                        <a:cubicBezTo>
                          <a:pt x="442465" y="511169"/>
                          <a:pt x="439503" y="511226"/>
                          <a:pt x="436645" y="511283"/>
                        </a:cubicBezTo>
                        <a:cubicBezTo>
                          <a:pt x="430930" y="511416"/>
                          <a:pt x="425625" y="511578"/>
                          <a:pt x="421091" y="511740"/>
                        </a:cubicBezTo>
                        <a:cubicBezTo>
                          <a:pt x="416566" y="511921"/>
                          <a:pt x="412804" y="512074"/>
                          <a:pt x="410166" y="512178"/>
                        </a:cubicBezTo>
                        <a:cubicBezTo>
                          <a:pt x="407518" y="512312"/>
                          <a:pt x="406003" y="512388"/>
                          <a:pt x="406003" y="512388"/>
                        </a:cubicBezTo>
                        <a:cubicBezTo>
                          <a:pt x="404527" y="511112"/>
                          <a:pt x="403060" y="509826"/>
                          <a:pt x="401593" y="508549"/>
                        </a:cubicBezTo>
                        <a:cubicBezTo>
                          <a:pt x="401593" y="508549"/>
                          <a:pt x="407746" y="508178"/>
                          <a:pt x="417033" y="507768"/>
                        </a:cubicBezTo>
                        <a:cubicBezTo>
                          <a:pt x="426244" y="507387"/>
                          <a:pt x="438617" y="507006"/>
                          <a:pt x="451123" y="506844"/>
                        </a:cubicBezTo>
                        <a:cubicBezTo>
                          <a:pt x="463525" y="506711"/>
                          <a:pt x="476031" y="506835"/>
                          <a:pt x="485480" y="507016"/>
                        </a:cubicBezTo>
                        <a:cubicBezTo>
                          <a:pt x="490214" y="507102"/>
                          <a:pt x="494090" y="507244"/>
                          <a:pt x="496843" y="507330"/>
                        </a:cubicBezTo>
                        <a:cubicBezTo>
                          <a:pt x="499586" y="507425"/>
                          <a:pt x="501158" y="507482"/>
                          <a:pt x="501158" y="507482"/>
                        </a:cubicBezTo>
                        <a:cubicBezTo>
                          <a:pt x="501158" y="507482"/>
                          <a:pt x="500177" y="505701"/>
                          <a:pt x="498453" y="502577"/>
                        </a:cubicBezTo>
                        <a:cubicBezTo>
                          <a:pt x="496700" y="499472"/>
                          <a:pt x="494119" y="495072"/>
                          <a:pt x="491061" y="489776"/>
                        </a:cubicBezTo>
                        <a:cubicBezTo>
                          <a:pt x="490299" y="488452"/>
                          <a:pt x="489499" y="487071"/>
                          <a:pt x="488671" y="485651"/>
                        </a:cubicBezTo>
                        <a:cubicBezTo>
                          <a:pt x="487813" y="484242"/>
                          <a:pt x="486937" y="482784"/>
                          <a:pt x="486032" y="481279"/>
                        </a:cubicBezTo>
                        <a:cubicBezTo>
                          <a:pt x="484213" y="478279"/>
                          <a:pt x="482298" y="475117"/>
                          <a:pt x="480317" y="471849"/>
                        </a:cubicBezTo>
                        <a:cubicBezTo>
                          <a:pt x="478365" y="468563"/>
                          <a:pt x="476193" y="465258"/>
                          <a:pt x="474069" y="461858"/>
                        </a:cubicBezTo>
                        <a:cubicBezTo>
                          <a:pt x="471907" y="458476"/>
                          <a:pt x="469773" y="455000"/>
                          <a:pt x="467535" y="451590"/>
                        </a:cubicBezTo>
                        <a:cubicBezTo>
                          <a:pt x="463029" y="444789"/>
                          <a:pt x="458629" y="437922"/>
                          <a:pt x="454257" y="431645"/>
                        </a:cubicBezTo>
                        <a:cubicBezTo>
                          <a:pt x="452095" y="428492"/>
                          <a:pt x="450009" y="425434"/>
                          <a:pt x="448027" y="422548"/>
                        </a:cubicBezTo>
                        <a:cubicBezTo>
                          <a:pt x="445999" y="419691"/>
                          <a:pt x="444084" y="416986"/>
                          <a:pt x="442322" y="414481"/>
                        </a:cubicBezTo>
                        <a:cubicBezTo>
                          <a:pt x="440550" y="411985"/>
                          <a:pt x="438931" y="409699"/>
                          <a:pt x="437493" y="407670"/>
                        </a:cubicBezTo>
                        <a:cubicBezTo>
                          <a:pt x="436055" y="405641"/>
                          <a:pt x="434750" y="403917"/>
                          <a:pt x="433702" y="402469"/>
                        </a:cubicBezTo>
                        <a:cubicBezTo>
                          <a:pt x="431587" y="399593"/>
                          <a:pt x="430378" y="397945"/>
                          <a:pt x="430378" y="397945"/>
                        </a:cubicBezTo>
                        <a:cubicBezTo>
                          <a:pt x="430378" y="397945"/>
                          <a:pt x="428282" y="398012"/>
                          <a:pt x="424605" y="398126"/>
                        </a:cubicBezTo>
                        <a:cubicBezTo>
                          <a:pt x="420938" y="398250"/>
                          <a:pt x="415719" y="398431"/>
                          <a:pt x="409423" y="398745"/>
                        </a:cubicBezTo>
                        <a:cubicBezTo>
                          <a:pt x="403136" y="399050"/>
                          <a:pt x="395830" y="399450"/>
                          <a:pt x="388058" y="399936"/>
                        </a:cubicBezTo>
                        <a:cubicBezTo>
                          <a:pt x="380286" y="400422"/>
                          <a:pt x="371932" y="401069"/>
                          <a:pt x="363684" y="401746"/>
                        </a:cubicBezTo>
                        <a:cubicBezTo>
                          <a:pt x="359569" y="402107"/>
                          <a:pt x="355444" y="402460"/>
                          <a:pt x="351396" y="402812"/>
                        </a:cubicBezTo>
                        <a:cubicBezTo>
                          <a:pt x="347339" y="403212"/>
                          <a:pt x="343348" y="403603"/>
                          <a:pt x="339481" y="403984"/>
                        </a:cubicBezTo>
                        <a:cubicBezTo>
                          <a:pt x="331765" y="404774"/>
                          <a:pt x="324631" y="405555"/>
                          <a:pt x="318516" y="406270"/>
                        </a:cubicBezTo>
                        <a:cubicBezTo>
                          <a:pt x="306238" y="407765"/>
                          <a:pt x="298142" y="408851"/>
                          <a:pt x="298142" y="408851"/>
                        </a:cubicBezTo>
                        <a:close/>
                      </a:path>
                    </a:pathLst>
                  </a:custGeom>
                  <a:solidFill>
                    <a:srgbClr val="04535A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41" name="Google Shape;1991;p65">
                  <a:extLst>
                    <a:ext uri="{FF2B5EF4-FFF2-40B4-BE49-F238E27FC236}">
                      <a16:creationId xmlns:a16="http://schemas.microsoft.com/office/drawing/2014/main" id="{2EE9DCF7-D475-E118-BA6A-4A6CF0CC8914}"/>
                    </a:ext>
                  </a:extLst>
                </p:cNvPr>
                <p:cNvGrpSpPr/>
                <p:nvPr/>
              </p:nvGrpSpPr>
              <p:grpSpPr>
                <a:xfrm>
                  <a:off x="4303756" y="3799760"/>
                  <a:ext cx="334013" cy="851001"/>
                  <a:chOff x="4303756" y="3799760"/>
                  <a:chExt cx="334013" cy="851001"/>
                </a:xfrm>
              </p:grpSpPr>
              <p:sp>
                <p:nvSpPr>
                  <p:cNvPr id="947" name="Google Shape;1992;p65">
                    <a:extLst>
                      <a:ext uri="{FF2B5EF4-FFF2-40B4-BE49-F238E27FC236}">
                        <a16:creationId xmlns:a16="http://schemas.microsoft.com/office/drawing/2014/main" id="{3417712F-769B-0023-7D81-0DCB2BA5C70E}"/>
                      </a:ext>
                    </a:extLst>
                  </p:cNvPr>
                  <p:cNvSpPr/>
                  <p:nvPr/>
                </p:nvSpPr>
                <p:spPr>
                  <a:xfrm>
                    <a:off x="4303756" y="3799808"/>
                    <a:ext cx="334013" cy="8185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013" h="818511" extrusionOk="0">
                        <a:moveTo>
                          <a:pt x="0" y="0"/>
                        </a:moveTo>
                        <a:cubicBezTo>
                          <a:pt x="0" y="0"/>
                          <a:pt x="7410" y="3791"/>
                          <a:pt x="20212" y="11849"/>
                        </a:cubicBezTo>
                        <a:cubicBezTo>
                          <a:pt x="33004" y="19907"/>
                          <a:pt x="51206" y="32242"/>
                          <a:pt x="72666" y="49301"/>
                        </a:cubicBezTo>
                        <a:cubicBezTo>
                          <a:pt x="94117" y="66351"/>
                          <a:pt x="118843" y="88125"/>
                          <a:pt x="144542" y="114929"/>
                        </a:cubicBezTo>
                        <a:cubicBezTo>
                          <a:pt x="170240" y="141732"/>
                          <a:pt x="196920" y="173574"/>
                          <a:pt x="222037" y="210550"/>
                        </a:cubicBezTo>
                        <a:cubicBezTo>
                          <a:pt x="247145" y="247507"/>
                          <a:pt x="270691" y="289617"/>
                          <a:pt x="289760" y="336433"/>
                        </a:cubicBezTo>
                        <a:cubicBezTo>
                          <a:pt x="308810" y="383200"/>
                          <a:pt x="323374" y="434750"/>
                          <a:pt x="330041" y="489442"/>
                        </a:cubicBezTo>
                        <a:cubicBezTo>
                          <a:pt x="333375" y="516769"/>
                          <a:pt x="334728" y="544849"/>
                          <a:pt x="333651" y="573262"/>
                        </a:cubicBezTo>
                        <a:cubicBezTo>
                          <a:pt x="332575" y="601675"/>
                          <a:pt x="329070" y="630422"/>
                          <a:pt x="322717" y="658873"/>
                        </a:cubicBezTo>
                        <a:cubicBezTo>
                          <a:pt x="316363" y="687314"/>
                          <a:pt x="307162" y="715471"/>
                          <a:pt x="294808" y="742426"/>
                        </a:cubicBezTo>
                        <a:cubicBezTo>
                          <a:pt x="282464" y="769373"/>
                          <a:pt x="266957" y="795119"/>
                          <a:pt x="248260" y="818512"/>
                        </a:cubicBezTo>
                        <a:cubicBezTo>
                          <a:pt x="234953" y="791604"/>
                          <a:pt x="222104" y="766305"/>
                          <a:pt x="209921" y="741988"/>
                        </a:cubicBezTo>
                        <a:cubicBezTo>
                          <a:pt x="197729" y="717680"/>
                          <a:pt x="186195" y="694354"/>
                          <a:pt x="175365" y="671551"/>
                        </a:cubicBezTo>
                        <a:cubicBezTo>
                          <a:pt x="153686" y="626002"/>
                          <a:pt x="134855" y="582387"/>
                          <a:pt x="118481" y="539153"/>
                        </a:cubicBezTo>
                        <a:cubicBezTo>
                          <a:pt x="102108" y="495986"/>
                          <a:pt x="88154" y="453295"/>
                          <a:pt x="76114" y="411289"/>
                        </a:cubicBezTo>
                        <a:cubicBezTo>
                          <a:pt x="64084" y="369323"/>
                          <a:pt x="53959" y="328098"/>
                          <a:pt x="45358" y="288674"/>
                        </a:cubicBezTo>
                        <a:cubicBezTo>
                          <a:pt x="36766" y="249260"/>
                          <a:pt x="29699" y="211665"/>
                          <a:pt x="23879" y="177308"/>
                        </a:cubicBezTo>
                        <a:cubicBezTo>
                          <a:pt x="18059" y="142961"/>
                          <a:pt x="13497" y="111852"/>
                          <a:pt x="9973" y="85601"/>
                        </a:cubicBezTo>
                        <a:cubicBezTo>
                          <a:pt x="6448" y="59350"/>
                          <a:pt x="3953" y="37967"/>
                          <a:pt x="2343" y="23117"/>
                        </a:cubicBezTo>
                        <a:cubicBezTo>
                          <a:pt x="733" y="8296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8" name="Google Shape;1993;p65">
                    <a:extLst>
                      <a:ext uri="{FF2B5EF4-FFF2-40B4-BE49-F238E27FC236}">
                        <a16:creationId xmlns:a16="http://schemas.microsoft.com/office/drawing/2014/main" id="{914F6662-7B16-EA62-0F28-0F1966BED634}"/>
                      </a:ext>
                    </a:extLst>
                  </p:cNvPr>
                  <p:cNvSpPr/>
                  <p:nvPr/>
                </p:nvSpPr>
                <p:spPr>
                  <a:xfrm>
                    <a:off x="4303776" y="3799760"/>
                    <a:ext cx="331184" cy="8510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1184" h="851001" extrusionOk="0">
                        <a:moveTo>
                          <a:pt x="102632" y="495529"/>
                        </a:moveTo>
                        <a:cubicBezTo>
                          <a:pt x="102089" y="493919"/>
                          <a:pt x="101537" y="492309"/>
                          <a:pt x="100994" y="490709"/>
                        </a:cubicBezTo>
                        <a:cubicBezTo>
                          <a:pt x="100994" y="490709"/>
                          <a:pt x="108823" y="493033"/>
                          <a:pt x="120644" y="496748"/>
                        </a:cubicBezTo>
                        <a:cubicBezTo>
                          <a:pt x="123606" y="497691"/>
                          <a:pt x="126806" y="498701"/>
                          <a:pt x="130197" y="499777"/>
                        </a:cubicBezTo>
                        <a:cubicBezTo>
                          <a:pt x="133569" y="500882"/>
                          <a:pt x="137122" y="502053"/>
                          <a:pt x="140799" y="503254"/>
                        </a:cubicBezTo>
                        <a:cubicBezTo>
                          <a:pt x="148142" y="505701"/>
                          <a:pt x="156039" y="508378"/>
                          <a:pt x="163887" y="511140"/>
                        </a:cubicBezTo>
                        <a:cubicBezTo>
                          <a:pt x="171707" y="513902"/>
                          <a:pt x="179537" y="516750"/>
                          <a:pt x="186909" y="519494"/>
                        </a:cubicBezTo>
                        <a:cubicBezTo>
                          <a:pt x="194300" y="522227"/>
                          <a:pt x="201063" y="524875"/>
                          <a:pt x="206940" y="527171"/>
                        </a:cubicBezTo>
                        <a:cubicBezTo>
                          <a:pt x="212808" y="529514"/>
                          <a:pt x="217703" y="531457"/>
                          <a:pt x="221123" y="532819"/>
                        </a:cubicBezTo>
                        <a:cubicBezTo>
                          <a:pt x="224533" y="534219"/>
                          <a:pt x="226476" y="535019"/>
                          <a:pt x="226476" y="535019"/>
                        </a:cubicBezTo>
                        <a:cubicBezTo>
                          <a:pt x="226476" y="535019"/>
                          <a:pt x="226057" y="532924"/>
                          <a:pt x="225209" y="529276"/>
                        </a:cubicBezTo>
                        <a:cubicBezTo>
                          <a:pt x="224380" y="525628"/>
                          <a:pt x="223190" y="520418"/>
                          <a:pt x="221771" y="514160"/>
                        </a:cubicBezTo>
                        <a:cubicBezTo>
                          <a:pt x="220228" y="507930"/>
                          <a:pt x="218532" y="500644"/>
                          <a:pt x="216532" y="492871"/>
                        </a:cubicBezTo>
                        <a:cubicBezTo>
                          <a:pt x="215522" y="488985"/>
                          <a:pt x="214484" y="484975"/>
                          <a:pt x="213427" y="480898"/>
                        </a:cubicBezTo>
                        <a:cubicBezTo>
                          <a:pt x="212388" y="476821"/>
                          <a:pt x="211198" y="472707"/>
                          <a:pt x="210083" y="468573"/>
                        </a:cubicBezTo>
                        <a:cubicBezTo>
                          <a:pt x="207874" y="460305"/>
                          <a:pt x="205426" y="452104"/>
                          <a:pt x="203216" y="444398"/>
                        </a:cubicBezTo>
                        <a:cubicBezTo>
                          <a:pt x="200920" y="436712"/>
                          <a:pt x="198749" y="429549"/>
                          <a:pt x="196844" y="423415"/>
                        </a:cubicBezTo>
                        <a:cubicBezTo>
                          <a:pt x="194901" y="417300"/>
                          <a:pt x="193281" y="412204"/>
                          <a:pt x="192148" y="408632"/>
                        </a:cubicBezTo>
                        <a:cubicBezTo>
                          <a:pt x="190976" y="405079"/>
                          <a:pt x="190310" y="403041"/>
                          <a:pt x="190310" y="403041"/>
                        </a:cubicBezTo>
                        <a:cubicBezTo>
                          <a:pt x="190310" y="403041"/>
                          <a:pt x="182556" y="401079"/>
                          <a:pt x="170974" y="398307"/>
                        </a:cubicBezTo>
                        <a:cubicBezTo>
                          <a:pt x="165202" y="396916"/>
                          <a:pt x="158372" y="395354"/>
                          <a:pt x="151133" y="393725"/>
                        </a:cubicBezTo>
                        <a:cubicBezTo>
                          <a:pt x="143866" y="392097"/>
                          <a:pt x="136198" y="390392"/>
                          <a:pt x="128426" y="388773"/>
                        </a:cubicBezTo>
                        <a:cubicBezTo>
                          <a:pt x="120682" y="387144"/>
                          <a:pt x="112947" y="385582"/>
                          <a:pt x="105728" y="384153"/>
                        </a:cubicBezTo>
                        <a:cubicBezTo>
                          <a:pt x="98498" y="382724"/>
                          <a:pt x="91697" y="381457"/>
                          <a:pt x="85916" y="380381"/>
                        </a:cubicBezTo>
                        <a:cubicBezTo>
                          <a:pt x="80134" y="379333"/>
                          <a:pt x="75314" y="378466"/>
                          <a:pt x="71942" y="377847"/>
                        </a:cubicBezTo>
                        <a:cubicBezTo>
                          <a:pt x="68561" y="377257"/>
                          <a:pt x="66627" y="376924"/>
                          <a:pt x="66627" y="376924"/>
                        </a:cubicBezTo>
                        <a:cubicBezTo>
                          <a:pt x="66227" y="375447"/>
                          <a:pt x="65837" y="373971"/>
                          <a:pt x="65437" y="372504"/>
                        </a:cubicBezTo>
                        <a:cubicBezTo>
                          <a:pt x="65437" y="372504"/>
                          <a:pt x="67361" y="372837"/>
                          <a:pt x="70733" y="373409"/>
                        </a:cubicBezTo>
                        <a:cubicBezTo>
                          <a:pt x="74105" y="373990"/>
                          <a:pt x="78924" y="374828"/>
                          <a:pt x="84677" y="375885"/>
                        </a:cubicBezTo>
                        <a:cubicBezTo>
                          <a:pt x="96193" y="377981"/>
                          <a:pt x="111642" y="380914"/>
                          <a:pt x="127016" y="384124"/>
                        </a:cubicBezTo>
                        <a:cubicBezTo>
                          <a:pt x="142465" y="387306"/>
                          <a:pt x="157820" y="390773"/>
                          <a:pt x="169421" y="393478"/>
                        </a:cubicBezTo>
                        <a:cubicBezTo>
                          <a:pt x="175231" y="394821"/>
                          <a:pt x="180022" y="396002"/>
                          <a:pt x="183394" y="396821"/>
                        </a:cubicBezTo>
                        <a:cubicBezTo>
                          <a:pt x="186766" y="397650"/>
                          <a:pt x="188690" y="398126"/>
                          <a:pt x="188690" y="398126"/>
                        </a:cubicBezTo>
                        <a:cubicBezTo>
                          <a:pt x="188690" y="398126"/>
                          <a:pt x="186509" y="391401"/>
                          <a:pt x="183023" y="381391"/>
                        </a:cubicBezTo>
                        <a:cubicBezTo>
                          <a:pt x="182156" y="378886"/>
                          <a:pt x="181223" y="376171"/>
                          <a:pt x="180232" y="373304"/>
                        </a:cubicBezTo>
                        <a:cubicBezTo>
                          <a:pt x="179213" y="370446"/>
                          <a:pt x="178137" y="367427"/>
                          <a:pt x="177022" y="364312"/>
                        </a:cubicBezTo>
                        <a:cubicBezTo>
                          <a:pt x="174822" y="358064"/>
                          <a:pt x="172345" y="351444"/>
                          <a:pt x="169897" y="344815"/>
                        </a:cubicBezTo>
                        <a:cubicBezTo>
                          <a:pt x="167459" y="338185"/>
                          <a:pt x="164878" y="331604"/>
                          <a:pt x="162525" y="325403"/>
                        </a:cubicBezTo>
                        <a:cubicBezTo>
                          <a:pt x="160096" y="319240"/>
                          <a:pt x="157829" y="313487"/>
                          <a:pt x="155886" y="308553"/>
                        </a:cubicBezTo>
                        <a:cubicBezTo>
                          <a:pt x="151895" y="298733"/>
                          <a:pt x="149238" y="292180"/>
                          <a:pt x="149238" y="292180"/>
                        </a:cubicBezTo>
                        <a:cubicBezTo>
                          <a:pt x="149238" y="292180"/>
                          <a:pt x="142342" y="289846"/>
                          <a:pt x="131997" y="286350"/>
                        </a:cubicBezTo>
                        <a:cubicBezTo>
                          <a:pt x="126854" y="284626"/>
                          <a:pt x="120787" y="282655"/>
                          <a:pt x="114329" y="280588"/>
                        </a:cubicBezTo>
                        <a:cubicBezTo>
                          <a:pt x="107871" y="278511"/>
                          <a:pt x="100994" y="276340"/>
                          <a:pt x="94078" y="274234"/>
                        </a:cubicBezTo>
                        <a:cubicBezTo>
                          <a:pt x="80315" y="269986"/>
                          <a:pt x="66494" y="265986"/>
                          <a:pt x="56188" y="263062"/>
                        </a:cubicBezTo>
                        <a:cubicBezTo>
                          <a:pt x="45844" y="260204"/>
                          <a:pt x="38957" y="258289"/>
                          <a:pt x="38957" y="258289"/>
                        </a:cubicBezTo>
                        <a:cubicBezTo>
                          <a:pt x="38633" y="256708"/>
                          <a:pt x="38319" y="255127"/>
                          <a:pt x="37995" y="253556"/>
                        </a:cubicBezTo>
                        <a:cubicBezTo>
                          <a:pt x="37995" y="253556"/>
                          <a:pt x="39700" y="254013"/>
                          <a:pt x="42682" y="254823"/>
                        </a:cubicBezTo>
                        <a:cubicBezTo>
                          <a:pt x="45653" y="255642"/>
                          <a:pt x="49911" y="256823"/>
                          <a:pt x="55016" y="258233"/>
                        </a:cubicBezTo>
                        <a:cubicBezTo>
                          <a:pt x="60141" y="259652"/>
                          <a:pt x="66094" y="261347"/>
                          <a:pt x="72466" y="263214"/>
                        </a:cubicBezTo>
                        <a:cubicBezTo>
                          <a:pt x="78838" y="265071"/>
                          <a:pt x="85687" y="267081"/>
                          <a:pt x="92478" y="269167"/>
                        </a:cubicBezTo>
                        <a:cubicBezTo>
                          <a:pt x="99270" y="271244"/>
                          <a:pt x="106118" y="273348"/>
                          <a:pt x="112490" y="275377"/>
                        </a:cubicBezTo>
                        <a:cubicBezTo>
                          <a:pt x="118872" y="277444"/>
                          <a:pt x="124835" y="279368"/>
                          <a:pt x="129940" y="281016"/>
                        </a:cubicBezTo>
                        <a:cubicBezTo>
                          <a:pt x="135064" y="282693"/>
                          <a:pt x="139284" y="284131"/>
                          <a:pt x="142275" y="285131"/>
                        </a:cubicBezTo>
                        <a:cubicBezTo>
                          <a:pt x="145256" y="286141"/>
                          <a:pt x="146952" y="286722"/>
                          <a:pt x="146952" y="286722"/>
                        </a:cubicBezTo>
                        <a:cubicBezTo>
                          <a:pt x="146952" y="286722"/>
                          <a:pt x="146266" y="285074"/>
                          <a:pt x="145066" y="282188"/>
                        </a:cubicBezTo>
                        <a:cubicBezTo>
                          <a:pt x="143875" y="279302"/>
                          <a:pt x="142132" y="275196"/>
                          <a:pt x="140018" y="270272"/>
                        </a:cubicBezTo>
                        <a:cubicBezTo>
                          <a:pt x="138960" y="267814"/>
                          <a:pt x="137817" y="265147"/>
                          <a:pt x="136608" y="262328"/>
                        </a:cubicBezTo>
                        <a:cubicBezTo>
                          <a:pt x="135379" y="259518"/>
                          <a:pt x="134074" y="256556"/>
                          <a:pt x="132731" y="253489"/>
                        </a:cubicBezTo>
                        <a:cubicBezTo>
                          <a:pt x="130064" y="247345"/>
                          <a:pt x="127102" y="240849"/>
                          <a:pt x="124177" y="234334"/>
                        </a:cubicBezTo>
                        <a:cubicBezTo>
                          <a:pt x="118253" y="221342"/>
                          <a:pt x="112214" y="208397"/>
                          <a:pt x="107556" y="198749"/>
                        </a:cubicBezTo>
                        <a:cubicBezTo>
                          <a:pt x="105251" y="193920"/>
                          <a:pt x="103308" y="189900"/>
                          <a:pt x="101918" y="187100"/>
                        </a:cubicBezTo>
                        <a:cubicBezTo>
                          <a:pt x="100546" y="184290"/>
                          <a:pt x="99755" y="182690"/>
                          <a:pt x="99755" y="182690"/>
                        </a:cubicBezTo>
                        <a:cubicBezTo>
                          <a:pt x="99755" y="182690"/>
                          <a:pt x="80143" y="177079"/>
                          <a:pt x="60541" y="171993"/>
                        </a:cubicBezTo>
                        <a:cubicBezTo>
                          <a:pt x="50768" y="169421"/>
                          <a:pt x="40929" y="166992"/>
                          <a:pt x="33614" y="165183"/>
                        </a:cubicBezTo>
                        <a:cubicBezTo>
                          <a:pt x="26270" y="163421"/>
                          <a:pt x="21374" y="162240"/>
                          <a:pt x="21374" y="162240"/>
                        </a:cubicBezTo>
                        <a:cubicBezTo>
                          <a:pt x="21126" y="160677"/>
                          <a:pt x="20869" y="159115"/>
                          <a:pt x="20622" y="157563"/>
                        </a:cubicBezTo>
                        <a:cubicBezTo>
                          <a:pt x="20622" y="157563"/>
                          <a:pt x="39700" y="162030"/>
                          <a:pt x="58845" y="166983"/>
                        </a:cubicBezTo>
                        <a:cubicBezTo>
                          <a:pt x="77953" y="171898"/>
                          <a:pt x="97117" y="177298"/>
                          <a:pt x="97117" y="177298"/>
                        </a:cubicBezTo>
                        <a:cubicBezTo>
                          <a:pt x="97117" y="177298"/>
                          <a:pt x="95745" y="174546"/>
                          <a:pt x="93345" y="169736"/>
                        </a:cubicBezTo>
                        <a:cubicBezTo>
                          <a:pt x="92154" y="167326"/>
                          <a:pt x="90688" y="164411"/>
                          <a:pt x="88983" y="161068"/>
                        </a:cubicBezTo>
                        <a:cubicBezTo>
                          <a:pt x="87278" y="157734"/>
                          <a:pt x="85392" y="153953"/>
                          <a:pt x="83258" y="149866"/>
                        </a:cubicBezTo>
                        <a:cubicBezTo>
                          <a:pt x="74819" y="133474"/>
                          <a:pt x="63284" y="111748"/>
                          <a:pt x="51235" y="90316"/>
                        </a:cubicBezTo>
                        <a:cubicBezTo>
                          <a:pt x="39214" y="68866"/>
                          <a:pt x="26689" y="47701"/>
                          <a:pt x="17012" y="32014"/>
                        </a:cubicBezTo>
                        <a:cubicBezTo>
                          <a:pt x="7353" y="16307"/>
                          <a:pt x="581" y="6077"/>
                          <a:pt x="581" y="6077"/>
                        </a:cubicBezTo>
                        <a:cubicBezTo>
                          <a:pt x="200" y="2096"/>
                          <a:pt x="0" y="0"/>
                          <a:pt x="0" y="0"/>
                        </a:cubicBezTo>
                        <a:cubicBezTo>
                          <a:pt x="0" y="0"/>
                          <a:pt x="1200" y="619"/>
                          <a:pt x="3439" y="1857"/>
                        </a:cubicBezTo>
                        <a:cubicBezTo>
                          <a:pt x="3439" y="1857"/>
                          <a:pt x="7896" y="8563"/>
                          <a:pt x="14307" y="18774"/>
                        </a:cubicBezTo>
                        <a:cubicBezTo>
                          <a:pt x="20736" y="28975"/>
                          <a:pt x="29108" y="42691"/>
                          <a:pt x="37252" y="56540"/>
                        </a:cubicBezTo>
                        <a:cubicBezTo>
                          <a:pt x="45415" y="70380"/>
                          <a:pt x="53331" y="84363"/>
                          <a:pt x="59188" y="94898"/>
                        </a:cubicBezTo>
                        <a:cubicBezTo>
                          <a:pt x="65027" y="105432"/>
                          <a:pt x="68847" y="112509"/>
                          <a:pt x="68847" y="112509"/>
                        </a:cubicBezTo>
                        <a:cubicBezTo>
                          <a:pt x="68847" y="112509"/>
                          <a:pt x="69856" y="109176"/>
                          <a:pt x="71361" y="104175"/>
                        </a:cubicBezTo>
                        <a:cubicBezTo>
                          <a:pt x="72838" y="99155"/>
                          <a:pt x="74800" y="92459"/>
                          <a:pt x="76762" y="85754"/>
                        </a:cubicBezTo>
                        <a:cubicBezTo>
                          <a:pt x="80620" y="72333"/>
                          <a:pt x="84277" y="58741"/>
                          <a:pt x="84277" y="58741"/>
                        </a:cubicBezTo>
                        <a:cubicBezTo>
                          <a:pt x="85534" y="59798"/>
                          <a:pt x="86811" y="60865"/>
                          <a:pt x="88097" y="61941"/>
                        </a:cubicBezTo>
                        <a:cubicBezTo>
                          <a:pt x="88097" y="61941"/>
                          <a:pt x="84258" y="76114"/>
                          <a:pt x="80172" y="90135"/>
                        </a:cubicBezTo>
                        <a:cubicBezTo>
                          <a:pt x="78153" y="97146"/>
                          <a:pt x="76057" y="104127"/>
                          <a:pt x="74476" y="109347"/>
                        </a:cubicBezTo>
                        <a:cubicBezTo>
                          <a:pt x="72885" y="114557"/>
                          <a:pt x="71828" y="118034"/>
                          <a:pt x="71828" y="118034"/>
                        </a:cubicBezTo>
                        <a:cubicBezTo>
                          <a:pt x="71828" y="118034"/>
                          <a:pt x="84601" y="141704"/>
                          <a:pt x="96631" y="165764"/>
                        </a:cubicBezTo>
                        <a:cubicBezTo>
                          <a:pt x="102670" y="177784"/>
                          <a:pt x="108556" y="189872"/>
                          <a:pt x="112900" y="198977"/>
                        </a:cubicBezTo>
                        <a:cubicBezTo>
                          <a:pt x="115100" y="203521"/>
                          <a:pt x="116862" y="207331"/>
                          <a:pt x="118120" y="209988"/>
                        </a:cubicBezTo>
                        <a:cubicBezTo>
                          <a:pt x="119367" y="212655"/>
                          <a:pt x="120082" y="214170"/>
                          <a:pt x="120082" y="214170"/>
                        </a:cubicBezTo>
                        <a:cubicBezTo>
                          <a:pt x="120082" y="214170"/>
                          <a:pt x="122425" y="208817"/>
                          <a:pt x="125940" y="200787"/>
                        </a:cubicBezTo>
                        <a:cubicBezTo>
                          <a:pt x="129426" y="192739"/>
                          <a:pt x="134017" y="181947"/>
                          <a:pt x="138513" y="171060"/>
                        </a:cubicBezTo>
                        <a:cubicBezTo>
                          <a:pt x="140741" y="165602"/>
                          <a:pt x="142961" y="160144"/>
                          <a:pt x="145056" y="155029"/>
                        </a:cubicBezTo>
                        <a:cubicBezTo>
                          <a:pt x="147095" y="149886"/>
                          <a:pt x="149009" y="145085"/>
                          <a:pt x="150638" y="140961"/>
                        </a:cubicBezTo>
                        <a:cubicBezTo>
                          <a:pt x="152248" y="136827"/>
                          <a:pt x="153600" y="133369"/>
                          <a:pt x="154534" y="130959"/>
                        </a:cubicBezTo>
                        <a:cubicBezTo>
                          <a:pt x="155467" y="128540"/>
                          <a:pt x="155991" y="127159"/>
                          <a:pt x="155991" y="127159"/>
                        </a:cubicBezTo>
                        <a:cubicBezTo>
                          <a:pt x="157134" y="128407"/>
                          <a:pt x="158267" y="129645"/>
                          <a:pt x="159420" y="130902"/>
                        </a:cubicBezTo>
                        <a:cubicBezTo>
                          <a:pt x="159420" y="130902"/>
                          <a:pt x="150714" y="153496"/>
                          <a:pt x="141484" y="175622"/>
                        </a:cubicBezTo>
                        <a:cubicBezTo>
                          <a:pt x="136865" y="186709"/>
                          <a:pt x="132178" y="197682"/>
                          <a:pt x="128578" y="205892"/>
                        </a:cubicBezTo>
                        <a:cubicBezTo>
                          <a:pt x="126787" y="209979"/>
                          <a:pt x="125282" y="213389"/>
                          <a:pt x="124235" y="215770"/>
                        </a:cubicBezTo>
                        <a:cubicBezTo>
                          <a:pt x="123168" y="218151"/>
                          <a:pt x="122558" y="219513"/>
                          <a:pt x="122558" y="219513"/>
                        </a:cubicBezTo>
                        <a:cubicBezTo>
                          <a:pt x="122558" y="219513"/>
                          <a:pt x="125187" y="225247"/>
                          <a:pt x="129121" y="233839"/>
                        </a:cubicBezTo>
                        <a:cubicBezTo>
                          <a:pt x="133017" y="242459"/>
                          <a:pt x="138151" y="253965"/>
                          <a:pt x="143123" y="265557"/>
                        </a:cubicBezTo>
                        <a:cubicBezTo>
                          <a:pt x="145609" y="271348"/>
                          <a:pt x="148095" y="277139"/>
                          <a:pt x="150352" y="282607"/>
                        </a:cubicBezTo>
                        <a:cubicBezTo>
                          <a:pt x="152638" y="288055"/>
                          <a:pt x="154753" y="293151"/>
                          <a:pt x="156505" y="297542"/>
                        </a:cubicBezTo>
                        <a:cubicBezTo>
                          <a:pt x="158277" y="301923"/>
                          <a:pt x="159753" y="305581"/>
                          <a:pt x="160792" y="308134"/>
                        </a:cubicBezTo>
                        <a:cubicBezTo>
                          <a:pt x="161801" y="310696"/>
                          <a:pt x="162382" y="312163"/>
                          <a:pt x="162382" y="312163"/>
                        </a:cubicBezTo>
                        <a:cubicBezTo>
                          <a:pt x="162382" y="312163"/>
                          <a:pt x="165964" y="305438"/>
                          <a:pt x="171155" y="295275"/>
                        </a:cubicBezTo>
                        <a:cubicBezTo>
                          <a:pt x="173746" y="290189"/>
                          <a:pt x="176803" y="284217"/>
                          <a:pt x="179984" y="277797"/>
                        </a:cubicBezTo>
                        <a:cubicBezTo>
                          <a:pt x="183166" y="271386"/>
                          <a:pt x="186547" y="264500"/>
                          <a:pt x="189900" y="257566"/>
                        </a:cubicBezTo>
                        <a:cubicBezTo>
                          <a:pt x="193215" y="250660"/>
                          <a:pt x="196510" y="243697"/>
                          <a:pt x="199587" y="237144"/>
                        </a:cubicBezTo>
                        <a:cubicBezTo>
                          <a:pt x="202654" y="230591"/>
                          <a:pt x="205445" y="224457"/>
                          <a:pt x="207855" y="219170"/>
                        </a:cubicBezTo>
                        <a:cubicBezTo>
                          <a:pt x="210264" y="213884"/>
                          <a:pt x="212246" y="209455"/>
                          <a:pt x="213608" y="206359"/>
                        </a:cubicBezTo>
                        <a:cubicBezTo>
                          <a:pt x="214979" y="203254"/>
                          <a:pt x="215760" y="201482"/>
                          <a:pt x="215760" y="201482"/>
                        </a:cubicBezTo>
                        <a:cubicBezTo>
                          <a:pt x="216779" y="202940"/>
                          <a:pt x="217799" y="204397"/>
                          <a:pt x="218827" y="205864"/>
                        </a:cubicBezTo>
                        <a:cubicBezTo>
                          <a:pt x="218827" y="205864"/>
                          <a:pt x="218027" y="207655"/>
                          <a:pt x="216637" y="210788"/>
                        </a:cubicBezTo>
                        <a:cubicBezTo>
                          <a:pt x="215227" y="213913"/>
                          <a:pt x="213208" y="218370"/>
                          <a:pt x="210779" y="223733"/>
                        </a:cubicBezTo>
                        <a:cubicBezTo>
                          <a:pt x="208359" y="229057"/>
                          <a:pt x="205483" y="235268"/>
                          <a:pt x="202368" y="241897"/>
                        </a:cubicBezTo>
                        <a:cubicBezTo>
                          <a:pt x="199254" y="248517"/>
                          <a:pt x="195939" y="255527"/>
                          <a:pt x="192519" y="262519"/>
                        </a:cubicBezTo>
                        <a:cubicBezTo>
                          <a:pt x="185757" y="276492"/>
                          <a:pt x="178756" y="290313"/>
                          <a:pt x="173479" y="300562"/>
                        </a:cubicBezTo>
                        <a:cubicBezTo>
                          <a:pt x="168154" y="310839"/>
                          <a:pt x="164544" y="317602"/>
                          <a:pt x="164544" y="317602"/>
                        </a:cubicBezTo>
                        <a:cubicBezTo>
                          <a:pt x="164544" y="317602"/>
                          <a:pt x="165392" y="319774"/>
                          <a:pt x="166888" y="323564"/>
                        </a:cubicBezTo>
                        <a:cubicBezTo>
                          <a:pt x="168345" y="327375"/>
                          <a:pt x="170421" y="332804"/>
                          <a:pt x="172907" y="339328"/>
                        </a:cubicBezTo>
                        <a:cubicBezTo>
                          <a:pt x="177784" y="352416"/>
                          <a:pt x="184185" y="369913"/>
                          <a:pt x="190157" y="387553"/>
                        </a:cubicBezTo>
                        <a:cubicBezTo>
                          <a:pt x="196110" y="405203"/>
                          <a:pt x="201778" y="422948"/>
                          <a:pt x="205759" y="436340"/>
                        </a:cubicBezTo>
                        <a:cubicBezTo>
                          <a:pt x="206788" y="439684"/>
                          <a:pt x="207702" y="442751"/>
                          <a:pt x="208474" y="445475"/>
                        </a:cubicBezTo>
                        <a:cubicBezTo>
                          <a:pt x="209264" y="448199"/>
                          <a:pt x="209950" y="450580"/>
                          <a:pt x="210512" y="452533"/>
                        </a:cubicBezTo>
                        <a:cubicBezTo>
                          <a:pt x="211645" y="456448"/>
                          <a:pt x="212293" y="458686"/>
                          <a:pt x="212293" y="458686"/>
                        </a:cubicBezTo>
                        <a:cubicBezTo>
                          <a:pt x="212293" y="458686"/>
                          <a:pt x="217751" y="452466"/>
                          <a:pt x="225885" y="442922"/>
                        </a:cubicBezTo>
                        <a:cubicBezTo>
                          <a:pt x="234067" y="433369"/>
                          <a:pt x="244678" y="420529"/>
                          <a:pt x="255270" y="407365"/>
                        </a:cubicBezTo>
                        <a:cubicBezTo>
                          <a:pt x="265738" y="394268"/>
                          <a:pt x="276177" y="380838"/>
                          <a:pt x="283788" y="370723"/>
                        </a:cubicBezTo>
                        <a:cubicBezTo>
                          <a:pt x="291456" y="360588"/>
                          <a:pt x="296513" y="353711"/>
                          <a:pt x="296513" y="353711"/>
                        </a:cubicBezTo>
                        <a:cubicBezTo>
                          <a:pt x="297142" y="355435"/>
                          <a:pt x="297771" y="357169"/>
                          <a:pt x="298390" y="358893"/>
                        </a:cubicBezTo>
                        <a:cubicBezTo>
                          <a:pt x="298390" y="358893"/>
                          <a:pt x="293303" y="365760"/>
                          <a:pt x="285617" y="375876"/>
                        </a:cubicBezTo>
                        <a:cubicBezTo>
                          <a:pt x="281769" y="380933"/>
                          <a:pt x="277206" y="386839"/>
                          <a:pt x="272320" y="393078"/>
                        </a:cubicBezTo>
                        <a:cubicBezTo>
                          <a:pt x="267433" y="399326"/>
                          <a:pt x="262214" y="405927"/>
                          <a:pt x="256889" y="412499"/>
                        </a:cubicBezTo>
                        <a:cubicBezTo>
                          <a:pt x="251584" y="419062"/>
                          <a:pt x="246259" y="425558"/>
                          <a:pt x="241240" y="431597"/>
                        </a:cubicBezTo>
                        <a:cubicBezTo>
                          <a:pt x="236172" y="437655"/>
                          <a:pt x="231429" y="443237"/>
                          <a:pt x="227352" y="447999"/>
                        </a:cubicBezTo>
                        <a:cubicBezTo>
                          <a:pt x="219227" y="457505"/>
                          <a:pt x="213655" y="463734"/>
                          <a:pt x="213655" y="463734"/>
                        </a:cubicBezTo>
                        <a:cubicBezTo>
                          <a:pt x="213655" y="463734"/>
                          <a:pt x="214189" y="465687"/>
                          <a:pt x="215132" y="469106"/>
                        </a:cubicBezTo>
                        <a:cubicBezTo>
                          <a:pt x="216065" y="472526"/>
                          <a:pt x="217437" y="477403"/>
                          <a:pt x="218923" y="483289"/>
                        </a:cubicBezTo>
                        <a:cubicBezTo>
                          <a:pt x="220447" y="489166"/>
                          <a:pt x="222247" y="496024"/>
                          <a:pt x="224009" y="503416"/>
                        </a:cubicBezTo>
                        <a:cubicBezTo>
                          <a:pt x="224895" y="507111"/>
                          <a:pt x="225857" y="510912"/>
                          <a:pt x="226752" y="514798"/>
                        </a:cubicBezTo>
                        <a:cubicBezTo>
                          <a:pt x="227638" y="518684"/>
                          <a:pt x="228533" y="522637"/>
                          <a:pt x="229429" y="526590"/>
                        </a:cubicBezTo>
                        <a:cubicBezTo>
                          <a:pt x="230353" y="530533"/>
                          <a:pt x="231181" y="534496"/>
                          <a:pt x="232000" y="538401"/>
                        </a:cubicBezTo>
                        <a:cubicBezTo>
                          <a:pt x="232820" y="542306"/>
                          <a:pt x="233629" y="546145"/>
                          <a:pt x="234420" y="549859"/>
                        </a:cubicBezTo>
                        <a:cubicBezTo>
                          <a:pt x="235849" y="557317"/>
                          <a:pt x="237239" y="564271"/>
                          <a:pt x="238335" y="570252"/>
                        </a:cubicBezTo>
                        <a:cubicBezTo>
                          <a:pt x="239392" y="576234"/>
                          <a:pt x="240268" y="581225"/>
                          <a:pt x="240878" y="584721"/>
                        </a:cubicBezTo>
                        <a:cubicBezTo>
                          <a:pt x="241192" y="586464"/>
                          <a:pt x="241421" y="587836"/>
                          <a:pt x="241563" y="588779"/>
                        </a:cubicBezTo>
                        <a:cubicBezTo>
                          <a:pt x="241716" y="589712"/>
                          <a:pt x="241792" y="590217"/>
                          <a:pt x="241792" y="590217"/>
                        </a:cubicBezTo>
                        <a:cubicBezTo>
                          <a:pt x="241792" y="590217"/>
                          <a:pt x="243240" y="588798"/>
                          <a:pt x="245783" y="586312"/>
                        </a:cubicBezTo>
                        <a:cubicBezTo>
                          <a:pt x="248288" y="583825"/>
                          <a:pt x="251860" y="580263"/>
                          <a:pt x="256137" y="575920"/>
                        </a:cubicBezTo>
                        <a:cubicBezTo>
                          <a:pt x="260404" y="571586"/>
                          <a:pt x="265414" y="566471"/>
                          <a:pt x="270691" y="560927"/>
                        </a:cubicBezTo>
                        <a:cubicBezTo>
                          <a:pt x="275939" y="555393"/>
                          <a:pt x="281521" y="549412"/>
                          <a:pt x="287084" y="543354"/>
                        </a:cubicBezTo>
                        <a:cubicBezTo>
                          <a:pt x="292684" y="537277"/>
                          <a:pt x="298094" y="531181"/>
                          <a:pt x="303228" y="525371"/>
                        </a:cubicBezTo>
                        <a:cubicBezTo>
                          <a:pt x="308324" y="519570"/>
                          <a:pt x="313144" y="514064"/>
                          <a:pt x="317125" y="509349"/>
                        </a:cubicBezTo>
                        <a:cubicBezTo>
                          <a:pt x="325155" y="499901"/>
                          <a:pt x="330479" y="493462"/>
                          <a:pt x="330479" y="493462"/>
                        </a:cubicBezTo>
                        <a:cubicBezTo>
                          <a:pt x="330708" y="495595"/>
                          <a:pt x="330946" y="497739"/>
                          <a:pt x="331184" y="499882"/>
                        </a:cubicBezTo>
                        <a:cubicBezTo>
                          <a:pt x="331184" y="499882"/>
                          <a:pt x="329860" y="501463"/>
                          <a:pt x="327536" y="504225"/>
                        </a:cubicBezTo>
                        <a:cubicBezTo>
                          <a:pt x="325203" y="506987"/>
                          <a:pt x="321926" y="510902"/>
                          <a:pt x="317859" y="515588"/>
                        </a:cubicBezTo>
                        <a:cubicBezTo>
                          <a:pt x="309753" y="524971"/>
                          <a:pt x="298980" y="537229"/>
                          <a:pt x="287845" y="549212"/>
                        </a:cubicBezTo>
                        <a:cubicBezTo>
                          <a:pt x="276844" y="561175"/>
                          <a:pt x="265471" y="572843"/>
                          <a:pt x="256985" y="581397"/>
                        </a:cubicBezTo>
                        <a:cubicBezTo>
                          <a:pt x="252755" y="585673"/>
                          <a:pt x="249107" y="589217"/>
                          <a:pt x="246602" y="591674"/>
                        </a:cubicBezTo>
                        <a:cubicBezTo>
                          <a:pt x="244078" y="594122"/>
                          <a:pt x="242640" y="595522"/>
                          <a:pt x="242640" y="595522"/>
                        </a:cubicBezTo>
                        <a:cubicBezTo>
                          <a:pt x="242640" y="595522"/>
                          <a:pt x="243049" y="598123"/>
                          <a:pt x="243773" y="602685"/>
                        </a:cubicBezTo>
                        <a:cubicBezTo>
                          <a:pt x="244516" y="607238"/>
                          <a:pt x="245345" y="613782"/>
                          <a:pt x="246459" y="621611"/>
                        </a:cubicBezTo>
                        <a:cubicBezTo>
                          <a:pt x="248479" y="637299"/>
                          <a:pt x="250908" y="658263"/>
                          <a:pt x="252336" y="679323"/>
                        </a:cubicBezTo>
                        <a:cubicBezTo>
                          <a:pt x="253803" y="700373"/>
                          <a:pt x="254375" y="721481"/>
                          <a:pt x="254441" y="737311"/>
                        </a:cubicBezTo>
                        <a:cubicBezTo>
                          <a:pt x="254356" y="745227"/>
                          <a:pt x="254279" y="751827"/>
                          <a:pt x="254232" y="756438"/>
                        </a:cubicBezTo>
                        <a:cubicBezTo>
                          <a:pt x="254070" y="761057"/>
                          <a:pt x="253975" y="763686"/>
                          <a:pt x="253975" y="763686"/>
                        </a:cubicBezTo>
                        <a:cubicBezTo>
                          <a:pt x="253975" y="763686"/>
                          <a:pt x="257185" y="761124"/>
                          <a:pt x="262004" y="757276"/>
                        </a:cubicBezTo>
                        <a:cubicBezTo>
                          <a:pt x="266738" y="753390"/>
                          <a:pt x="273034" y="748113"/>
                          <a:pt x="279330" y="742693"/>
                        </a:cubicBezTo>
                        <a:cubicBezTo>
                          <a:pt x="285693" y="737273"/>
                          <a:pt x="291760" y="731720"/>
                          <a:pt x="296408" y="727491"/>
                        </a:cubicBezTo>
                        <a:cubicBezTo>
                          <a:pt x="301038" y="723224"/>
                          <a:pt x="304114" y="720376"/>
                          <a:pt x="304114" y="720376"/>
                        </a:cubicBezTo>
                        <a:cubicBezTo>
                          <a:pt x="302790" y="723719"/>
                          <a:pt x="301447" y="727043"/>
                          <a:pt x="300066" y="730348"/>
                        </a:cubicBezTo>
                        <a:cubicBezTo>
                          <a:pt x="300066" y="730348"/>
                          <a:pt x="297237" y="732911"/>
                          <a:pt x="292999" y="736759"/>
                        </a:cubicBezTo>
                        <a:cubicBezTo>
                          <a:pt x="288722" y="740578"/>
                          <a:pt x="282912" y="745598"/>
                          <a:pt x="277149" y="750494"/>
                        </a:cubicBezTo>
                        <a:cubicBezTo>
                          <a:pt x="274253" y="752942"/>
                          <a:pt x="271386" y="755361"/>
                          <a:pt x="268662" y="757609"/>
                        </a:cubicBezTo>
                        <a:cubicBezTo>
                          <a:pt x="265900" y="759838"/>
                          <a:pt x="263319" y="761914"/>
                          <a:pt x="261109" y="763696"/>
                        </a:cubicBezTo>
                        <a:cubicBezTo>
                          <a:pt x="256689" y="767191"/>
                          <a:pt x="253746" y="769515"/>
                          <a:pt x="253746" y="769515"/>
                        </a:cubicBezTo>
                        <a:cubicBezTo>
                          <a:pt x="253746" y="769515"/>
                          <a:pt x="253717" y="770239"/>
                          <a:pt x="253670" y="771506"/>
                        </a:cubicBezTo>
                        <a:cubicBezTo>
                          <a:pt x="253613" y="772773"/>
                          <a:pt x="253584" y="774583"/>
                          <a:pt x="253451" y="776754"/>
                        </a:cubicBezTo>
                        <a:cubicBezTo>
                          <a:pt x="253184" y="781098"/>
                          <a:pt x="252822" y="786889"/>
                          <a:pt x="252460" y="792671"/>
                        </a:cubicBezTo>
                        <a:cubicBezTo>
                          <a:pt x="252051" y="798452"/>
                          <a:pt x="251460" y="804224"/>
                          <a:pt x="251108" y="808568"/>
                        </a:cubicBezTo>
                        <a:cubicBezTo>
                          <a:pt x="250908" y="810730"/>
                          <a:pt x="250746" y="812540"/>
                          <a:pt x="250631" y="813807"/>
                        </a:cubicBezTo>
                        <a:cubicBezTo>
                          <a:pt x="250488" y="815064"/>
                          <a:pt x="250403" y="815788"/>
                          <a:pt x="250403" y="815788"/>
                        </a:cubicBezTo>
                        <a:cubicBezTo>
                          <a:pt x="250403" y="815788"/>
                          <a:pt x="250146" y="817997"/>
                          <a:pt x="249765" y="821303"/>
                        </a:cubicBezTo>
                        <a:cubicBezTo>
                          <a:pt x="249364" y="824608"/>
                          <a:pt x="248898" y="829028"/>
                          <a:pt x="248317" y="833428"/>
                        </a:cubicBezTo>
                        <a:cubicBezTo>
                          <a:pt x="247040" y="842220"/>
                          <a:pt x="245764" y="851002"/>
                          <a:pt x="245764" y="851002"/>
                        </a:cubicBezTo>
                        <a:lnTo>
                          <a:pt x="241116" y="850259"/>
                        </a:lnTo>
                        <a:cubicBezTo>
                          <a:pt x="241116" y="850259"/>
                          <a:pt x="242440" y="841134"/>
                          <a:pt x="243764" y="831999"/>
                        </a:cubicBezTo>
                        <a:cubicBezTo>
                          <a:pt x="244831" y="822836"/>
                          <a:pt x="245907" y="813673"/>
                          <a:pt x="245907" y="813673"/>
                        </a:cubicBezTo>
                        <a:cubicBezTo>
                          <a:pt x="245907" y="813673"/>
                          <a:pt x="245983" y="813130"/>
                          <a:pt x="246059" y="812111"/>
                        </a:cubicBezTo>
                        <a:cubicBezTo>
                          <a:pt x="246145" y="811092"/>
                          <a:pt x="246278" y="809597"/>
                          <a:pt x="246450" y="807701"/>
                        </a:cubicBezTo>
                        <a:cubicBezTo>
                          <a:pt x="246621" y="805796"/>
                          <a:pt x="246821" y="803491"/>
                          <a:pt x="247059" y="800843"/>
                        </a:cubicBezTo>
                        <a:cubicBezTo>
                          <a:pt x="247174" y="799519"/>
                          <a:pt x="247298" y="798109"/>
                          <a:pt x="247431" y="796623"/>
                        </a:cubicBezTo>
                        <a:cubicBezTo>
                          <a:pt x="247498" y="795881"/>
                          <a:pt x="247564" y="795119"/>
                          <a:pt x="247631" y="794338"/>
                        </a:cubicBezTo>
                        <a:cubicBezTo>
                          <a:pt x="247679" y="793557"/>
                          <a:pt x="247726" y="792756"/>
                          <a:pt x="247783" y="791937"/>
                        </a:cubicBezTo>
                        <a:cubicBezTo>
                          <a:pt x="247983" y="788670"/>
                          <a:pt x="248202" y="785136"/>
                          <a:pt x="248441" y="781393"/>
                        </a:cubicBezTo>
                        <a:cubicBezTo>
                          <a:pt x="248555" y="779526"/>
                          <a:pt x="248679" y="777602"/>
                          <a:pt x="248803" y="775640"/>
                        </a:cubicBezTo>
                        <a:cubicBezTo>
                          <a:pt x="248879" y="773678"/>
                          <a:pt x="248945" y="771668"/>
                          <a:pt x="249022" y="769620"/>
                        </a:cubicBezTo>
                        <a:cubicBezTo>
                          <a:pt x="249174" y="765534"/>
                          <a:pt x="249326" y="761314"/>
                          <a:pt x="249479" y="757019"/>
                        </a:cubicBezTo>
                        <a:cubicBezTo>
                          <a:pt x="249536" y="752723"/>
                          <a:pt x="249584" y="748360"/>
                          <a:pt x="249641" y="743998"/>
                        </a:cubicBezTo>
                        <a:cubicBezTo>
                          <a:pt x="249660" y="741817"/>
                          <a:pt x="249688" y="739635"/>
                          <a:pt x="249707" y="737464"/>
                        </a:cubicBezTo>
                        <a:cubicBezTo>
                          <a:pt x="249679" y="735292"/>
                          <a:pt x="249660" y="733130"/>
                          <a:pt x="249631" y="730977"/>
                        </a:cubicBezTo>
                        <a:cubicBezTo>
                          <a:pt x="249574" y="726682"/>
                          <a:pt x="249517" y="722452"/>
                          <a:pt x="249460" y="718366"/>
                        </a:cubicBezTo>
                        <a:cubicBezTo>
                          <a:pt x="249317" y="714280"/>
                          <a:pt x="249174" y="710327"/>
                          <a:pt x="249050" y="706574"/>
                        </a:cubicBezTo>
                        <a:cubicBezTo>
                          <a:pt x="248984" y="704698"/>
                          <a:pt x="248917" y="702878"/>
                          <a:pt x="248860" y="701116"/>
                        </a:cubicBezTo>
                        <a:cubicBezTo>
                          <a:pt x="248803" y="699354"/>
                          <a:pt x="248669" y="697649"/>
                          <a:pt x="248583" y="696020"/>
                        </a:cubicBezTo>
                        <a:cubicBezTo>
                          <a:pt x="248202" y="689486"/>
                          <a:pt x="247926" y="684038"/>
                          <a:pt x="247650" y="680228"/>
                        </a:cubicBezTo>
                        <a:cubicBezTo>
                          <a:pt x="247355" y="676418"/>
                          <a:pt x="247183" y="674246"/>
                          <a:pt x="247183" y="674246"/>
                        </a:cubicBezTo>
                        <a:cubicBezTo>
                          <a:pt x="247183" y="674246"/>
                          <a:pt x="241659" y="671436"/>
                          <a:pt x="233391" y="667398"/>
                        </a:cubicBezTo>
                        <a:cubicBezTo>
                          <a:pt x="231324" y="666398"/>
                          <a:pt x="229086" y="665312"/>
                          <a:pt x="226714" y="664159"/>
                        </a:cubicBezTo>
                        <a:cubicBezTo>
                          <a:pt x="224323" y="663035"/>
                          <a:pt x="221799" y="661845"/>
                          <a:pt x="219189" y="660616"/>
                        </a:cubicBezTo>
                        <a:cubicBezTo>
                          <a:pt x="213970" y="658178"/>
                          <a:pt x="208407" y="655634"/>
                          <a:pt x="202854" y="653139"/>
                        </a:cubicBezTo>
                        <a:cubicBezTo>
                          <a:pt x="200073" y="651910"/>
                          <a:pt x="197301" y="650672"/>
                          <a:pt x="194567" y="649462"/>
                        </a:cubicBezTo>
                        <a:cubicBezTo>
                          <a:pt x="191805" y="648272"/>
                          <a:pt x="189090" y="647110"/>
                          <a:pt x="186461" y="645976"/>
                        </a:cubicBezTo>
                        <a:cubicBezTo>
                          <a:pt x="181204" y="643738"/>
                          <a:pt x="176308" y="641700"/>
                          <a:pt x="172107" y="639976"/>
                        </a:cubicBezTo>
                        <a:cubicBezTo>
                          <a:pt x="167916" y="638270"/>
                          <a:pt x="164421" y="636861"/>
                          <a:pt x="161973" y="635861"/>
                        </a:cubicBezTo>
                        <a:cubicBezTo>
                          <a:pt x="159506" y="634889"/>
                          <a:pt x="158096" y="634327"/>
                          <a:pt x="158096" y="634327"/>
                        </a:cubicBezTo>
                        <a:cubicBezTo>
                          <a:pt x="157286" y="632555"/>
                          <a:pt x="156467" y="630784"/>
                          <a:pt x="155658" y="629012"/>
                        </a:cubicBezTo>
                        <a:cubicBezTo>
                          <a:pt x="155658" y="629012"/>
                          <a:pt x="161411" y="631212"/>
                          <a:pt x="170040" y="634680"/>
                        </a:cubicBezTo>
                        <a:cubicBezTo>
                          <a:pt x="178594" y="638137"/>
                          <a:pt x="190014" y="642899"/>
                          <a:pt x="201473" y="647910"/>
                        </a:cubicBezTo>
                        <a:cubicBezTo>
                          <a:pt x="212817" y="652910"/>
                          <a:pt x="224161" y="658187"/>
                          <a:pt x="232696" y="662264"/>
                        </a:cubicBezTo>
                        <a:cubicBezTo>
                          <a:pt x="236972" y="664293"/>
                          <a:pt x="240440" y="666026"/>
                          <a:pt x="242916" y="667245"/>
                        </a:cubicBezTo>
                        <a:cubicBezTo>
                          <a:pt x="245374" y="668474"/>
                          <a:pt x="246783" y="669169"/>
                          <a:pt x="246783" y="669169"/>
                        </a:cubicBezTo>
                        <a:cubicBezTo>
                          <a:pt x="246783" y="669169"/>
                          <a:pt x="246621" y="667141"/>
                          <a:pt x="246345" y="663578"/>
                        </a:cubicBezTo>
                        <a:cubicBezTo>
                          <a:pt x="246031" y="660025"/>
                          <a:pt x="245497" y="654958"/>
                          <a:pt x="244907" y="648872"/>
                        </a:cubicBezTo>
                        <a:cubicBezTo>
                          <a:pt x="244754" y="647348"/>
                          <a:pt x="244602" y="645766"/>
                          <a:pt x="244431" y="644128"/>
                        </a:cubicBezTo>
                        <a:cubicBezTo>
                          <a:pt x="244240" y="642490"/>
                          <a:pt x="244040" y="640795"/>
                          <a:pt x="243831" y="639061"/>
                        </a:cubicBezTo>
                        <a:cubicBezTo>
                          <a:pt x="243411" y="635584"/>
                          <a:pt x="242973" y="631908"/>
                          <a:pt x="242526" y="628117"/>
                        </a:cubicBezTo>
                        <a:cubicBezTo>
                          <a:pt x="242106" y="624316"/>
                          <a:pt x="241497" y="620411"/>
                          <a:pt x="240963" y="616430"/>
                        </a:cubicBezTo>
                        <a:cubicBezTo>
                          <a:pt x="240392" y="612458"/>
                          <a:pt x="239887" y="608409"/>
                          <a:pt x="239249" y="604381"/>
                        </a:cubicBezTo>
                        <a:cubicBezTo>
                          <a:pt x="237954" y="596322"/>
                          <a:pt x="236782" y="588255"/>
                          <a:pt x="235391" y="580730"/>
                        </a:cubicBezTo>
                        <a:cubicBezTo>
                          <a:pt x="234725" y="576967"/>
                          <a:pt x="234086" y="573319"/>
                          <a:pt x="233477" y="569871"/>
                        </a:cubicBezTo>
                        <a:cubicBezTo>
                          <a:pt x="232810" y="566433"/>
                          <a:pt x="232191" y="563175"/>
                          <a:pt x="231610" y="560165"/>
                        </a:cubicBezTo>
                        <a:cubicBezTo>
                          <a:pt x="231029" y="557165"/>
                          <a:pt x="230495" y="554412"/>
                          <a:pt x="230019" y="551964"/>
                        </a:cubicBezTo>
                        <a:cubicBezTo>
                          <a:pt x="229543" y="549526"/>
                          <a:pt x="229067" y="547411"/>
                          <a:pt x="228714" y="545659"/>
                        </a:cubicBezTo>
                        <a:cubicBezTo>
                          <a:pt x="227981" y="542163"/>
                          <a:pt x="227562" y="540172"/>
                          <a:pt x="227562" y="540172"/>
                        </a:cubicBezTo>
                        <a:cubicBezTo>
                          <a:pt x="227562" y="540172"/>
                          <a:pt x="225628" y="539363"/>
                          <a:pt x="222228" y="537953"/>
                        </a:cubicBezTo>
                        <a:cubicBezTo>
                          <a:pt x="218837" y="536553"/>
                          <a:pt x="214008" y="534562"/>
                          <a:pt x="208140" y="532247"/>
                        </a:cubicBezTo>
                        <a:cubicBezTo>
                          <a:pt x="202292" y="529933"/>
                          <a:pt x="195472" y="527276"/>
                          <a:pt x="188185" y="524504"/>
                        </a:cubicBezTo>
                        <a:cubicBezTo>
                          <a:pt x="180908" y="521732"/>
                          <a:pt x="173031" y="518874"/>
                          <a:pt x="165240" y="516084"/>
                        </a:cubicBezTo>
                        <a:cubicBezTo>
                          <a:pt x="161344" y="514712"/>
                          <a:pt x="157448" y="513331"/>
                          <a:pt x="153610" y="511978"/>
                        </a:cubicBezTo>
                        <a:cubicBezTo>
                          <a:pt x="149752" y="510664"/>
                          <a:pt x="145952" y="509378"/>
                          <a:pt x="142275" y="508121"/>
                        </a:cubicBezTo>
                        <a:cubicBezTo>
                          <a:pt x="134922" y="505654"/>
                          <a:pt x="128111" y="503416"/>
                          <a:pt x="122234" y="501539"/>
                        </a:cubicBezTo>
                        <a:cubicBezTo>
                          <a:pt x="110452" y="497872"/>
                          <a:pt x="102632" y="495529"/>
                          <a:pt x="102632" y="495529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42" name="Google Shape;1994;p65">
                  <a:extLst>
                    <a:ext uri="{FF2B5EF4-FFF2-40B4-BE49-F238E27FC236}">
                      <a16:creationId xmlns:a16="http://schemas.microsoft.com/office/drawing/2014/main" id="{765DFD4C-8C15-4039-7706-66166BCB885C}"/>
                    </a:ext>
                  </a:extLst>
                </p:cNvPr>
                <p:cNvGrpSpPr/>
                <p:nvPr/>
              </p:nvGrpSpPr>
              <p:grpSpPr>
                <a:xfrm>
                  <a:off x="4533414" y="3785006"/>
                  <a:ext cx="264142" cy="874566"/>
                  <a:chOff x="4533414" y="3785006"/>
                  <a:chExt cx="264142" cy="874566"/>
                </a:xfrm>
              </p:grpSpPr>
              <p:sp>
                <p:nvSpPr>
                  <p:cNvPr id="945" name="Google Shape;1995;p65">
                    <a:extLst>
                      <a:ext uri="{FF2B5EF4-FFF2-40B4-BE49-F238E27FC236}">
                        <a16:creationId xmlns:a16="http://schemas.microsoft.com/office/drawing/2014/main" id="{22D8C6C4-4B97-E48C-9B81-6E89633E1417}"/>
                      </a:ext>
                    </a:extLst>
                  </p:cNvPr>
                  <p:cNvSpPr/>
                  <p:nvPr/>
                </p:nvSpPr>
                <p:spPr>
                  <a:xfrm>
                    <a:off x="4550183" y="3785034"/>
                    <a:ext cx="247373" cy="8462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373" h="846229" extrusionOk="0">
                        <a:moveTo>
                          <a:pt x="127859" y="0"/>
                        </a:moveTo>
                        <a:cubicBezTo>
                          <a:pt x="127859" y="0"/>
                          <a:pt x="132945" y="6582"/>
                          <a:pt x="141079" y="19336"/>
                        </a:cubicBezTo>
                        <a:cubicBezTo>
                          <a:pt x="149214" y="32080"/>
                          <a:pt x="160415" y="51006"/>
                          <a:pt x="172540" y="75581"/>
                        </a:cubicBezTo>
                        <a:cubicBezTo>
                          <a:pt x="184666" y="100156"/>
                          <a:pt x="197743" y="130388"/>
                          <a:pt x="209554" y="165602"/>
                        </a:cubicBezTo>
                        <a:cubicBezTo>
                          <a:pt x="221365" y="200796"/>
                          <a:pt x="231910" y="240992"/>
                          <a:pt x="238863" y="285150"/>
                        </a:cubicBezTo>
                        <a:cubicBezTo>
                          <a:pt x="245807" y="329279"/>
                          <a:pt x="249150" y="377419"/>
                          <a:pt x="246426" y="427892"/>
                        </a:cubicBezTo>
                        <a:cubicBezTo>
                          <a:pt x="243702" y="478317"/>
                          <a:pt x="234891" y="531152"/>
                          <a:pt x="217594" y="583473"/>
                        </a:cubicBezTo>
                        <a:cubicBezTo>
                          <a:pt x="208954" y="609610"/>
                          <a:pt x="198201" y="635584"/>
                          <a:pt x="185104" y="660825"/>
                        </a:cubicBezTo>
                        <a:cubicBezTo>
                          <a:pt x="172016" y="686067"/>
                          <a:pt x="156576" y="710575"/>
                          <a:pt x="138698" y="733597"/>
                        </a:cubicBezTo>
                        <a:cubicBezTo>
                          <a:pt x="120820" y="756618"/>
                          <a:pt x="100493" y="778155"/>
                          <a:pt x="77814" y="797271"/>
                        </a:cubicBezTo>
                        <a:cubicBezTo>
                          <a:pt x="55154" y="816378"/>
                          <a:pt x="30151" y="833056"/>
                          <a:pt x="3262" y="846229"/>
                        </a:cubicBezTo>
                        <a:cubicBezTo>
                          <a:pt x="2700" y="816216"/>
                          <a:pt x="1881" y="787851"/>
                          <a:pt x="1224" y="760667"/>
                        </a:cubicBezTo>
                        <a:cubicBezTo>
                          <a:pt x="566" y="733482"/>
                          <a:pt x="81" y="707460"/>
                          <a:pt x="14" y="682219"/>
                        </a:cubicBezTo>
                        <a:cubicBezTo>
                          <a:pt x="-167" y="631774"/>
                          <a:pt x="1405" y="584292"/>
                          <a:pt x="5043" y="538210"/>
                        </a:cubicBezTo>
                        <a:cubicBezTo>
                          <a:pt x="8644" y="492176"/>
                          <a:pt x="14235" y="447618"/>
                          <a:pt x="21264" y="404498"/>
                        </a:cubicBezTo>
                        <a:cubicBezTo>
                          <a:pt x="28284" y="361407"/>
                          <a:pt x="36714" y="319811"/>
                          <a:pt x="45753" y="280483"/>
                        </a:cubicBezTo>
                        <a:cubicBezTo>
                          <a:pt x="54792" y="241173"/>
                          <a:pt x="64441" y="204149"/>
                          <a:pt x="73833" y="170593"/>
                        </a:cubicBezTo>
                        <a:cubicBezTo>
                          <a:pt x="83224" y="137046"/>
                          <a:pt x="92359" y="106966"/>
                          <a:pt x="100369" y="81715"/>
                        </a:cubicBezTo>
                        <a:cubicBezTo>
                          <a:pt x="108380" y="56474"/>
                          <a:pt x="115238" y="36062"/>
                          <a:pt x="120115" y="21946"/>
                        </a:cubicBezTo>
                        <a:cubicBezTo>
                          <a:pt x="124992" y="7820"/>
                          <a:pt x="127859" y="0"/>
                          <a:pt x="127859" y="0"/>
                        </a:cubicBezTo>
                        <a:close/>
                      </a:path>
                    </a:pathLst>
                  </a:custGeom>
                  <a:solidFill>
                    <a:srgbClr val="028E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6" name="Google Shape;1996;p65">
                    <a:extLst>
                      <a:ext uri="{FF2B5EF4-FFF2-40B4-BE49-F238E27FC236}">
                        <a16:creationId xmlns:a16="http://schemas.microsoft.com/office/drawing/2014/main" id="{529B4864-F4D7-7518-0C6F-754718C039CC}"/>
                      </a:ext>
                    </a:extLst>
                  </p:cNvPr>
                  <p:cNvSpPr/>
                  <p:nvPr/>
                </p:nvSpPr>
                <p:spPr>
                  <a:xfrm>
                    <a:off x="4533414" y="3785006"/>
                    <a:ext cx="261908" cy="8745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1908" h="874566" extrusionOk="0">
                        <a:moveTo>
                          <a:pt x="26127" y="491966"/>
                        </a:moveTo>
                        <a:cubicBezTo>
                          <a:pt x="26318" y="490280"/>
                          <a:pt x="26508" y="488594"/>
                          <a:pt x="26699" y="486908"/>
                        </a:cubicBezTo>
                        <a:cubicBezTo>
                          <a:pt x="26699" y="486908"/>
                          <a:pt x="32795" y="492357"/>
                          <a:pt x="41891" y="500748"/>
                        </a:cubicBezTo>
                        <a:cubicBezTo>
                          <a:pt x="44167" y="502863"/>
                          <a:pt x="46625" y="505149"/>
                          <a:pt x="49235" y="507568"/>
                        </a:cubicBezTo>
                        <a:cubicBezTo>
                          <a:pt x="51807" y="510007"/>
                          <a:pt x="54531" y="512578"/>
                          <a:pt x="57341" y="515236"/>
                        </a:cubicBezTo>
                        <a:cubicBezTo>
                          <a:pt x="62941" y="520579"/>
                          <a:pt x="68942" y="526371"/>
                          <a:pt x="74857" y="532209"/>
                        </a:cubicBezTo>
                        <a:cubicBezTo>
                          <a:pt x="80743" y="538048"/>
                          <a:pt x="86620" y="543963"/>
                          <a:pt x="92116" y="549583"/>
                        </a:cubicBezTo>
                        <a:cubicBezTo>
                          <a:pt x="97631" y="555203"/>
                          <a:pt x="102622" y="560489"/>
                          <a:pt x="106956" y="565070"/>
                        </a:cubicBezTo>
                        <a:cubicBezTo>
                          <a:pt x="111271" y="569690"/>
                          <a:pt x="114862" y="573538"/>
                          <a:pt x="117377" y="576234"/>
                        </a:cubicBezTo>
                        <a:cubicBezTo>
                          <a:pt x="119863" y="578948"/>
                          <a:pt x="121282" y="580501"/>
                          <a:pt x="121282" y="580501"/>
                        </a:cubicBezTo>
                        <a:cubicBezTo>
                          <a:pt x="121282" y="580501"/>
                          <a:pt x="121796" y="578425"/>
                          <a:pt x="122587" y="574767"/>
                        </a:cubicBezTo>
                        <a:cubicBezTo>
                          <a:pt x="123396" y="571109"/>
                          <a:pt x="124539" y="565890"/>
                          <a:pt x="125921" y="559622"/>
                        </a:cubicBezTo>
                        <a:cubicBezTo>
                          <a:pt x="127187" y="553336"/>
                          <a:pt x="128759" y="546011"/>
                          <a:pt x="130264" y="538134"/>
                        </a:cubicBezTo>
                        <a:cubicBezTo>
                          <a:pt x="131007" y="534191"/>
                          <a:pt x="131778" y="530123"/>
                          <a:pt x="132559" y="525980"/>
                        </a:cubicBezTo>
                        <a:cubicBezTo>
                          <a:pt x="133360" y="521846"/>
                          <a:pt x="134045" y="517617"/>
                          <a:pt x="134798" y="513407"/>
                        </a:cubicBezTo>
                        <a:cubicBezTo>
                          <a:pt x="136322" y="504987"/>
                          <a:pt x="137608" y="496529"/>
                          <a:pt x="138894" y="488614"/>
                        </a:cubicBezTo>
                        <a:cubicBezTo>
                          <a:pt x="140094" y="480679"/>
                          <a:pt x="141189" y="473278"/>
                          <a:pt x="142084" y="466915"/>
                        </a:cubicBezTo>
                        <a:cubicBezTo>
                          <a:pt x="142932" y="460553"/>
                          <a:pt x="143647" y="455257"/>
                          <a:pt x="144142" y="451542"/>
                        </a:cubicBezTo>
                        <a:cubicBezTo>
                          <a:pt x="144599" y="447827"/>
                          <a:pt x="144856" y="445703"/>
                          <a:pt x="144856" y="445703"/>
                        </a:cubicBezTo>
                        <a:cubicBezTo>
                          <a:pt x="144856" y="445703"/>
                          <a:pt x="138675" y="440626"/>
                          <a:pt x="129388" y="433178"/>
                        </a:cubicBezTo>
                        <a:cubicBezTo>
                          <a:pt x="124758" y="429454"/>
                          <a:pt x="119253" y="425139"/>
                          <a:pt x="113395" y="420567"/>
                        </a:cubicBezTo>
                        <a:cubicBezTo>
                          <a:pt x="107518" y="415995"/>
                          <a:pt x="101308" y="411185"/>
                          <a:pt x="94964" y="406403"/>
                        </a:cubicBezTo>
                        <a:cubicBezTo>
                          <a:pt x="88649" y="401631"/>
                          <a:pt x="82334" y="396916"/>
                          <a:pt x="76400" y="392535"/>
                        </a:cubicBezTo>
                        <a:cubicBezTo>
                          <a:pt x="70466" y="388163"/>
                          <a:pt x="64865" y="384115"/>
                          <a:pt x="60093" y="380676"/>
                        </a:cubicBezTo>
                        <a:cubicBezTo>
                          <a:pt x="55312" y="377266"/>
                          <a:pt x="51321" y="374418"/>
                          <a:pt x="48530" y="372428"/>
                        </a:cubicBezTo>
                        <a:cubicBezTo>
                          <a:pt x="45720" y="370456"/>
                          <a:pt x="44120" y="369322"/>
                          <a:pt x="44120" y="369322"/>
                        </a:cubicBezTo>
                        <a:cubicBezTo>
                          <a:pt x="44387" y="367817"/>
                          <a:pt x="44663" y="366313"/>
                          <a:pt x="44929" y="364817"/>
                        </a:cubicBezTo>
                        <a:cubicBezTo>
                          <a:pt x="44929" y="364817"/>
                          <a:pt x="46530" y="365941"/>
                          <a:pt x="49330" y="367894"/>
                        </a:cubicBezTo>
                        <a:cubicBezTo>
                          <a:pt x="52130" y="369856"/>
                          <a:pt x="56140" y="372675"/>
                          <a:pt x="60884" y="376085"/>
                        </a:cubicBezTo>
                        <a:cubicBezTo>
                          <a:pt x="70409" y="382896"/>
                          <a:pt x="83125" y="392135"/>
                          <a:pt x="95669" y="401593"/>
                        </a:cubicBezTo>
                        <a:cubicBezTo>
                          <a:pt x="108290" y="411061"/>
                          <a:pt x="120691" y="420748"/>
                          <a:pt x="130035" y="428149"/>
                        </a:cubicBezTo>
                        <a:cubicBezTo>
                          <a:pt x="134712" y="431844"/>
                          <a:pt x="138541" y="434950"/>
                          <a:pt x="141246" y="437131"/>
                        </a:cubicBezTo>
                        <a:cubicBezTo>
                          <a:pt x="143942" y="439321"/>
                          <a:pt x="145485" y="440569"/>
                          <a:pt x="145485" y="440569"/>
                        </a:cubicBezTo>
                        <a:cubicBezTo>
                          <a:pt x="145485" y="440569"/>
                          <a:pt x="146380" y="433559"/>
                          <a:pt x="147495" y="423015"/>
                        </a:cubicBezTo>
                        <a:cubicBezTo>
                          <a:pt x="147780" y="420376"/>
                          <a:pt x="148085" y="417528"/>
                          <a:pt x="148419" y="414509"/>
                        </a:cubicBezTo>
                        <a:cubicBezTo>
                          <a:pt x="148714" y="411489"/>
                          <a:pt x="149028" y="408299"/>
                          <a:pt x="149352" y="405003"/>
                        </a:cubicBezTo>
                        <a:cubicBezTo>
                          <a:pt x="150028" y="398412"/>
                          <a:pt x="150619" y="391373"/>
                          <a:pt x="151228" y="384324"/>
                        </a:cubicBezTo>
                        <a:cubicBezTo>
                          <a:pt x="151857" y="377285"/>
                          <a:pt x="152324" y="370237"/>
                          <a:pt x="152838" y="363626"/>
                        </a:cubicBezTo>
                        <a:cubicBezTo>
                          <a:pt x="153276" y="357016"/>
                          <a:pt x="153676" y="350844"/>
                          <a:pt x="154029" y="345557"/>
                        </a:cubicBezTo>
                        <a:cubicBezTo>
                          <a:pt x="154610" y="334975"/>
                          <a:pt x="154991" y="327917"/>
                          <a:pt x="154991" y="327917"/>
                        </a:cubicBezTo>
                        <a:cubicBezTo>
                          <a:pt x="154991" y="327917"/>
                          <a:pt x="149752" y="322869"/>
                          <a:pt x="141884" y="315296"/>
                        </a:cubicBezTo>
                        <a:cubicBezTo>
                          <a:pt x="137970" y="311534"/>
                          <a:pt x="133321" y="307181"/>
                          <a:pt x="128368" y="302552"/>
                        </a:cubicBezTo>
                        <a:cubicBezTo>
                          <a:pt x="123415" y="297923"/>
                          <a:pt x="118120" y="293027"/>
                          <a:pt x="112767" y="288169"/>
                        </a:cubicBezTo>
                        <a:cubicBezTo>
                          <a:pt x="102127" y="278454"/>
                          <a:pt x="91335" y="268938"/>
                          <a:pt x="83258" y="261899"/>
                        </a:cubicBezTo>
                        <a:cubicBezTo>
                          <a:pt x="75124" y="254898"/>
                          <a:pt x="69704" y="250231"/>
                          <a:pt x="69704" y="250231"/>
                        </a:cubicBezTo>
                        <a:cubicBezTo>
                          <a:pt x="70094" y="248660"/>
                          <a:pt x="70475" y="247097"/>
                          <a:pt x="70857" y="245535"/>
                        </a:cubicBezTo>
                        <a:cubicBezTo>
                          <a:pt x="70857" y="245535"/>
                          <a:pt x="72200" y="246678"/>
                          <a:pt x="74552" y="248679"/>
                        </a:cubicBezTo>
                        <a:cubicBezTo>
                          <a:pt x="76895" y="250688"/>
                          <a:pt x="80239" y="253565"/>
                          <a:pt x="84249" y="257022"/>
                        </a:cubicBezTo>
                        <a:cubicBezTo>
                          <a:pt x="88278" y="260499"/>
                          <a:pt x="92935" y="264566"/>
                          <a:pt x="97907" y="268967"/>
                        </a:cubicBezTo>
                        <a:cubicBezTo>
                          <a:pt x="102880" y="273367"/>
                          <a:pt x="108223" y="278111"/>
                          <a:pt x="113471" y="282883"/>
                        </a:cubicBezTo>
                        <a:cubicBezTo>
                          <a:pt x="118729" y="287655"/>
                          <a:pt x="124025" y="292484"/>
                          <a:pt x="128921" y="297037"/>
                        </a:cubicBezTo>
                        <a:cubicBezTo>
                          <a:pt x="133817" y="301628"/>
                          <a:pt x="138389" y="305905"/>
                          <a:pt x="142304" y="309581"/>
                        </a:cubicBezTo>
                        <a:cubicBezTo>
                          <a:pt x="146218" y="313277"/>
                          <a:pt x="149428" y="316382"/>
                          <a:pt x="151705" y="318564"/>
                        </a:cubicBezTo>
                        <a:cubicBezTo>
                          <a:pt x="153972" y="320745"/>
                          <a:pt x="155258" y="321993"/>
                          <a:pt x="155258" y="321993"/>
                        </a:cubicBezTo>
                        <a:cubicBezTo>
                          <a:pt x="155258" y="321993"/>
                          <a:pt x="155334" y="320211"/>
                          <a:pt x="155477" y="317087"/>
                        </a:cubicBezTo>
                        <a:cubicBezTo>
                          <a:pt x="155629" y="313963"/>
                          <a:pt x="155810" y="309505"/>
                          <a:pt x="155991" y="304152"/>
                        </a:cubicBezTo>
                        <a:cubicBezTo>
                          <a:pt x="156086" y="301476"/>
                          <a:pt x="156191" y="298580"/>
                          <a:pt x="156305" y="295513"/>
                        </a:cubicBezTo>
                        <a:cubicBezTo>
                          <a:pt x="156391" y="292446"/>
                          <a:pt x="156477" y="289208"/>
                          <a:pt x="156562" y="285864"/>
                        </a:cubicBezTo>
                        <a:cubicBezTo>
                          <a:pt x="156772" y="279178"/>
                          <a:pt x="156858" y="272034"/>
                          <a:pt x="157001" y="264890"/>
                        </a:cubicBezTo>
                        <a:cubicBezTo>
                          <a:pt x="157182" y="250612"/>
                          <a:pt x="157248" y="236325"/>
                          <a:pt x="157143" y="225619"/>
                        </a:cubicBezTo>
                        <a:cubicBezTo>
                          <a:pt x="157115" y="220266"/>
                          <a:pt x="157077" y="215798"/>
                          <a:pt x="157020" y="212674"/>
                        </a:cubicBezTo>
                        <a:cubicBezTo>
                          <a:pt x="156972" y="209550"/>
                          <a:pt x="156943" y="207769"/>
                          <a:pt x="156943" y="207769"/>
                        </a:cubicBezTo>
                        <a:cubicBezTo>
                          <a:pt x="156943" y="207769"/>
                          <a:pt x="141599" y="194329"/>
                          <a:pt x="126035" y="181365"/>
                        </a:cubicBezTo>
                        <a:cubicBezTo>
                          <a:pt x="118291" y="174869"/>
                          <a:pt x="110433" y="168478"/>
                          <a:pt x="104585" y="163725"/>
                        </a:cubicBezTo>
                        <a:cubicBezTo>
                          <a:pt x="98698" y="159001"/>
                          <a:pt x="94764" y="155848"/>
                          <a:pt x="94764" y="155848"/>
                        </a:cubicBezTo>
                        <a:cubicBezTo>
                          <a:pt x="95202" y="154324"/>
                          <a:pt x="95641" y="152800"/>
                          <a:pt x="96079" y="151295"/>
                        </a:cubicBezTo>
                        <a:cubicBezTo>
                          <a:pt x="96079" y="151295"/>
                          <a:pt x="111424" y="163478"/>
                          <a:pt x="126625" y="176117"/>
                        </a:cubicBezTo>
                        <a:cubicBezTo>
                          <a:pt x="141808" y="188719"/>
                          <a:pt x="156839" y="201778"/>
                          <a:pt x="156839" y="201778"/>
                        </a:cubicBezTo>
                        <a:cubicBezTo>
                          <a:pt x="156839" y="201778"/>
                          <a:pt x="156772" y="198701"/>
                          <a:pt x="156648" y="193329"/>
                        </a:cubicBezTo>
                        <a:cubicBezTo>
                          <a:pt x="156601" y="190643"/>
                          <a:pt x="156515" y="187376"/>
                          <a:pt x="156391" y="183632"/>
                        </a:cubicBezTo>
                        <a:cubicBezTo>
                          <a:pt x="156277" y="179889"/>
                          <a:pt x="156172" y="175660"/>
                          <a:pt x="155991" y="171059"/>
                        </a:cubicBezTo>
                        <a:cubicBezTo>
                          <a:pt x="155353" y="152628"/>
                          <a:pt x="154181" y="128064"/>
                          <a:pt x="152419" y="103537"/>
                        </a:cubicBezTo>
                        <a:cubicBezTo>
                          <a:pt x="150695" y="79010"/>
                          <a:pt x="148400" y="54531"/>
                          <a:pt x="146333" y="36214"/>
                        </a:cubicBezTo>
                        <a:cubicBezTo>
                          <a:pt x="144294" y="17888"/>
                          <a:pt x="142542" y="5744"/>
                          <a:pt x="142542" y="5744"/>
                        </a:cubicBezTo>
                        <a:cubicBezTo>
                          <a:pt x="143894" y="1981"/>
                          <a:pt x="144609" y="0"/>
                          <a:pt x="144609" y="0"/>
                        </a:cubicBezTo>
                        <a:cubicBezTo>
                          <a:pt x="144609" y="0"/>
                          <a:pt x="145428" y="1067"/>
                          <a:pt x="146923" y="3143"/>
                        </a:cubicBezTo>
                        <a:cubicBezTo>
                          <a:pt x="146923" y="3143"/>
                          <a:pt x="148085" y="11116"/>
                          <a:pt x="149543" y="23079"/>
                        </a:cubicBezTo>
                        <a:cubicBezTo>
                          <a:pt x="151000" y="35052"/>
                          <a:pt x="152733" y="51025"/>
                          <a:pt x="154181" y="67027"/>
                        </a:cubicBezTo>
                        <a:cubicBezTo>
                          <a:pt x="155658" y="83029"/>
                          <a:pt x="156858" y="99050"/>
                          <a:pt x="157658" y="111071"/>
                        </a:cubicBezTo>
                        <a:cubicBezTo>
                          <a:pt x="158448" y="123092"/>
                          <a:pt x="158877" y="131111"/>
                          <a:pt x="158877" y="131111"/>
                        </a:cubicBezTo>
                        <a:cubicBezTo>
                          <a:pt x="158877" y="131111"/>
                          <a:pt x="161211" y="128530"/>
                          <a:pt x="164706" y="124654"/>
                        </a:cubicBezTo>
                        <a:cubicBezTo>
                          <a:pt x="168183" y="120739"/>
                          <a:pt x="172812" y="115519"/>
                          <a:pt x="177451" y="110299"/>
                        </a:cubicBezTo>
                        <a:cubicBezTo>
                          <a:pt x="186671" y="99803"/>
                          <a:pt x="195767" y="89078"/>
                          <a:pt x="195767" y="89078"/>
                        </a:cubicBezTo>
                        <a:cubicBezTo>
                          <a:pt x="196453" y="90573"/>
                          <a:pt x="197158" y="92078"/>
                          <a:pt x="197853" y="93602"/>
                        </a:cubicBezTo>
                        <a:cubicBezTo>
                          <a:pt x="197853" y="93602"/>
                          <a:pt x="188328" y="104785"/>
                          <a:pt x="178660" y="115719"/>
                        </a:cubicBezTo>
                        <a:cubicBezTo>
                          <a:pt x="173841" y="121196"/>
                          <a:pt x="168974" y="126616"/>
                          <a:pt x="165316" y="130664"/>
                        </a:cubicBezTo>
                        <a:cubicBezTo>
                          <a:pt x="161658" y="134703"/>
                          <a:pt x="159220" y="137388"/>
                          <a:pt x="159220" y="137388"/>
                        </a:cubicBezTo>
                        <a:cubicBezTo>
                          <a:pt x="159220" y="137388"/>
                          <a:pt x="160668" y="164249"/>
                          <a:pt x="161296" y="191138"/>
                        </a:cubicBezTo>
                        <a:cubicBezTo>
                          <a:pt x="161630" y="204578"/>
                          <a:pt x="161801" y="218027"/>
                          <a:pt x="161839" y="228114"/>
                        </a:cubicBezTo>
                        <a:cubicBezTo>
                          <a:pt x="161887" y="233153"/>
                          <a:pt x="161858" y="237363"/>
                          <a:pt x="161858" y="240297"/>
                        </a:cubicBezTo>
                        <a:cubicBezTo>
                          <a:pt x="161858" y="243240"/>
                          <a:pt x="161849" y="244916"/>
                          <a:pt x="161849" y="244916"/>
                        </a:cubicBezTo>
                        <a:cubicBezTo>
                          <a:pt x="161849" y="244916"/>
                          <a:pt x="166249" y="241078"/>
                          <a:pt x="172860" y="235315"/>
                        </a:cubicBezTo>
                        <a:cubicBezTo>
                          <a:pt x="179451" y="229524"/>
                          <a:pt x="188205" y="221723"/>
                          <a:pt x="196910" y="213789"/>
                        </a:cubicBezTo>
                        <a:cubicBezTo>
                          <a:pt x="201254" y="209798"/>
                          <a:pt x="205597" y="205816"/>
                          <a:pt x="209664" y="202073"/>
                        </a:cubicBezTo>
                        <a:cubicBezTo>
                          <a:pt x="213703" y="198291"/>
                          <a:pt x="217475" y="194758"/>
                          <a:pt x="220713" y="191738"/>
                        </a:cubicBezTo>
                        <a:cubicBezTo>
                          <a:pt x="223942" y="188681"/>
                          <a:pt x="226628" y="186137"/>
                          <a:pt x="228505" y="184356"/>
                        </a:cubicBezTo>
                        <a:cubicBezTo>
                          <a:pt x="230381" y="182566"/>
                          <a:pt x="231448" y="181537"/>
                          <a:pt x="231448" y="181537"/>
                        </a:cubicBezTo>
                        <a:cubicBezTo>
                          <a:pt x="231943" y="183147"/>
                          <a:pt x="232448" y="184756"/>
                          <a:pt x="232953" y="186385"/>
                        </a:cubicBezTo>
                        <a:cubicBezTo>
                          <a:pt x="232953" y="186385"/>
                          <a:pt x="215436" y="203102"/>
                          <a:pt x="197653" y="219180"/>
                        </a:cubicBezTo>
                        <a:cubicBezTo>
                          <a:pt x="188747" y="227238"/>
                          <a:pt x="179823" y="235163"/>
                          <a:pt x="173069" y="241049"/>
                        </a:cubicBezTo>
                        <a:cubicBezTo>
                          <a:pt x="169697" y="243983"/>
                          <a:pt x="166897" y="246421"/>
                          <a:pt x="164935" y="248136"/>
                        </a:cubicBezTo>
                        <a:cubicBezTo>
                          <a:pt x="162954" y="249831"/>
                          <a:pt x="161830" y="250803"/>
                          <a:pt x="161830" y="250803"/>
                        </a:cubicBezTo>
                        <a:cubicBezTo>
                          <a:pt x="161830" y="250803"/>
                          <a:pt x="161763" y="257108"/>
                          <a:pt x="161658" y="266557"/>
                        </a:cubicBezTo>
                        <a:cubicBezTo>
                          <a:pt x="161506" y="276006"/>
                          <a:pt x="161239" y="288617"/>
                          <a:pt x="160792" y="301219"/>
                        </a:cubicBezTo>
                        <a:cubicBezTo>
                          <a:pt x="160572" y="307515"/>
                          <a:pt x="160344" y="313820"/>
                          <a:pt x="160058" y="319716"/>
                        </a:cubicBezTo>
                        <a:cubicBezTo>
                          <a:pt x="159801" y="325622"/>
                          <a:pt x="159534" y="331127"/>
                          <a:pt x="159258" y="335851"/>
                        </a:cubicBezTo>
                        <a:cubicBezTo>
                          <a:pt x="158991" y="340576"/>
                          <a:pt x="158772" y="344510"/>
                          <a:pt x="158610" y="347263"/>
                        </a:cubicBezTo>
                        <a:cubicBezTo>
                          <a:pt x="158429" y="350015"/>
                          <a:pt x="158325" y="351587"/>
                          <a:pt x="158325" y="351587"/>
                        </a:cubicBezTo>
                        <a:cubicBezTo>
                          <a:pt x="158325" y="351587"/>
                          <a:pt x="164430" y="347034"/>
                          <a:pt x="173460" y="340052"/>
                        </a:cubicBezTo>
                        <a:cubicBezTo>
                          <a:pt x="177975" y="336556"/>
                          <a:pt x="183290" y="332461"/>
                          <a:pt x="188900" y="328012"/>
                        </a:cubicBezTo>
                        <a:cubicBezTo>
                          <a:pt x="194510" y="323564"/>
                          <a:pt x="200511" y="318783"/>
                          <a:pt x="206492" y="313944"/>
                        </a:cubicBezTo>
                        <a:cubicBezTo>
                          <a:pt x="212436" y="309105"/>
                          <a:pt x="218389" y="304219"/>
                          <a:pt x="223961" y="299599"/>
                        </a:cubicBezTo>
                        <a:cubicBezTo>
                          <a:pt x="229524" y="294980"/>
                          <a:pt x="234667" y="290627"/>
                          <a:pt x="239106" y="286864"/>
                        </a:cubicBezTo>
                        <a:cubicBezTo>
                          <a:pt x="243545" y="283102"/>
                          <a:pt x="247221" y="279949"/>
                          <a:pt x="249774" y="277730"/>
                        </a:cubicBezTo>
                        <a:cubicBezTo>
                          <a:pt x="252336" y="275511"/>
                          <a:pt x="253803" y="274244"/>
                          <a:pt x="253803" y="274244"/>
                        </a:cubicBezTo>
                        <a:cubicBezTo>
                          <a:pt x="254098" y="275996"/>
                          <a:pt x="254403" y="277749"/>
                          <a:pt x="254708" y="279511"/>
                        </a:cubicBezTo>
                        <a:cubicBezTo>
                          <a:pt x="254708" y="279511"/>
                          <a:pt x="253222" y="280788"/>
                          <a:pt x="250622" y="283026"/>
                        </a:cubicBezTo>
                        <a:cubicBezTo>
                          <a:pt x="248012" y="285245"/>
                          <a:pt x="244278" y="288427"/>
                          <a:pt x="239801" y="292227"/>
                        </a:cubicBezTo>
                        <a:cubicBezTo>
                          <a:pt x="235334" y="296018"/>
                          <a:pt x="230095" y="300409"/>
                          <a:pt x="224447" y="305067"/>
                        </a:cubicBezTo>
                        <a:cubicBezTo>
                          <a:pt x="218808" y="309724"/>
                          <a:pt x="212817" y="314649"/>
                          <a:pt x="206740" y="319516"/>
                        </a:cubicBezTo>
                        <a:cubicBezTo>
                          <a:pt x="194662" y="329270"/>
                          <a:pt x="182442" y="338785"/>
                          <a:pt x="173288" y="345805"/>
                        </a:cubicBezTo>
                        <a:cubicBezTo>
                          <a:pt x="164087" y="352835"/>
                          <a:pt x="157934" y="357406"/>
                          <a:pt x="157934" y="357406"/>
                        </a:cubicBezTo>
                        <a:cubicBezTo>
                          <a:pt x="157934" y="357406"/>
                          <a:pt x="157782" y="359731"/>
                          <a:pt x="157505" y="363798"/>
                        </a:cubicBezTo>
                        <a:cubicBezTo>
                          <a:pt x="157201" y="367865"/>
                          <a:pt x="156753" y="373666"/>
                          <a:pt x="156229" y="380629"/>
                        </a:cubicBezTo>
                        <a:cubicBezTo>
                          <a:pt x="155057" y="394545"/>
                          <a:pt x="153381" y="413099"/>
                          <a:pt x="151257" y="431606"/>
                        </a:cubicBezTo>
                        <a:cubicBezTo>
                          <a:pt x="149104" y="450113"/>
                          <a:pt x="146676" y="468582"/>
                          <a:pt x="144561" y="482394"/>
                        </a:cubicBezTo>
                        <a:cubicBezTo>
                          <a:pt x="144066" y="485851"/>
                          <a:pt x="143580" y="489013"/>
                          <a:pt x="143123" y="491814"/>
                        </a:cubicBezTo>
                        <a:cubicBezTo>
                          <a:pt x="142675" y="494614"/>
                          <a:pt x="142284" y="497062"/>
                          <a:pt x="141961" y="499072"/>
                        </a:cubicBezTo>
                        <a:cubicBezTo>
                          <a:pt x="141313" y="503091"/>
                          <a:pt x="140941" y="505396"/>
                          <a:pt x="140941" y="505396"/>
                        </a:cubicBezTo>
                        <a:cubicBezTo>
                          <a:pt x="140941" y="505396"/>
                          <a:pt x="148533" y="502091"/>
                          <a:pt x="159963" y="496938"/>
                        </a:cubicBezTo>
                        <a:cubicBezTo>
                          <a:pt x="171440" y="491795"/>
                          <a:pt x="186509" y="484699"/>
                          <a:pt x="201711" y="477307"/>
                        </a:cubicBezTo>
                        <a:cubicBezTo>
                          <a:pt x="216760" y="469925"/>
                          <a:pt x="231934" y="462229"/>
                          <a:pt x="243135" y="456333"/>
                        </a:cubicBezTo>
                        <a:cubicBezTo>
                          <a:pt x="254394" y="450437"/>
                          <a:pt x="261909" y="446370"/>
                          <a:pt x="261909" y="446370"/>
                        </a:cubicBezTo>
                        <a:cubicBezTo>
                          <a:pt x="261738" y="448199"/>
                          <a:pt x="261566" y="450027"/>
                          <a:pt x="261395" y="451866"/>
                        </a:cubicBezTo>
                        <a:cubicBezTo>
                          <a:pt x="261395" y="451866"/>
                          <a:pt x="253870" y="455904"/>
                          <a:pt x="242602" y="461781"/>
                        </a:cubicBezTo>
                        <a:cubicBezTo>
                          <a:pt x="236963" y="464715"/>
                          <a:pt x="230315" y="468106"/>
                          <a:pt x="223237" y="471668"/>
                        </a:cubicBezTo>
                        <a:cubicBezTo>
                          <a:pt x="216160" y="475231"/>
                          <a:pt x="208617" y="478984"/>
                          <a:pt x="200997" y="482651"/>
                        </a:cubicBezTo>
                        <a:cubicBezTo>
                          <a:pt x="193396" y="486327"/>
                          <a:pt x="185814" y="489928"/>
                          <a:pt x="178699" y="493243"/>
                        </a:cubicBezTo>
                        <a:cubicBezTo>
                          <a:pt x="171536" y="496557"/>
                          <a:pt x="164859" y="499586"/>
                          <a:pt x="159144" y="502158"/>
                        </a:cubicBezTo>
                        <a:cubicBezTo>
                          <a:pt x="147742" y="507292"/>
                          <a:pt x="140046" y="510549"/>
                          <a:pt x="140046" y="510549"/>
                        </a:cubicBezTo>
                        <a:cubicBezTo>
                          <a:pt x="140046" y="510549"/>
                          <a:pt x="139694" y="512540"/>
                          <a:pt x="139084" y="516036"/>
                        </a:cubicBezTo>
                        <a:cubicBezTo>
                          <a:pt x="138474" y="519532"/>
                          <a:pt x="137627" y="524523"/>
                          <a:pt x="136465" y="530485"/>
                        </a:cubicBezTo>
                        <a:cubicBezTo>
                          <a:pt x="135341" y="536457"/>
                          <a:pt x="134045" y="543420"/>
                          <a:pt x="132483" y="550859"/>
                        </a:cubicBezTo>
                        <a:cubicBezTo>
                          <a:pt x="131712" y="554574"/>
                          <a:pt x="130959" y="558432"/>
                          <a:pt x="130112" y="562327"/>
                        </a:cubicBezTo>
                        <a:cubicBezTo>
                          <a:pt x="129254" y="566223"/>
                          <a:pt x="128378" y="570176"/>
                          <a:pt x="127511" y="574129"/>
                        </a:cubicBezTo>
                        <a:cubicBezTo>
                          <a:pt x="126663" y="578091"/>
                          <a:pt x="125721" y="582035"/>
                          <a:pt x="124797" y="585911"/>
                        </a:cubicBezTo>
                        <a:cubicBezTo>
                          <a:pt x="123873" y="589788"/>
                          <a:pt x="122968" y="593607"/>
                          <a:pt x="122091" y="597303"/>
                        </a:cubicBezTo>
                        <a:cubicBezTo>
                          <a:pt x="120206" y="604656"/>
                          <a:pt x="118501" y="611543"/>
                          <a:pt x="116938" y="617420"/>
                        </a:cubicBezTo>
                        <a:cubicBezTo>
                          <a:pt x="115338" y="623287"/>
                          <a:pt x="114005" y="628164"/>
                          <a:pt x="113071" y="631593"/>
                        </a:cubicBezTo>
                        <a:cubicBezTo>
                          <a:pt x="112614" y="633308"/>
                          <a:pt x="112233" y="634641"/>
                          <a:pt x="111957" y="635556"/>
                        </a:cubicBezTo>
                        <a:cubicBezTo>
                          <a:pt x="111690" y="636470"/>
                          <a:pt x="111547" y="636956"/>
                          <a:pt x="111547" y="636956"/>
                        </a:cubicBezTo>
                        <a:cubicBezTo>
                          <a:pt x="111547" y="636956"/>
                          <a:pt x="113462" y="636289"/>
                          <a:pt x="116824" y="635127"/>
                        </a:cubicBezTo>
                        <a:cubicBezTo>
                          <a:pt x="120148" y="633946"/>
                          <a:pt x="124901" y="632241"/>
                          <a:pt x="130616" y="630145"/>
                        </a:cubicBezTo>
                        <a:cubicBezTo>
                          <a:pt x="136322" y="628040"/>
                          <a:pt x="143037" y="625554"/>
                          <a:pt x="150171" y="622792"/>
                        </a:cubicBezTo>
                        <a:cubicBezTo>
                          <a:pt x="157277" y="620020"/>
                          <a:pt x="164878" y="617001"/>
                          <a:pt x="172498" y="613886"/>
                        </a:cubicBezTo>
                        <a:cubicBezTo>
                          <a:pt x="180156" y="610781"/>
                          <a:pt x="187643" y="607571"/>
                          <a:pt x="194767" y="604504"/>
                        </a:cubicBezTo>
                        <a:cubicBezTo>
                          <a:pt x="201854" y="601437"/>
                          <a:pt x="208559" y="598503"/>
                          <a:pt x="214170" y="595951"/>
                        </a:cubicBezTo>
                        <a:cubicBezTo>
                          <a:pt x="225466" y="590836"/>
                          <a:pt x="233020" y="587273"/>
                          <a:pt x="233020" y="587273"/>
                        </a:cubicBezTo>
                        <a:cubicBezTo>
                          <a:pt x="232315" y="589302"/>
                          <a:pt x="231619" y="591341"/>
                          <a:pt x="230915" y="593379"/>
                        </a:cubicBezTo>
                        <a:cubicBezTo>
                          <a:pt x="230915" y="593379"/>
                          <a:pt x="229038" y="594246"/>
                          <a:pt x="225762" y="595760"/>
                        </a:cubicBezTo>
                        <a:cubicBezTo>
                          <a:pt x="222475" y="597265"/>
                          <a:pt x="217837" y="599408"/>
                          <a:pt x="212160" y="601913"/>
                        </a:cubicBezTo>
                        <a:cubicBezTo>
                          <a:pt x="200825" y="606942"/>
                          <a:pt x="185852" y="613438"/>
                          <a:pt x="170669" y="619525"/>
                        </a:cubicBezTo>
                        <a:cubicBezTo>
                          <a:pt x="155620" y="625659"/>
                          <a:pt x="140351" y="631365"/>
                          <a:pt x="129026" y="635470"/>
                        </a:cubicBezTo>
                        <a:cubicBezTo>
                          <a:pt x="123377" y="637537"/>
                          <a:pt x="118567" y="639185"/>
                          <a:pt x="115253" y="640337"/>
                        </a:cubicBezTo>
                        <a:cubicBezTo>
                          <a:pt x="111928" y="641480"/>
                          <a:pt x="110023" y="642128"/>
                          <a:pt x="110023" y="642128"/>
                        </a:cubicBezTo>
                        <a:cubicBezTo>
                          <a:pt x="110023" y="642128"/>
                          <a:pt x="109280" y="644662"/>
                          <a:pt x="107995" y="649091"/>
                        </a:cubicBezTo>
                        <a:cubicBezTo>
                          <a:pt x="106728" y="653529"/>
                          <a:pt x="104689" y="659797"/>
                          <a:pt x="102356" y="667360"/>
                        </a:cubicBezTo>
                        <a:cubicBezTo>
                          <a:pt x="97488" y="682409"/>
                          <a:pt x="90745" y="702412"/>
                          <a:pt x="83048" y="722062"/>
                        </a:cubicBezTo>
                        <a:cubicBezTo>
                          <a:pt x="75400" y="741731"/>
                          <a:pt x="66913" y="761067"/>
                          <a:pt x="60217" y="775411"/>
                        </a:cubicBezTo>
                        <a:cubicBezTo>
                          <a:pt x="56759" y="782536"/>
                          <a:pt x="53883" y="788470"/>
                          <a:pt x="51864" y="792623"/>
                        </a:cubicBezTo>
                        <a:cubicBezTo>
                          <a:pt x="49749" y="796728"/>
                          <a:pt x="48539" y="799071"/>
                          <a:pt x="48539" y="799071"/>
                        </a:cubicBezTo>
                        <a:cubicBezTo>
                          <a:pt x="48539" y="799071"/>
                          <a:pt x="52540" y="798119"/>
                          <a:pt x="58541" y="796700"/>
                        </a:cubicBezTo>
                        <a:cubicBezTo>
                          <a:pt x="64484" y="795204"/>
                          <a:pt x="72419" y="793118"/>
                          <a:pt x="80439" y="790899"/>
                        </a:cubicBezTo>
                        <a:cubicBezTo>
                          <a:pt x="88497" y="788708"/>
                          <a:pt x="96355" y="786279"/>
                          <a:pt x="102375" y="784431"/>
                        </a:cubicBezTo>
                        <a:cubicBezTo>
                          <a:pt x="108376" y="782545"/>
                          <a:pt x="112376" y="781288"/>
                          <a:pt x="112376" y="781288"/>
                        </a:cubicBezTo>
                        <a:cubicBezTo>
                          <a:pt x="109757" y="783746"/>
                          <a:pt x="107118" y="786174"/>
                          <a:pt x="104461" y="788584"/>
                        </a:cubicBezTo>
                        <a:cubicBezTo>
                          <a:pt x="104461" y="788584"/>
                          <a:pt x="100813" y="789699"/>
                          <a:pt x="95336" y="791366"/>
                        </a:cubicBezTo>
                        <a:cubicBezTo>
                          <a:pt x="89840" y="792994"/>
                          <a:pt x="82439" y="795061"/>
                          <a:pt x="75143" y="797033"/>
                        </a:cubicBezTo>
                        <a:cubicBezTo>
                          <a:pt x="71485" y="798014"/>
                          <a:pt x="67847" y="798976"/>
                          <a:pt x="64427" y="799852"/>
                        </a:cubicBezTo>
                        <a:cubicBezTo>
                          <a:pt x="60979" y="800690"/>
                          <a:pt x="57760" y="801462"/>
                          <a:pt x="55007" y="802138"/>
                        </a:cubicBezTo>
                        <a:cubicBezTo>
                          <a:pt x="49521" y="803415"/>
                          <a:pt x="45863" y="804262"/>
                          <a:pt x="45863" y="804262"/>
                        </a:cubicBezTo>
                        <a:cubicBezTo>
                          <a:pt x="45863" y="804262"/>
                          <a:pt x="45529" y="804910"/>
                          <a:pt x="44948" y="806034"/>
                        </a:cubicBezTo>
                        <a:cubicBezTo>
                          <a:pt x="44358" y="807158"/>
                          <a:pt x="43558" y="808787"/>
                          <a:pt x="42510" y="810692"/>
                        </a:cubicBezTo>
                        <a:cubicBezTo>
                          <a:pt x="40415" y="814502"/>
                          <a:pt x="37624" y="819588"/>
                          <a:pt x="34823" y="824665"/>
                        </a:cubicBezTo>
                        <a:cubicBezTo>
                          <a:pt x="31985" y="829723"/>
                          <a:pt x="28994" y="834695"/>
                          <a:pt x="26813" y="838457"/>
                        </a:cubicBezTo>
                        <a:cubicBezTo>
                          <a:pt x="25708" y="840334"/>
                          <a:pt x="24794" y="841896"/>
                          <a:pt x="24155" y="842991"/>
                        </a:cubicBezTo>
                        <a:cubicBezTo>
                          <a:pt x="23489" y="844067"/>
                          <a:pt x="23098" y="844687"/>
                          <a:pt x="23098" y="844687"/>
                        </a:cubicBezTo>
                        <a:cubicBezTo>
                          <a:pt x="23098" y="844687"/>
                          <a:pt x="21927" y="846572"/>
                          <a:pt x="20164" y="849401"/>
                        </a:cubicBezTo>
                        <a:cubicBezTo>
                          <a:pt x="18393" y="852221"/>
                          <a:pt x="16088" y="856012"/>
                          <a:pt x="13687" y="859755"/>
                        </a:cubicBezTo>
                        <a:cubicBezTo>
                          <a:pt x="8782" y="867156"/>
                          <a:pt x="3886" y="874566"/>
                          <a:pt x="3886" y="874566"/>
                        </a:cubicBezTo>
                        <a:lnTo>
                          <a:pt x="0" y="871909"/>
                        </a:lnTo>
                        <a:cubicBezTo>
                          <a:pt x="0" y="871909"/>
                          <a:pt x="5096" y="864222"/>
                          <a:pt x="10182" y="856526"/>
                        </a:cubicBezTo>
                        <a:cubicBezTo>
                          <a:pt x="15059" y="848696"/>
                          <a:pt x="19936" y="840867"/>
                          <a:pt x="19936" y="840867"/>
                        </a:cubicBezTo>
                        <a:cubicBezTo>
                          <a:pt x="19936" y="840867"/>
                          <a:pt x="20231" y="840410"/>
                          <a:pt x="20745" y="839524"/>
                        </a:cubicBezTo>
                        <a:cubicBezTo>
                          <a:pt x="21260" y="838638"/>
                          <a:pt x="22022" y="837352"/>
                          <a:pt x="22984" y="835705"/>
                        </a:cubicBezTo>
                        <a:cubicBezTo>
                          <a:pt x="23946" y="834057"/>
                          <a:pt x="25117" y="832056"/>
                          <a:pt x="26460" y="829761"/>
                        </a:cubicBezTo>
                        <a:cubicBezTo>
                          <a:pt x="27127" y="828618"/>
                          <a:pt x="27842" y="827389"/>
                          <a:pt x="28594" y="826103"/>
                        </a:cubicBezTo>
                        <a:cubicBezTo>
                          <a:pt x="28975" y="825455"/>
                          <a:pt x="29356" y="824798"/>
                          <a:pt x="29756" y="824122"/>
                        </a:cubicBezTo>
                        <a:cubicBezTo>
                          <a:pt x="30137" y="823436"/>
                          <a:pt x="30518" y="822731"/>
                          <a:pt x="30918" y="822017"/>
                        </a:cubicBezTo>
                        <a:cubicBezTo>
                          <a:pt x="32490" y="819150"/>
                          <a:pt x="34204" y="816045"/>
                          <a:pt x="36004" y="812759"/>
                        </a:cubicBezTo>
                        <a:cubicBezTo>
                          <a:pt x="36909" y="811120"/>
                          <a:pt x="37833" y="809425"/>
                          <a:pt x="38786" y="807701"/>
                        </a:cubicBezTo>
                        <a:cubicBezTo>
                          <a:pt x="39691" y="805948"/>
                          <a:pt x="40615" y="804167"/>
                          <a:pt x="41558" y="802348"/>
                        </a:cubicBezTo>
                        <a:cubicBezTo>
                          <a:pt x="43434" y="798719"/>
                          <a:pt x="45377" y="794966"/>
                          <a:pt x="47349" y="791147"/>
                        </a:cubicBezTo>
                        <a:cubicBezTo>
                          <a:pt x="49225" y="787289"/>
                          <a:pt x="51140" y="783364"/>
                          <a:pt x="53045" y="779440"/>
                        </a:cubicBezTo>
                        <a:cubicBezTo>
                          <a:pt x="53997" y="777478"/>
                          <a:pt x="54950" y="775516"/>
                          <a:pt x="55893" y="773554"/>
                        </a:cubicBezTo>
                        <a:cubicBezTo>
                          <a:pt x="56798" y="771582"/>
                          <a:pt x="57693" y="769610"/>
                          <a:pt x="58588" y="767658"/>
                        </a:cubicBezTo>
                        <a:cubicBezTo>
                          <a:pt x="60370" y="763753"/>
                          <a:pt x="62122" y="759905"/>
                          <a:pt x="63818" y="756180"/>
                        </a:cubicBezTo>
                        <a:cubicBezTo>
                          <a:pt x="65427" y="752418"/>
                          <a:pt x="66989" y="748789"/>
                          <a:pt x="68475" y="745341"/>
                        </a:cubicBezTo>
                        <a:cubicBezTo>
                          <a:pt x="69218" y="743617"/>
                          <a:pt x="69933" y="741940"/>
                          <a:pt x="70628" y="740321"/>
                        </a:cubicBezTo>
                        <a:cubicBezTo>
                          <a:pt x="71323" y="738702"/>
                          <a:pt x="71933" y="737111"/>
                          <a:pt x="72552" y="735597"/>
                        </a:cubicBezTo>
                        <a:cubicBezTo>
                          <a:pt x="74990" y="729520"/>
                          <a:pt x="77067" y="724481"/>
                          <a:pt x="78448" y="720919"/>
                        </a:cubicBezTo>
                        <a:cubicBezTo>
                          <a:pt x="79801" y="717347"/>
                          <a:pt x="80572" y="715308"/>
                          <a:pt x="80572" y="715308"/>
                        </a:cubicBezTo>
                        <a:cubicBezTo>
                          <a:pt x="80572" y="715308"/>
                          <a:pt x="76781" y="710412"/>
                          <a:pt x="71028" y="703231"/>
                        </a:cubicBezTo>
                        <a:cubicBezTo>
                          <a:pt x="69590" y="701440"/>
                          <a:pt x="68028" y="699506"/>
                          <a:pt x="66370" y="697459"/>
                        </a:cubicBezTo>
                        <a:cubicBezTo>
                          <a:pt x="64684" y="695420"/>
                          <a:pt x="62913" y="693268"/>
                          <a:pt x="61074" y="691039"/>
                        </a:cubicBezTo>
                        <a:cubicBezTo>
                          <a:pt x="57388" y="686610"/>
                          <a:pt x="53445" y="681933"/>
                          <a:pt x="49482" y="677313"/>
                        </a:cubicBezTo>
                        <a:cubicBezTo>
                          <a:pt x="47501" y="675018"/>
                          <a:pt x="45510" y="672713"/>
                          <a:pt x="43558" y="670455"/>
                        </a:cubicBezTo>
                        <a:cubicBezTo>
                          <a:pt x="41567" y="668207"/>
                          <a:pt x="39605" y="665988"/>
                          <a:pt x="37719" y="663845"/>
                        </a:cubicBezTo>
                        <a:cubicBezTo>
                          <a:pt x="33919" y="659578"/>
                          <a:pt x="30356" y="655644"/>
                          <a:pt x="27299" y="652291"/>
                        </a:cubicBezTo>
                        <a:cubicBezTo>
                          <a:pt x="24232" y="648967"/>
                          <a:pt x="21679" y="646195"/>
                          <a:pt x="19888" y="644252"/>
                        </a:cubicBezTo>
                        <a:cubicBezTo>
                          <a:pt x="18078" y="642318"/>
                          <a:pt x="17040" y="641214"/>
                          <a:pt x="17040" y="641214"/>
                        </a:cubicBezTo>
                        <a:cubicBezTo>
                          <a:pt x="17059" y="639261"/>
                          <a:pt x="17078" y="637308"/>
                          <a:pt x="17107" y="635365"/>
                        </a:cubicBezTo>
                        <a:cubicBezTo>
                          <a:pt x="17107" y="635365"/>
                          <a:pt x="21374" y="639813"/>
                          <a:pt x="27699" y="646624"/>
                        </a:cubicBezTo>
                        <a:cubicBezTo>
                          <a:pt x="33957" y="653396"/>
                          <a:pt x="42262" y="662578"/>
                          <a:pt x="50483" y="671998"/>
                        </a:cubicBezTo>
                        <a:cubicBezTo>
                          <a:pt x="58617" y="681361"/>
                          <a:pt x="66618" y="690972"/>
                          <a:pt x="72600" y="698297"/>
                        </a:cubicBezTo>
                        <a:cubicBezTo>
                          <a:pt x="75600" y="701964"/>
                          <a:pt x="78000" y="705002"/>
                          <a:pt x="79715" y="707164"/>
                        </a:cubicBezTo>
                        <a:cubicBezTo>
                          <a:pt x="81420" y="709327"/>
                          <a:pt x="82391" y="710555"/>
                          <a:pt x="82391" y="710555"/>
                        </a:cubicBezTo>
                        <a:cubicBezTo>
                          <a:pt x="82391" y="710555"/>
                          <a:pt x="83115" y="708650"/>
                          <a:pt x="84382" y="705317"/>
                        </a:cubicBezTo>
                        <a:cubicBezTo>
                          <a:pt x="85620" y="701973"/>
                          <a:pt x="87297" y="697154"/>
                          <a:pt x="89354" y="691391"/>
                        </a:cubicBezTo>
                        <a:cubicBezTo>
                          <a:pt x="89868" y="689953"/>
                          <a:pt x="90402" y="688448"/>
                          <a:pt x="90954" y="686895"/>
                        </a:cubicBezTo>
                        <a:cubicBezTo>
                          <a:pt x="91478" y="685333"/>
                          <a:pt x="92021" y="683714"/>
                          <a:pt x="92573" y="682057"/>
                        </a:cubicBezTo>
                        <a:cubicBezTo>
                          <a:pt x="93678" y="678732"/>
                          <a:pt x="94850" y="675227"/>
                          <a:pt x="96060" y="671598"/>
                        </a:cubicBezTo>
                        <a:cubicBezTo>
                          <a:pt x="97307" y="667979"/>
                          <a:pt x="98412" y="664188"/>
                          <a:pt x="99631" y="660359"/>
                        </a:cubicBezTo>
                        <a:cubicBezTo>
                          <a:pt x="100813" y="656520"/>
                          <a:pt x="102079" y="652643"/>
                          <a:pt x="103222" y="648729"/>
                        </a:cubicBezTo>
                        <a:cubicBezTo>
                          <a:pt x="105489" y="640890"/>
                          <a:pt x="107871" y="633089"/>
                          <a:pt x="109823" y="625688"/>
                        </a:cubicBezTo>
                        <a:cubicBezTo>
                          <a:pt x="110833" y="622002"/>
                          <a:pt x="111804" y="618430"/>
                          <a:pt x="112728" y="615048"/>
                        </a:cubicBezTo>
                        <a:cubicBezTo>
                          <a:pt x="113595" y="611648"/>
                          <a:pt x="114424" y="608438"/>
                          <a:pt x="115176" y="605476"/>
                        </a:cubicBezTo>
                        <a:cubicBezTo>
                          <a:pt x="115929" y="602513"/>
                          <a:pt x="116624" y="599789"/>
                          <a:pt x="117234" y="597379"/>
                        </a:cubicBezTo>
                        <a:cubicBezTo>
                          <a:pt x="117843" y="594970"/>
                          <a:pt x="118320" y="592855"/>
                          <a:pt x="118739" y="591122"/>
                        </a:cubicBezTo>
                        <a:cubicBezTo>
                          <a:pt x="119567" y="587645"/>
                          <a:pt x="120034" y="585664"/>
                          <a:pt x="120034" y="585664"/>
                        </a:cubicBezTo>
                        <a:cubicBezTo>
                          <a:pt x="120034" y="585664"/>
                          <a:pt x="118624" y="584111"/>
                          <a:pt x="116157" y="581387"/>
                        </a:cubicBezTo>
                        <a:cubicBezTo>
                          <a:pt x="113690" y="578672"/>
                          <a:pt x="110166" y="574815"/>
                          <a:pt x="105851" y="570214"/>
                        </a:cubicBezTo>
                        <a:cubicBezTo>
                          <a:pt x="101546" y="565623"/>
                          <a:pt x="96517" y="560308"/>
                          <a:pt x="91107" y="554698"/>
                        </a:cubicBezTo>
                        <a:cubicBezTo>
                          <a:pt x="85706" y="549088"/>
                          <a:pt x="79801" y="543144"/>
                          <a:pt x="73952" y="537296"/>
                        </a:cubicBezTo>
                        <a:cubicBezTo>
                          <a:pt x="71018" y="534391"/>
                          <a:pt x="68075" y="531485"/>
                          <a:pt x="65180" y="528618"/>
                        </a:cubicBezTo>
                        <a:cubicBezTo>
                          <a:pt x="62246" y="525780"/>
                          <a:pt x="59360" y="522999"/>
                          <a:pt x="56569" y="520294"/>
                        </a:cubicBezTo>
                        <a:cubicBezTo>
                          <a:pt x="50978" y="514931"/>
                          <a:pt x="45758" y="509997"/>
                          <a:pt x="41253" y="505796"/>
                        </a:cubicBezTo>
                        <a:cubicBezTo>
                          <a:pt x="32204" y="497424"/>
                          <a:pt x="26127" y="491966"/>
                          <a:pt x="26127" y="491966"/>
                        </a:cubicBezTo>
                        <a:close/>
                      </a:path>
                    </a:pathLst>
                  </a:custGeom>
                  <a:solidFill>
                    <a:srgbClr val="04535A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43" name="Google Shape;1997;p65">
                  <a:extLst>
                    <a:ext uri="{FF2B5EF4-FFF2-40B4-BE49-F238E27FC236}">
                      <a16:creationId xmlns:a16="http://schemas.microsoft.com/office/drawing/2014/main" id="{F9969B0C-9DE1-7717-995E-2B8A236C428B}"/>
                    </a:ext>
                  </a:extLst>
                </p:cNvPr>
                <p:cNvSpPr/>
                <p:nvPr/>
              </p:nvSpPr>
              <p:spPr>
                <a:xfrm>
                  <a:off x="4408931" y="4560522"/>
                  <a:ext cx="349605" cy="323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605" h="323459" extrusionOk="0">
                      <a:moveTo>
                        <a:pt x="237582" y="323459"/>
                      </a:moveTo>
                      <a:lnTo>
                        <a:pt x="112024" y="323459"/>
                      </a:lnTo>
                      <a:cubicBezTo>
                        <a:pt x="50159" y="323459"/>
                        <a:pt x="0" y="273301"/>
                        <a:pt x="0" y="211436"/>
                      </a:cubicBezTo>
                      <a:lnTo>
                        <a:pt x="0" y="0"/>
                      </a:lnTo>
                      <a:lnTo>
                        <a:pt x="349606" y="0"/>
                      </a:lnTo>
                      <a:lnTo>
                        <a:pt x="349606" y="211436"/>
                      </a:lnTo>
                      <a:cubicBezTo>
                        <a:pt x="349606" y="273310"/>
                        <a:pt x="299447" y="323459"/>
                        <a:pt x="237582" y="32345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4" name="Google Shape;1998;p65">
                  <a:extLst>
                    <a:ext uri="{FF2B5EF4-FFF2-40B4-BE49-F238E27FC236}">
                      <a16:creationId xmlns:a16="http://schemas.microsoft.com/office/drawing/2014/main" id="{D0D06AFE-9640-7C11-5645-E795DED2D856}"/>
                    </a:ext>
                  </a:extLst>
                </p:cNvPr>
                <p:cNvSpPr/>
                <p:nvPr/>
              </p:nvSpPr>
              <p:spPr>
                <a:xfrm>
                  <a:off x="4359697" y="4529461"/>
                  <a:ext cx="435768" cy="86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768" h="86163" extrusionOk="0">
                      <a:moveTo>
                        <a:pt x="415462" y="86163"/>
                      </a:moveTo>
                      <a:lnTo>
                        <a:pt x="20307" y="86163"/>
                      </a:lnTo>
                      <a:cubicBezTo>
                        <a:pt x="9087" y="86163"/>
                        <a:pt x="0" y="77067"/>
                        <a:pt x="0" y="65856"/>
                      </a:cubicBezTo>
                      <a:lnTo>
                        <a:pt x="0" y="20307"/>
                      </a:lnTo>
                      <a:cubicBezTo>
                        <a:pt x="0" y="9087"/>
                        <a:pt x="9096" y="0"/>
                        <a:pt x="20307" y="0"/>
                      </a:cubicBezTo>
                      <a:lnTo>
                        <a:pt x="415462" y="0"/>
                      </a:lnTo>
                      <a:cubicBezTo>
                        <a:pt x="426682" y="0"/>
                        <a:pt x="435769" y="9097"/>
                        <a:pt x="435769" y="20307"/>
                      </a:cubicBezTo>
                      <a:lnTo>
                        <a:pt x="435769" y="65856"/>
                      </a:lnTo>
                      <a:cubicBezTo>
                        <a:pt x="435769" y="77067"/>
                        <a:pt x="426672" y="86163"/>
                        <a:pt x="415462" y="8616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3" name="Google Shape;1999;p65">
                <a:extLst>
                  <a:ext uri="{FF2B5EF4-FFF2-40B4-BE49-F238E27FC236}">
                    <a16:creationId xmlns:a16="http://schemas.microsoft.com/office/drawing/2014/main" id="{75BBD76B-6DED-A293-9D93-7D47C6AA09C9}"/>
                  </a:ext>
                </a:extLst>
              </p:cNvPr>
              <p:cNvSpPr/>
              <p:nvPr/>
            </p:nvSpPr>
            <p:spPr>
              <a:xfrm>
                <a:off x="4097291" y="4267383"/>
                <a:ext cx="3396710" cy="42591"/>
              </a:xfrm>
              <a:custGeom>
                <a:avLst/>
                <a:gdLst/>
                <a:ahLst/>
                <a:cxnLst/>
                <a:rect l="l" t="t" r="r" b="b"/>
                <a:pathLst>
                  <a:path w="4528947" h="56788" extrusionOk="0">
                    <a:moveTo>
                      <a:pt x="0" y="0"/>
                    </a:moveTo>
                    <a:lnTo>
                      <a:pt x="4528947" y="0"/>
                    </a:lnTo>
                    <a:lnTo>
                      <a:pt x="4528947" y="56788"/>
                    </a:lnTo>
                    <a:lnTo>
                      <a:pt x="0" y="5678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4" name="Google Shape;2000;p65">
                <a:extLst>
                  <a:ext uri="{FF2B5EF4-FFF2-40B4-BE49-F238E27FC236}">
                    <a16:creationId xmlns:a16="http://schemas.microsoft.com/office/drawing/2014/main" id="{50E86CB1-C289-1C05-7607-CFE62D93FD93}"/>
                  </a:ext>
                </a:extLst>
              </p:cNvPr>
              <p:cNvGrpSpPr/>
              <p:nvPr/>
            </p:nvGrpSpPr>
            <p:grpSpPr>
              <a:xfrm>
                <a:off x="4620116" y="2552512"/>
                <a:ext cx="1024416" cy="1734109"/>
                <a:chOff x="4528521" y="2607249"/>
                <a:chExt cx="1365888" cy="2312145"/>
              </a:xfrm>
            </p:grpSpPr>
            <p:sp>
              <p:nvSpPr>
                <p:cNvPr id="901" name="Google Shape;2001;p65">
                  <a:extLst>
                    <a:ext uri="{FF2B5EF4-FFF2-40B4-BE49-F238E27FC236}">
                      <a16:creationId xmlns:a16="http://schemas.microsoft.com/office/drawing/2014/main" id="{365FC628-5F06-9C4F-598C-22DABD76C9A7}"/>
                    </a:ext>
                  </a:extLst>
                </p:cNvPr>
                <p:cNvSpPr/>
                <p:nvPr/>
              </p:nvSpPr>
              <p:spPr>
                <a:xfrm>
                  <a:off x="4774316" y="2607249"/>
                  <a:ext cx="419944" cy="4662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944" h="466235" extrusionOk="0">
                      <a:moveTo>
                        <a:pt x="176941" y="10620"/>
                      </a:moveTo>
                      <a:cubicBezTo>
                        <a:pt x="176941" y="10620"/>
                        <a:pt x="121248" y="34671"/>
                        <a:pt x="109866" y="78962"/>
                      </a:cubicBezTo>
                      <a:cubicBezTo>
                        <a:pt x="98474" y="123263"/>
                        <a:pt x="99741" y="140979"/>
                        <a:pt x="74423" y="168821"/>
                      </a:cubicBezTo>
                      <a:cubicBezTo>
                        <a:pt x="49106" y="196662"/>
                        <a:pt x="23798" y="206788"/>
                        <a:pt x="33923" y="244764"/>
                      </a:cubicBezTo>
                      <a:cubicBezTo>
                        <a:pt x="44048" y="282730"/>
                        <a:pt x="6081" y="325764"/>
                        <a:pt x="1014" y="364998"/>
                      </a:cubicBezTo>
                      <a:cubicBezTo>
                        <a:pt x="-4053" y="404231"/>
                        <a:pt x="9872" y="434606"/>
                        <a:pt x="42781" y="448532"/>
                      </a:cubicBezTo>
                      <a:cubicBezTo>
                        <a:pt x="75690" y="462458"/>
                        <a:pt x="307300" y="477640"/>
                        <a:pt x="360459" y="453599"/>
                      </a:cubicBezTo>
                      <a:cubicBezTo>
                        <a:pt x="413618" y="429549"/>
                        <a:pt x="435135" y="367531"/>
                        <a:pt x="408551" y="332098"/>
                      </a:cubicBezTo>
                      <a:cubicBezTo>
                        <a:pt x="381966" y="296665"/>
                        <a:pt x="376909" y="311848"/>
                        <a:pt x="380709" y="252365"/>
                      </a:cubicBezTo>
                      <a:cubicBezTo>
                        <a:pt x="384509" y="192881"/>
                        <a:pt x="374385" y="185290"/>
                        <a:pt x="360459" y="148580"/>
                      </a:cubicBezTo>
                      <a:cubicBezTo>
                        <a:pt x="346543" y="111881"/>
                        <a:pt x="330093" y="-41262"/>
                        <a:pt x="176941" y="10620"/>
                      </a:cubicBezTo>
                      <a:close/>
                    </a:path>
                  </a:pathLst>
                </a:custGeom>
                <a:solidFill>
                  <a:srgbClr val="293F60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2002;p65">
                  <a:extLst>
                    <a:ext uri="{FF2B5EF4-FFF2-40B4-BE49-F238E27FC236}">
                      <a16:creationId xmlns:a16="http://schemas.microsoft.com/office/drawing/2014/main" id="{B4FCF2F6-99A6-B8FB-6C0F-DF5C136EEDA1}"/>
                    </a:ext>
                  </a:extLst>
                </p:cNvPr>
                <p:cNvSpPr/>
                <p:nvPr/>
              </p:nvSpPr>
              <p:spPr>
                <a:xfrm>
                  <a:off x="4948037" y="2776242"/>
                  <a:ext cx="108003" cy="204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003" h="204216" extrusionOk="0">
                      <a:moveTo>
                        <a:pt x="108004" y="132331"/>
                      </a:moveTo>
                      <a:cubicBezTo>
                        <a:pt x="108004" y="138913"/>
                        <a:pt x="107347" y="145294"/>
                        <a:pt x="106128" y="151352"/>
                      </a:cubicBezTo>
                      <a:cubicBezTo>
                        <a:pt x="99965" y="181832"/>
                        <a:pt x="79343" y="204216"/>
                        <a:pt x="54835" y="204216"/>
                      </a:cubicBezTo>
                      <a:lnTo>
                        <a:pt x="53169" y="204216"/>
                      </a:lnTo>
                      <a:cubicBezTo>
                        <a:pt x="23803" y="204216"/>
                        <a:pt x="0" y="172041"/>
                        <a:pt x="0" y="132340"/>
                      </a:cubicBezTo>
                      <a:lnTo>
                        <a:pt x="0" y="17002"/>
                      </a:lnTo>
                      <a:lnTo>
                        <a:pt x="99984" y="0"/>
                      </a:lnTo>
                      <a:lnTo>
                        <a:pt x="108004" y="132331"/>
                      </a:lnTo>
                      <a:close/>
                    </a:path>
                  </a:pathLst>
                </a:custGeom>
                <a:solidFill>
                  <a:srgbClr val="F4828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3" name="Google Shape;2003;p65">
                  <a:extLst>
                    <a:ext uri="{FF2B5EF4-FFF2-40B4-BE49-F238E27FC236}">
                      <a16:creationId xmlns:a16="http://schemas.microsoft.com/office/drawing/2014/main" id="{2FCEF5A4-9CCE-00FD-728A-EE369287F068}"/>
                    </a:ext>
                  </a:extLst>
                </p:cNvPr>
                <p:cNvSpPr/>
                <p:nvPr/>
              </p:nvSpPr>
              <p:spPr>
                <a:xfrm>
                  <a:off x="4934532" y="2642970"/>
                  <a:ext cx="156469" cy="20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469" h="209880" extrusionOk="0">
                      <a:moveTo>
                        <a:pt x="65845" y="1065"/>
                      </a:moveTo>
                      <a:cubicBezTo>
                        <a:pt x="65845" y="1065"/>
                        <a:pt x="35317" y="8723"/>
                        <a:pt x="16172" y="38756"/>
                      </a:cubicBezTo>
                      <a:cubicBezTo>
                        <a:pt x="-2888" y="68616"/>
                        <a:pt x="-16728" y="156494"/>
                        <a:pt x="44756" y="196623"/>
                      </a:cubicBezTo>
                      <a:cubicBezTo>
                        <a:pt x="106193" y="236733"/>
                        <a:pt x="154980" y="178287"/>
                        <a:pt x="156351" y="121775"/>
                      </a:cubicBezTo>
                      <a:cubicBezTo>
                        <a:pt x="157808" y="65292"/>
                        <a:pt x="146893" y="-9841"/>
                        <a:pt x="65845" y="1065"/>
                      </a:cubicBezTo>
                      <a:close/>
                    </a:path>
                  </a:pathLst>
                </a:custGeom>
                <a:solidFill>
                  <a:srgbClr val="F4828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" name="Google Shape;2004;p65">
                  <a:extLst>
                    <a:ext uri="{FF2B5EF4-FFF2-40B4-BE49-F238E27FC236}">
                      <a16:creationId xmlns:a16="http://schemas.microsoft.com/office/drawing/2014/main" id="{7E7182A6-2BF2-CC3E-E667-84BA33CD4E6F}"/>
                    </a:ext>
                  </a:extLst>
                </p:cNvPr>
                <p:cNvSpPr/>
                <p:nvPr/>
              </p:nvSpPr>
              <p:spPr>
                <a:xfrm>
                  <a:off x="5071759" y="2715860"/>
                  <a:ext cx="33868" cy="50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68" h="50798" extrusionOk="0">
                      <a:moveTo>
                        <a:pt x="30678" y="31026"/>
                      </a:moveTo>
                      <a:cubicBezTo>
                        <a:pt x="25335" y="44618"/>
                        <a:pt x="14705" y="53343"/>
                        <a:pt x="7113" y="50133"/>
                      </a:cubicBezTo>
                      <a:cubicBezTo>
                        <a:pt x="-535" y="47114"/>
                        <a:pt x="-2250" y="33455"/>
                        <a:pt x="3113" y="19863"/>
                      </a:cubicBezTo>
                      <a:cubicBezTo>
                        <a:pt x="8571" y="6128"/>
                        <a:pt x="19134" y="-2426"/>
                        <a:pt x="26792" y="613"/>
                      </a:cubicBezTo>
                      <a:cubicBezTo>
                        <a:pt x="34402" y="3613"/>
                        <a:pt x="36155" y="17300"/>
                        <a:pt x="30678" y="31026"/>
                      </a:cubicBezTo>
                      <a:close/>
                    </a:path>
                  </a:pathLst>
                </a:custGeom>
                <a:solidFill>
                  <a:srgbClr val="F4828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2005;p65">
                  <a:extLst>
                    <a:ext uri="{FF2B5EF4-FFF2-40B4-BE49-F238E27FC236}">
                      <a16:creationId xmlns:a16="http://schemas.microsoft.com/office/drawing/2014/main" id="{861DABF3-ED49-1504-6B04-A671B8D8F934}"/>
                    </a:ext>
                  </a:extLst>
                </p:cNvPr>
                <p:cNvSpPr/>
                <p:nvPr/>
              </p:nvSpPr>
              <p:spPr>
                <a:xfrm>
                  <a:off x="4909722" y="2738956"/>
                  <a:ext cx="38088" cy="5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88" h="54225" extrusionOk="0">
                      <a:moveTo>
                        <a:pt x="36410" y="21122"/>
                      </a:moveTo>
                      <a:cubicBezTo>
                        <a:pt x="40706" y="35733"/>
                        <a:pt x="36486" y="50239"/>
                        <a:pt x="26856" y="53602"/>
                      </a:cubicBezTo>
                      <a:cubicBezTo>
                        <a:pt x="17303" y="56774"/>
                        <a:pt x="5978" y="47534"/>
                        <a:pt x="1701" y="32923"/>
                      </a:cubicBezTo>
                      <a:cubicBezTo>
                        <a:pt x="-2643" y="18302"/>
                        <a:pt x="1625" y="3815"/>
                        <a:pt x="11178" y="633"/>
                      </a:cubicBezTo>
                      <a:cubicBezTo>
                        <a:pt x="20732" y="-2539"/>
                        <a:pt x="32067" y="6501"/>
                        <a:pt x="36410" y="21122"/>
                      </a:cubicBezTo>
                      <a:close/>
                    </a:path>
                  </a:pathLst>
                </a:custGeom>
                <a:solidFill>
                  <a:srgbClr val="F4828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" name="Google Shape;2006;p65">
                  <a:extLst>
                    <a:ext uri="{FF2B5EF4-FFF2-40B4-BE49-F238E27FC236}">
                      <a16:creationId xmlns:a16="http://schemas.microsoft.com/office/drawing/2014/main" id="{C0BE6C2A-B02F-7911-13D7-D66F0B80D561}"/>
                    </a:ext>
                  </a:extLst>
                </p:cNvPr>
                <p:cNvSpPr/>
                <p:nvPr/>
              </p:nvSpPr>
              <p:spPr>
                <a:xfrm>
                  <a:off x="4925745" y="2623381"/>
                  <a:ext cx="169024" cy="119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024" h="119609" extrusionOk="0">
                      <a:moveTo>
                        <a:pt x="169025" y="73023"/>
                      </a:moveTo>
                      <a:cubicBezTo>
                        <a:pt x="169025" y="73023"/>
                        <a:pt x="165415" y="42981"/>
                        <a:pt x="119781" y="22064"/>
                      </a:cubicBezTo>
                      <a:cubicBezTo>
                        <a:pt x="119781" y="22064"/>
                        <a:pt x="74527" y="94320"/>
                        <a:pt x="4738" y="119609"/>
                      </a:cubicBezTo>
                      <a:cubicBezTo>
                        <a:pt x="4738" y="119609"/>
                        <a:pt x="-5530" y="88806"/>
                        <a:pt x="4166" y="60288"/>
                      </a:cubicBezTo>
                      <a:cubicBezTo>
                        <a:pt x="13863" y="31770"/>
                        <a:pt x="44095" y="-4168"/>
                        <a:pt x="86881" y="395"/>
                      </a:cubicBezTo>
                      <a:cubicBezTo>
                        <a:pt x="129668" y="4957"/>
                        <a:pt x="165034" y="27960"/>
                        <a:pt x="169025" y="73023"/>
                      </a:cubicBezTo>
                      <a:close/>
                    </a:path>
                  </a:pathLst>
                </a:custGeom>
                <a:solidFill>
                  <a:srgbClr val="293F60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7" name="Google Shape;2007;p65">
                  <a:extLst>
                    <a:ext uri="{FF2B5EF4-FFF2-40B4-BE49-F238E27FC236}">
                      <a16:creationId xmlns:a16="http://schemas.microsoft.com/office/drawing/2014/main" id="{5BBC40BA-D28B-15A0-1DCE-F558AA7AC9A6}"/>
                    </a:ext>
                  </a:extLst>
                </p:cNvPr>
                <p:cNvSpPr/>
                <p:nvPr/>
              </p:nvSpPr>
              <p:spPr>
                <a:xfrm>
                  <a:off x="4701667" y="2865520"/>
                  <a:ext cx="546049" cy="798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049" h="798280" extrusionOk="0">
                      <a:moveTo>
                        <a:pt x="43983" y="710479"/>
                      </a:moveTo>
                      <a:cubicBezTo>
                        <a:pt x="43678" y="731501"/>
                        <a:pt x="2825" y="754961"/>
                        <a:pt x="22542" y="762314"/>
                      </a:cubicBezTo>
                      <a:cubicBezTo>
                        <a:pt x="22599" y="762343"/>
                        <a:pt x="22627" y="762372"/>
                        <a:pt x="22685" y="762372"/>
                      </a:cubicBezTo>
                      <a:cubicBezTo>
                        <a:pt x="25256" y="763410"/>
                        <a:pt x="68281" y="773363"/>
                        <a:pt x="114391" y="782555"/>
                      </a:cubicBezTo>
                      <a:cubicBezTo>
                        <a:pt x="116125" y="782917"/>
                        <a:pt x="117916" y="783279"/>
                        <a:pt x="119678" y="783593"/>
                      </a:cubicBezTo>
                      <a:cubicBezTo>
                        <a:pt x="160045" y="791537"/>
                        <a:pt x="201650" y="798576"/>
                        <a:pt x="219652" y="798271"/>
                      </a:cubicBezTo>
                      <a:cubicBezTo>
                        <a:pt x="236931" y="797938"/>
                        <a:pt x="253647" y="797490"/>
                        <a:pt x="269754" y="796900"/>
                      </a:cubicBezTo>
                      <a:cubicBezTo>
                        <a:pt x="271573" y="796843"/>
                        <a:pt x="273364" y="796785"/>
                        <a:pt x="275145" y="796700"/>
                      </a:cubicBezTo>
                      <a:cubicBezTo>
                        <a:pt x="287784" y="796223"/>
                        <a:pt x="300024" y="795661"/>
                        <a:pt x="311940" y="795023"/>
                      </a:cubicBezTo>
                      <a:cubicBezTo>
                        <a:pt x="313731" y="794937"/>
                        <a:pt x="315521" y="794823"/>
                        <a:pt x="317283" y="794747"/>
                      </a:cubicBezTo>
                      <a:cubicBezTo>
                        <a:pt x="395541" y="790442"/>
                        <a:pt x="456739" y="783088"/>
                        <a:pt x="498506" y="774983"/>
                      </a:cubicBezTo>
                      <a:cubicBezTo>
                        <a:pt x="534539" y="767991"/>
                        <a:pt x="517013" y="733663"/>
                        <a:pt x="516003" y="696982"/>
                      </a:cubicBezTo>
                      <a:cubicBezTo>
                        <a:pt x="511812" y="545983"/>
                        <a:pt x="543845" y="140227"/>
                        <a:pt x="545836" y="112185"/>
                      </a:cubicBezTo>
                      <a:cubicBezTo>
                        <a:pt x="548322" y="77743"/>
                        <a:pt x="528615" y="65303"/>
                        <a:pt x="511841" y="58007"/>
                      </a:cubicBezTo>
                      <a:cubicBezTo>
                        <a:pt x="503449" y="54321"/>
                        <a:pt x="469340" y="39834"/>
                        <a:pt x="437365" y="26251"/>
                      </a:cubicBezTo>
                      <a:cubicBezTo>
                        <a:pt x="418496" y="18231"/>
                        <a:pt x="400379" y="10535"/>
                        <a:pt x="388664" y="5591"/>
                      </a:cubicBezTo>
                      <a:cubicBezTo>
                        <a:pt x="380501" y="2124"/>
                        <a:pt x="375472" y="0"/>
                        <a:pt x="375472" y="0"/>
                      </a:cubicBezTo>
                      <a:cubicBezTo>
                        <a:pt x="353688" y="49625"/>
                        <a:pt x="288023" y="60303"/>
                        <a:pt x="251647" y="20126"/>
                      </a:cubicBezTo>
                      <a:lnTo>
                        <a:pt x="233730" y="362"/>
                      </a:lnTo>
                      <a:cubicBezTo>
                        <a:pt x="233730" y="362"/>
                        <a:pt x="230958" y="1200"/>
                        <a:pt x="226043" y="2658"/>
                      </a:cubicBezTo>
                      <a:cubicBezTo>
                        <a:pt x="194287" y="12106"/>
                        <a:pt x="73501" y="48225"/>
                        <a:pt x="45545" y="58493"/>
                      </a:cubicBezTo>
                      <a:cubicBezTo>
                        <a:pt x="13283" y="70399"/>
                        <a:pt x="1482" y="90649"/>
                        <a:pt x="25" y="111366"/>
                      </a:cubicBezTo>
                      <a:cubicBezTo>
                        <a:pt x="-1233" y="128902"/>
                        <a:pt x="46049" y="572119"/>
                        <a:pt x="43983" y="71047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08" name="Google Shape;2008;p65">
                  <a:extLst>
                    <a:ext uri="{FF2B5EF4-FFF2-40B4-BE49-F238E27FC236}">
                      <a16:creationId xmlns:a16="http://schemas.microsoft.com/office/drawing/2014/main" id="{4F2BF6D5-9649-023E-59C3-D2104E39338B}"/>
                    </a:ext>
                  </a:extLst>
                </p:cNvPr>
                <p:cNvGrpSpPr/>
                <p:nvPr/>
              </p:nvGrpSpPr>
              <p:grpSpPr>
                <a:xfrm>
                  <a:off x="4629049" y="3504776"/>
                  <a:ext cx="987382" cy="1414618"/>
                  <a:chOff x="4629049" y="3504776"/>
                  <a:chExt cx="987382" cy="1414618"/>
                </a:xfrm>
              </p:grpSpPr>
              <p:sp>
                <p:nvSpPr>
                  <p:cNvPr id="929" name="Google Shape;2009;p65">
                    <a:extLst>
                      <a:ext uri="{FF2B5EF4-FFF2-40B4-BE49-F238E27FC236}">
                        <a16:creationId xmlns:a16="http://schemas.microsoft.com/office/drawing/2014/main" id="{A13DB74B-D9E8-9B42-7298-F0B66AD71883}"/>
                      </a:ext>
                    </a:extLst>
                  </p:cNvPr>
                  <p:cNvSpPr/>
                  <p:nvPr/>
                </p:nvSpPr>
                <p:spPr>
                  <a:xfrm>
                    <a:off x="4647333" y="4722009"/>
                    <a:ext cx="130673" cy="1630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673" h="163039" extrusionOk="0">
                        <a:moveTo>
                          <a:pt x="126987" y="118872"/>
                        </a:moveTo>
                        <a:lnTo>
                          <a:pt x="119634" y="86354"/>
                        </a:lnTo>
                        <a:lnTo>
                          <a:pt x="130673" y="0"/>
                        </a:lnTo>
                        <a:lnTo>
                          <a:pt x="34357" y="0"/>
                        </a:lnTo>
                        <a:lnTo>
                          <a:pt x="39872" y="96784"/>
                        </a:lnTo>
                        <a:lnTo>
                          <a:pt x="0" y="163039"/>
                        </a:lnTo>
                        <a:lnTo>
                          <a:pt x="124539" y="163039"/>
                        </a:ln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0" name="Google Shape;2010;p65">
                    <a:extLst>
                      <a:ext uri="{FF2B5EF4-FFF2-40B4-BE49-F238E27FC236}">
                        <a16:creationId xmlns:a16="http://schemas.microsoft.com/office/drawing/2014/main" id="{31584C08-6B25-661E-417E-CA48DEDEE72C}"/>
                      </a:ext>
                    </a:extLst>
                  </p:cNvPr>
                  <p:cNvSpPr/>
                  <p:nvPr/>
                </p:nvSpPr>
                <p:spPr>
                  <a:xfrm>
                    <a:off x="5372269" y="4375232"/>
                    <a:ext cx="214953" cy="1327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4953" h="132719" extrusionOk="0">
                        <a:moveTo>
                          <a:pt x="12489" y="3067"/>
                        </a:moveTo>
                        <a:lnTo>
                          <a:pt x="18014" y="65646"/>
                        </a:lnTo>
                        <a:lnTo>
                          <a:pt x="5127" y="89573"/>
                        </a:lnTo>
                        <a:cubicBezTo>
                          <a:pt x="5127" y="89573"/>
                          <a:pt x="-19410" y="130064"/>
                          <a:pt x="38874" y="131902"/>
                        </a:cubicBezTo>
                        <a:cubicBezTo>
                          <a:pt x="97157" y="133740"/>
                          <a:pt x="214953" y="131902"/>
                          <a:pt x="214953" y="131902"/>
                        </a:cubicBezTo>
                        <a:lnTo>
                          <a:pt x="173300" y="94555"/>
                        </a:lnTo>
                        <a:lnTo>
                          <a:pt x="104520" y="61960"/>
                        </a:lnTo>
                        <a:lnTo>
                          <a:pt x="110654" y="0"/>
                        </a:lnTo>
                        <a:lnTo>
                          <a:pt x="12489" y="3067"/>
                        </a:ln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1" name="Google Shape;2011;p65">
                    <a:extLst>
                      <a:ext uri="{FF2B5EF4-FFF2-40B4-BE49-F238E27FC236}">
                        <a16:creationId xmlns:a16="http://schemas.microsoft.com/office/drawing/2014/main" id="{B74CE6C8-6215-2B2A-6AD9-41B0E26F0B85}"/>
                      </a:ext>
                    </a:extLst>
                  </p:cNvPr>
                  <p:cNvSpPr/>
                  <p:nvPr/>
                </p:nvSpPr>
                <p:spPr>
                  <a:xfrm>
                    <a:off x="5355448" y="4464805"/>
                    <a:ext cx="260983" cy="598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83" h="59807" extrusionOk="0">
                        <a:moveTo>
                          <a:pt x="21957" y="0"/>
                        </a:moveTo>
                        <a:lnTo>
                          <a:pt x="57542" y="23317"/>
                        </a:lnTo>
                        <a:lnTo>
                          <a:pt x="158155" y="34357"/>
                        </a:lnTo>
                        <a:cubicBezTo>
                          <a:pt x="158155" y="34357"/>
                          <a:pt x="165517" y="3067"/>
                          <a:pt x="196188" y="4905"/>
                        </a:cubicBezTo>
                        <a:lnTo>
                          <a:pt x="252919" y="29566"/>
                        </a:lnTo>
                        <a:cubicBezTo>
                          <a:pt x="260282" y="32766"/>
                          <a:pt x="263196" y="41672"/>
                          <a:pt x="259158" y="48606"/>
                        </a:cubicBezTo>
                        <a:lnTo>
                          <a:pt x="259158" y="48606"/>
                        </a:lnTo>
                        <a:cubicBezTo>
                          <a:pt x="255119" y="55540"/>
                          <a:pt x="247699" y="59807"/>
                          <a:pt x="239670" y="59807"/>
                        </a:cubicBezTo>
                        <a:lnTo>
                          <a:pt x="1716" y="59807"/>
                        </a:lnTo>
                        <a:cubicBezTo>
                          <a:pt x="1706" y="59817"/>
                          <a:pt x="-8723" y="31899"/>
                          <a:pt x="2195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2" name="Google Shape;2012;p65">
                    <a:extLst>
                      <a:ext uri="{FF2B5EF4-FFF2-40B4-BE49-F238E27FC236}">
                        <a16:creationId xmlns:a16="http://schemas.microsoft.com/office/drawing/2014/main" id="{B644FDC8-5264-BBB5-4EB9-57ADDE75973A}"/>
                      </a:ext>
                    </a:extLst>
                  </p:cNvPr>
                  <p:cNvSpPr/>
                  <p:nvPr/>
                </p:nvSpPr>
                <p:spPr>
                  <a:xfrm>
                    <a:off x="4666345" y="3554206"/>
                    <a:ext cx="903983" cy="11891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3983" h="1189116" extrusionOk="0">
                        <a:moveTo>
                          <a:pt x="144485" y="16107"/>
                        </a:moveTo>
                        <a:cubicBezTo>
                          <a:pt x="144485" y="16107"/>
                          <a:pt x="61198" y="167031"/>
                          <a:pt x="41872" y="300924"/>
                        </a:cubicBezTo>
                        <a:cubicBezTo>
                          <a:pt x="22546" y="434816"/>
                          <a:pt x="0" y="1185748"/>
                          <a:pt x="0" y="1185748"/>
                        </a:cubicBezTo>
                        <a:cubicBezTo>
                          <a:pt x="0" y="1185748"/>
                          <a:pt x="92945" y="1197712"/>
                          <a:pt x="138960" y="1176547"/>
                        </a:cubicBezTo>
                        <a:lnTo>
                          <a:pt x="220866" y="752304"/>
                        </a:lnTo>
                        <a:lnTo>
                          <a:pt x="334518" y="281588"/>
                        </a:lnTo>
                        <a:lnTo>
                          <a:pt x="715509" y="416862"/>
                        </a:lnTo>
                        <a:lnTo>
                          <a:pt x="705850" y="833742"/>
                        </a:lnTo>
                        <a:cubicBezTo>
                          <a:pt x="705850" y="833742"/>
                          <a:pt x="770725" y="846163"/>
                          <a:pt x="845268" y="833742"/>
                        </a:cubicBezTo>
                        <a:lnTo>
                          <a:pt x="900484" y="414109"/>
                        </a:lnTo>
                        <a:cubicBezTo>
                          <a:pt x="900484" y="414109"/>
                          <a:pt x="934993" y="323469"/>
                          <a:pt x="787289" y="229372"/>
                        </a:cubicBezTo>
                        <a:cubicBezTo>
                          <a:pt x="639585" y="135274"/>
                          <a:pt x="476698" y="0"/>
                          <a:pt x="476698" y="0"/>
                        </a:cubicBezTo>
                        <a:lnTo>
                          <a:pt x="144485" y="1610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3" name="Google Shape;2013;p65">
                    <a:extLst>
                      <a:ext uri="{FF2B5EF4-FFF2-40B4-BE49-F238E27FC236}">
                        <a16:creationId xmlns:a16="http://schemas.microsoft.com/office/drawing/2014/main" id="{1135DBED-E6E2-20C9-2240-D3550DFB46EF}"/>
                      </a:ext>
                    </a:extLst>
                  </p:cNvPr>
                  <p:cNvSpPr/>
                  <p:nvPr/>
                </p:nvSpPr>
                <p:spPr>
                  <a:xfrm>
                    <a:off x="4998929" y="3772668"/>
                    <a:ext cx="19050" cy="650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50" h="65068" extrusionOk="0">
                        <a:moveTo>
                          <a:pt x="1934" y="65069"/>
                        </a:moveTo>
                        <a:cubicBezTo>
                          <a:pt x="1782" y="65069"/>
                          <a:pt x="1620" y="65050"/>
                          <a:pt x="1467" y="65012"/>
                        </a:cubicBezTo>
                        <a:cubicBezTo>
                          <a:pt x="429" y="64754"/>
                          <a:pt x="-200" y="63707"/>
                          <a:pt x="58" y="62669"/>
                        </a:cubicBezTo>
                        <a:lnTo>
                          <a:pt x="15240" y="1470"/>
                        </a:lnTo>
                        <a:cubicBezTo>
                          <a:pt x="15498" y="432"/>
                          <a:pt x="16545" y="-206"/>
                          <a:pt x="17584" y="61"/>
                        </a:cubicBezTo>
                        <a:cubicBezTo>
                          <a:pt x="18622" y="318"/>
                          <a:pt x="19250" y="1366"/>
                          <a:pt x="18993" y="2404"/>
                        </a:cubicBezTo>
                        <a:lnTo>
                          <a:pt x="3810" y="63602"/>
                        </a:lnTo>
                        <a:cubicBezTo>
                          <a:pt x="3591" y="64488"/>
                          <a:pt x="2801" y="65069"/>
                          <a:pt x="1934" y="65069"/>
                        </a:cubicBezTo>
                        <a:close/>
                      </a:path>
                    </a:pathLst>
                  </a:custGeom>
                  <a:solidFill>
                    <a:srgbClr val="4D5A6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2014;p65">
                    <a:extLst>
                      <a:ext uri="{FF2B5EF4-FFF2-40B4-BE49-F238E27FC236}">
                        <a16:creationId xmlns:a16="http://schemas.microsoft.com/office/drawing/2014/main" id="{743F7EB2-C343-9D38-A41F-539924F58F7D}"/>
                      </a:ext>
                    </a:extLst>
                  </p:cNvPr>
                  <p:cNvSpPr/>
                  <p:nvPr/>
                </p:nvSpPr>
                <p:spPr>
                  <a:xfrm>
                    <a:off x="5379920" y="3940168"/>
                    <a:ext cx="3867" cy="328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67" h="32851" extrusionOk="0">
                        <a:moveTo>
                          <a:pt x="1934" y="32852"/>
                        </a:moveTo>
                        <a:cubicBezTo>
                          <a:pt x="867" y="32852"/>
                          <a:pt x="0" y="31985"/>
                          <a:pt x="0" y="30918"/>
                        </a:cubicBezTo>
                        <a:lnTo>
                          <a:pt x="0" y="1934"/>
                        </a:lnTo>
                        <a:cubicBezTo>
                          <a:pt x="0" y="867"/>
                          <a:pt x="867" y="0"/>
                          <a:pt x="1934" y="0"/>
                        </a:cubicBezTo>
                        <a:cubicBezTo>
                          <a:pt x="3000" y="0"/>
                          <a:pt x="3867" y="867"/>
                          <a:pt x="3867" y="1934"/>
                        </a:cubicBezTo>
                        <a:lnTo>
                          <a:pt x="3867" y="30918"/>
                        </a:lnTo>
                        <a:cubicBezTo>
                          <a:pt x="3867" y="31985"/>
                          <a:pt x="3000" y="32852"/>
                          <a:pt x="1934" y="32852"/>
                        </a:cubicBezTo>
                        <a:close/>
                      </a:path>
                    </a:pathLst>
                  </a:custGeom>
                  <a:solidFill>
                    <a:srgbClr val="4D5A6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5" name="Google Shape;2015;p65">
                    <a:extLst>
                      <a:ext uri="{FF2B5EF4-FFF2-40B4-BE49-F238E27FC236}">
                        <a16:creationId xmlns:a16="http://schemas.microsoft.com/office/drawing/2014/main" id="{CEF7F2EB-795C-0B6A-6E43-8E5B3CBED068}"/>
                      </a:ext>
                    </a:extLst>
                  </p:cNvPr>
                  <p:cNvSpPr/>
                  <p:nvPr/>
                </p:nvSpPr>
                <p:spPr>
                  <a:xfrm>
                    <a:off x="4727596" y="4318646"/>
                    <a:ext cx="90996" cy="88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996" h="8828" extrusionOk="0">
                        <a:moveTo>
                          <a:pt x="1937" y="8828"/>
                        </a:moveTo>
                        <a:cubicBezTo>
                          <a:pt x="975" y="8828"/>
                          <a:pt x="137" y="8104"/>
                          <a:pt x="13" y="7123"/>
                        </a:cubicBezTo>
                        <a:cubicBezTo>
                          <a:pt x="-111" y="6066"/>
                          <a:pt x="642" y="5094"/>
                          <a:pt x="1709" y="4970"/>
                        </a:cubicBezTo>
                        <a:cubicBezTo>
                          <a:pt x="2166" y="4913"/>
                          <a:pt x="48315" y="-554"/>
                          <a:pt x="89091" y="46"/>
                        </a:cubicBezTo>
                        <a:cubicBezTo>
                          <a:pt x="90158" y="65"/>
                          <a:pt x="91015" y="941"/>
                          <a:pt x="90996" y="2008"/>
                        </a:cubicBezTo>
                        <a:cubicBezTo>
                          <a:pt x="90977" y="3065"/>
                          <a:pt x="90120" y="3913"/>
                          <a:pt x="89063" y="3913"/>
                        </a:cubicBezTo>
                        <a:cubicBezTo>
                          <a:pt x="89053" y="3913"/>
                          <a:pt x="89044" y="3913"/>
                          <a:pt x="89034" y="3913"/>
                        </a:cubicBezTo>
                        <a:cubicBezTo>
                          <a:pt x="48553" y="3323"/>
                          <a:pt x="2633" y="8752"/>
                          <a:pt x="2176" y="8809"/>
                        </a:cubicBezTo>
                        <a:cubicBezTo>
                          <a:pt x="2099" y="8818"/>
                          <a:pt x="2014" y="8828"/>
                          <a:pt x="1937" y="8828"/>
                        </a:cubicBezTo>
                        <a:close/>
                      </a:path>
                    </a:pathLst>
                  </a:custGeom>
                  <a:solidFill>
                    <a:srgbClr val="4D5A6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6" name="Google Shape;2016;p65">
                    <a:extLst>
                      <a:ext uri="{FF2B5EF4-FFF2-40B4-BE49-F238E27FC236}">
                        <a16:creationId xmlns:a16="http://schemas.microsoft.com/office/drawing/2014/main" id="{2390B411-B9FB-3BED-2AFA-1091C706E8F8}"/>
                      </a:ext>
                    </a:extLst>
                  </p:cNvPr>
                  <p:cNvSpPr/>
                  <p:nvPr/>
                </p:nvSpPr>
                <p:spPr>
                  <a:xfrm>
                    <a:off x="5470561" y="3965009"/>
                    <a:ext cx="76568" cy="139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68" h="13993" extrusionOk="0">
                        <a:moveTo>
                          <a:pt x="1932" y="13993"/>
                        </a:moveTo>
                        <a:cubicBezTo>
                          <a:pt x="980" y="13993"/>
                          <a:pt x="151" y="13288"/>
                          <a:pt x="18" y="12326"/>
                        </a:cubicBezTo>
                        <a:cubicBezTo>
                          <a:pt x="-125" y="11269"/>
                          <a:pt x="608" y="10288"/>
                          <a:pt x="1666" y="10145"/>
                        </a:cubicBezTo>
                        <a:lnTo>
                          <a:pt x="74370" y="20"/>
                        </a:lnTo>
                        <a:cubicBezTo>
                          <a:pt x="75418" y="-133"/>
                          <a:pt x="76408" y="610"/>
                          <a:pt x="76551" y="1668"/>
                        </a:cubicBezTo>
                        <a:cubicBezTo>
                          <a:pt x="76694" y="2725"/>
                          <a:pt x="75961" y="3706"/>
                          <a:pt x="74903" y="3849"/>
                        </a:cubicBezTo>
                        <a:lnTo>
                          <a:pt x="2199" y="13974"/>
                        </a:lnTo>
                        <a:cubicBezTo>
                          <a:pt x="2113" y="13983"/>
                          <a:pt x="2018" y="13993"/>
                          <a:pt x="1932" y="13993"/>
                        </a:cubicBezTo>
                        <a:close/>
                      </a:path>
                    </a:pathLst>
                  </a:custGeom>
                  <a:solidFill>
                    <a:srgbClr val="4D5A6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7" name="Google Shape;2017;p65">
                    <a:extLst>
                      <a:ext uri="{FF2B5EF4-FFF2-40B4-BE49-F238E27FC236}">
                        <a16:creationId xmlns:a16="http://schemas.microsoft.com/office/drawing/2014/main" id="{6659442B-EE84-CD57-5B66-D6BD8B0E5C1F}"/>
                      </a:ext>
                    </a:extLst>
                  </p:cNvPr>
                  <p:cNvSpPr/>
                  <p:nvPr/>
                </p:nvSpPr>
                <p:spPr>
                  <a:xfrm>
                    <a:off x="4629049" y="4840871"/>
                    <a:ext cx="157125" cy="7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25" h="78523" extrusionOk="0">
                        <a:moveTo>
                          <a:pt x="156530" y="49692"/>
                        </a:moveTo>
                        <a:lnTo>
                          <a:pt x="145272" y="0"/>
                        </a:lnTo>
                        <a:cubicBezTo>
                          <a:pt x="145272" y="0"/>
                          <a:pt x="133003" y="6753"/>
                          <a:pt x="132384" y="23927"/>
                        </a:cubicBezTo>
                        <a:cubicBezTo>
                          <a:pt x="131775" y="41100"/>
                          <a:pt x="115211" y="39262"/>
                          <a:pt x="115211" y="39262"/>
                        </a:cubicBezTo>
                        <a:cubicBezTo>
                          <a:pt x="115211" y="39262"/>
                          <a:pt x="99256" y="20241"/>
                          <a:pt x="62452" y="20241"/>
                        </a:cubicBezTo>
                        <a:cubicBezTo>
                          <a:pt x="40230" y="20241"/>
                          <a:pt x="18446" y="33661"/>
                          <a:pt x="4549" y="49016"/>
                        </a:cubicBezTo>
                        <a:cubicBezTo>
                          <a:pt x="-5709" y="60350"/>
                          <a:pt x="2530" y="78524"/>
                          <a:pt x="17818" y="78524"/>
                        </a:cubicBezTo>
                        <a:lnTo>
                          <a:pt x="133499" y="78524"/>
                        </a:lnTo>
                        <a:cubicBezTo>
                          <a:pt x="148643" y="78534"/>
                          <a:pt x="159883" y="64475"/>
                          <a:pt x="156530" y="4969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8" name="Google Shape;2018;p65">
                    <a:extLst>
                      <a:ext uri="{FF2B5EF4-FFF2-40B4-BE49-F238E27FC236}">
                        <a16:creationId xmlns:a16="http://schemas.microsoft.com/office/drawing/2014/main" id="{BEAE3835-D450-4866-6C22-6BB1D18AB01D}"/>
                      </a:ext>
                    </a:extLst>
                  </p:cNvPr>
                  <p:cNvSpPr/>
                  <p:nvPr/>
                </p:nvSpPr>
                <p:spPr>
                  <a:xfrm>
                    <a:off x="4807092" y="3505276"/>
                    <a:ext cx="339617" cy="675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9617" h="67569" extrusionOk="0">
                        <a:moveTo>
                          <a:pt x="4652" y="14116"/>
                        </a:moveTo>
                        <a:cubicBezTo>
                          <a:pt x="4652" y="14116"/>
                          <a:pt x="-5169" y="44787"/>
                          <a:pt x="3728" y="65037"/>
                        </a:cubicBezTo>
                        <a:cubicBezTo>
                          <a:pt x="3728" y="65037"/>
                          <a:pt x="192380" y="77000"/>
                          <a:pt x="335941" y="48930"/>
                        </a:cubicBezTo>
                        <a:lnTo>
                          <a:pt x="339618" y="0"/>
                        </a:lnTo>
                        <a:cubicBezTo>
                          <a:pt x="339627" y="0"/>
                          <a:pt x="93006" y="14116"/>
                          <a:pt x="4652" y="14116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9" name="Google Shape;2019;p65">
                    <a:extLst>
                      <a:ext uri="{FF2B5EF4-FFF2-40B4-BE49-F238E27FC236}">
                        <a16:creationId xmlns:a16="http://schemas.microsoft.com/office/drawing/2014/main" id="{3C053C7B-AC3E-59A8-6AF5-2215B1278510}"/>
                      </a:ext>
                    </a:extLst>
                  </p:cNvPr>
                  <p:cNvSpPr/>
                  <p:nvPr/>
                </p:nvSpPr>
                <p:spPr>
                  <a:xfrm>
                    <a:off x="4941420" y="3504776"/>
                    <a:ext cx="96713" cy="742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713" h="74209" extrusionOk="0">
                        <a:moveTo>
                          <a:pt x="387" y="4186"/>
                        </a:moveTo>
                        <a:cubicBezTo>
                          <a:pt x="-632" y="27465"/>
                          <a:pt x="349" y="50573"/>
                          <a:pt x="3455" y="73509"/>
                        </a:cubicBezTo>
                        <a:cubicBezTo>
                          <a:pt x="34315" y="75319"/>
                          <a:pt x="64605" y="73662"/>
                          <a:pt x="94256" y="68070"/>
                        </a:cubicBezTo>
                        <a:cubicBezTo>
                          <a:pt x="97533" y="45544"/>
                          <a:pt x="97533" y="23027"/>
                          <a:pt x="94256" y="510"/>
                        </a:cubicBezTo>
                        <a:cubicBezTo>
                          <a:pt x="61681" y="-719"/>
                          <a:pt x="30220" y="186"/>
                          <a:pt x="387" y="4186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09" name="Google Shape;2020;p65">
                  <a:extLst>
                    <a:ext uri="{FF2B5EF4-FFF2-40B4-BE49-F238E27FC236}">
                      <a16:creationId xmlns:a16="http://schemas.microsoft.com/office/drawing/2014/main" id="{49B636B1-E567-D0E5-177A-A1D1E44756C5}"/>
                    </a:ext>
                  </a:extLst>
                </p:cNvPr>
                <p:cNvGrpSpPr/>
                <p:nvPr/>
              </p:nvGrpSpPr>
              <p:grpSpPr>
                <a:xfrm>
                  <a:off x="5091462" y="2922400"/>
                  <a:ext cx="412103" cy="467464"/>
                  <a:chOff x="5091462" y="2922400"/>
                  <a:chExt cx="412103" cy="467464"/>
                </a:xfrm>
              </p:grpSpPr>
              <p:sp>
                <p:nvSpPr>
                  <p:cNvPr id="926" name="Google Shape;2021;p65">
                    <a:extLst>
                      <a:ext uri="{FF2B5EF4-FFF2-40B4-BE49-F238E27FC236}">
                        <a16:creationId xmlns:a16="http://schemas.microsoft.com/office/drawing/2014/main" id="{400B409A-EC24-D3A8-995D-0E92DE4F1254}"/>
                      </a:ext>
                    </a:extLst>
                  </p:cNvPr>
                  <p:cNvSpPr/>
                  <p:nvPr/>
                </p:nvSpPr>
                <p:spPr>
                  <a:xfrm>
                    <a:off x="5098830" y="2928713"/>
                    <a:ext cx="404735" cy="461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735" h="461151" extrusionOk="0">
                        <a:moveTo>
                          <a:pt x="367205" y="447804"/>
                        </a:moveTo>
                        <a:cubicBezTo>
                          <a:pt x="330238" y="470026"/>
                          <a:pt x="281946" y="463863"/>
                          <a:pt x="259296" y="434069"/>
                        </a:cubicBezTo>
                        <a:lnTo>
                          <a:pt x="11532" y="107628"/>
                        </a:lnTo>
                        <a:cubicBezTo>
                          <a:pt x="-11062" y="77796"/>
                          <a:pt x="559" y="35590"/>
                          <a:pt x="37516" y="13350"/>
                        </a:cubicBezTo>
                        <a:cubicBezTo>
                          <a:pt x="74483" y="-8872"/>
                          <a:pt x="122812" y="-2719"/>
                          <a:pt x="145434" y="27104"/>
                        </a:cubicBezTo>
                        <a:lnTo>
                          <a:pt x="288709" y="215880"/>
                        </a:lnTo>
                        <a:lnTo>
                          <a:pt x="315684" y="251446"/>
                        </a:lnTo>
                        <a:lnTo>
                          <a:pt x="393180" y="353554"/>
                        </a:lnTo>
                        <a:cubicBezTo>
                          <a:pt x="415811" y="383348"/>
                          <a:pt x="404181" y="425553"/>
                          <a:pt x="367205" y="447804"/>
                        </a:cubicBez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7" name="Google Shape;2022;p65">
                    <a:extLst>
                      <a:ext uri="{FF2B5EF4-FFF2-40B4-BE49-F238E27FC236}">
                        <a16:creationId xmlns:a16="http://schemas.microsoft.com/office/drawing/2014/main" id="{C6C7890D-1C76-0DAE-8674-F30556BB050E}"/>
                      </a:ext>
                    </a:extLst>
                  </p:cNvPr>
                  <p:cNvSpPr/>
                  <p:nvPr/>
                </p:nvSpPr>
                <p:spPr>
                  <a:xfrm>
                    <a:off x="5255980" y="3144593"/>
                    <a:ext cx="158524" cy="1146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8524" h="114680" extrusionOk="0">
                        <a:moveTo>
                          <a:pt x="158524" y="35557"/>
                        </a:moveTo>
                        <a:lnTo>
                          <a:pt x="26975" y="114681"/>
                        </a:lnTo>
                        <a:lnTo>
                          <a:pt x="0" y="79124"/>
                        </a:lnTo>
                        <a:lnTo>
                          <a:pt x="131559" y="0"/>
                        </a:lnTo>
                        <a:close/>
                      </a:path>
                    </a:pathLst>
                  </a:custGeom>
                  <a:solidFill>
                    <a:srgbClr val="ED806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8" name="Google Shape;2023;p65">
                    <a:extLst>
                      <a:ext uri="{FF2B5EF4-FFF2-40B4-BE49-F238E27FC236}">
                        <a16:creationId xmlns:a16="http://schemas.microsoft.com/office/drawing/2014/main" id="{9E28D9A4-6339-C96D-2DAA-6167C10565E1}"/>
                      </a:ext>
                    </a:extLst>
                  </p:cNvPr>
                  <p:cNvSpPr/>
                  <p:nvPr/>
                </p:nvSpPr>
                <p:spPr>
                  <a:xfrm>
                    <a:off x="5091462" y="2922400"/>
                    <a:ext cx="297296" cy="3075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7296" h="307583" extrusionOk="0">
                        <a:moveTo>
                          <a:pt x="155241" y="307584"/>
                        </a:moveTo>
                        <a:lnTo>
                          <a:pt x="12604" y="117703"/>
                        </a:lnTo>
                        <a:cubicBezTo>
                          <a:pt x="-12114" y="85128"/>
                          <a:pt x="650" y="38884"/>
                          <a:pt x="41036" y="14585"/>
                        </a:cubicBezTo>
                        <a:cubicBezTo>
                          <a:pt x="81431" y="-9703"/>
                          <a:pt x="134352" y="-2960"/>
                          <a:pt x="159098" y="29625"/>
                        </a:cubicBezTo>
                        <a:lnTo>
                          <a:pt x="297297" y="222745"/>
                        </a:lnTo>
                        <a:lnTo>
                          <a:pt x="155241" y="307584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10" name="Google Shape;2024;p65">
                  <a:extLst>
                    <a:ext uri="{FF2B5EF4-FFF2-40B4-BE49-F238E27FC236}">
                      <a16:creationId xmlns:a16="http://schemas.microsoft.com/office/drawing/2014/main" id="{9CDBA6F7-7AEB-C972-D198-91F3585EB4F2}"/>
                    </a:ext>
                  </a:extLst>
                </p:cNvPr>
                <p:cNvGrpSpPr/>
                <p:nvPr/>
              </p:nvGrpSpPr>
              <p:grpSpPr>
                <a:xfrm>
                  <a:off x="4536667" y="2930377"/>
                  <a:ext cx="320159" cy="520350"/>
                  <a:chOff x="4536667" y="2930377"/>
                  <a:chExt cx="320159" cy="520350"/>
                </a:xfrm>
              </p:grpSpPr>
              <p:sp>
                <p:nvSpPr>
                  <p:cNvPr id="923" name="Google Shape;2025;p65">
                    <a:extLst>
                      <a:ext uri="{FF2B5EF4-FFF2-40B4-BE49-F238E27FC236}">
                        <a16:creationId xmlns:a16="http://schemas.microsoft.com/office/drawing/2014/main" id="{0C33F2F2-655E-7B94-A2F9-4B3DEFD868A0}"/>
                      </a:ext>
                    </a:extLst>
                  </p:cNvPr>
                  <p:cNvSpPr/>
                  <p:nvPr/>
                </p:nvSpPr>
                <p:spPr>
                  <a:xfrm>
                    <a:off x="4536667" y="2936611"/>
                    <a:ext cx="312685" cy="5141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685" h="514116" extrusionOk="0">
                        <a:moveTo>
                          <a:pt x="308443" y="87053"/>
                        </a:moveTo>
                        <a:lnTo>
                          <a:pt x="203287" y="347447"/>
                        </a:lnTo>
                        <a:lnTo>
                          <a:pt x="184837" y="393100"/>
                        </a:lnTo>
                        <a:lnTo>
                          <a:pt x="154433" y="468395"/>
                        </a:lnTo>
                        <a:cubicBezTo>
                          <a:pt x="140355" y="503238"/>
                          <a:pt x="95340" y="522221"/>
                          <a:pt x="53830" y="510791"/>
                        </a:cubicBezTo>
                        <a:cubicBezTo>
                          <a:pt x="12387" y="499409"/>
                          <a:pt x="-9835" y="461899"/>
                          <a:pt x="4215" y="427085"/>
                        </a:cubicBezTo>
                        <a:lnTo>
                          <a:pt x="34637" y="351790"/>
                        </a:lnTo>
                        <a:lnTo>
                          <a:pt x="53087" y="306108"/>
                        </a:lnTo>
                        <a:lnTo>
                          <a:pt x="158291" y="45714"/>
                        </a:lnTo>
                        <a:cubicBezTo>
                          <a:pt x="172350" y="10872"/>
                          <a:pt x="217384" y="-8093"/>
                          <a:pt x="258875" y="3318"/>
                        </a:cubicBezTo>
                        <a:cubicBezTo>
                          <a:pt x="300328" y="14748"/>
                          <a:pt x="322550" y="52239"/>
                          <a:pt x="308443" y="87053"/>
                        </a:cubicBez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4" name="Google Shape;2026;p65">
                    <a:extLst>
                      <a:ext uri="{FF2B5EF4-FFF2-40B4-BE49-F238E27FC236}">
                        <a16:creationId xmlns:a16="http://schemas.microsoft.com/office/drawing/2014/main" id="{9B62A267-4FE0-8CEC-7617-EC3C0C04FC84}"/>
                      </a:ext>
                    </a:extLst>
                  </p:cNvPr>
                  <p:cNvSpPr/>
                  <p:nvPr/>
                </p:nvSpPr>
                <p:spPr>
                  <a:xfrm>
                    <a:off x="4589754" y="2930377"/>
                    <a:ext cx="267072" cy="3541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7072" h="354157" extrusionOk="0">
                        <a:moveTo>
                          <a:pt x="0" y="312352"/>
                        </a:moveTo>
                        <a:lnTo>
                          <a:pt x="98098" y="50005"/>
                        </a:lnTo>
                        <a:cubicBezTo>
                          <a:pt x="113490" y="11933"/>
                          <a:pt x="162858" y="-8860"/>
                          <a:pt x="208159" y="3628"/>
                        </a:cubicBezTo>
                        <a:cubicBezTo>
                          <a:pt x="253460" y="16086"/>
                          <a:pt x="277835" y="57187"/>
                          <a:pt x="262471" y="95239"/>
                        </a:cubicBezTo>
                        <a:lnTo>
                          <a:pt x="151695" y="354157"/>
                        </a:lnTo>
                        <a:lnTo>
                          <a:pt x="0" y="312352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5" name="Google Shape;2027;p65">
                    <a:extLst>
                      <a:ext uri="{FF2B5EF4-FFF2-40B4-BE49-F238E27FC236}">
                        <a16:creationId xmlns:a16="http://schemas.microsoft.com/office/drawing/2014/main" id="{7980C9E5-2A6C-AE6E-D8B6-5B48000ED888}"/>
                      </a:ext>
                    </a:extLst>
                  </p:cNvPr>
                  <p:cNvSpPr/>
                  <p:nvPr/>
                </p:nvSpPr>
                <p:spPr>
                  <a:xfrm>
                    <a:off x="4571314" y="3242729"/>
                    <a:ext cx="168640" cy="86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640" h="86982" extrusionOk="0">
                        <a:moveTo>
                          <a:pt x="168640" y="41329"/>
                        </a:moveTo>
                        <a:lnTo>
                          <a:pt x="150190" y="86982"/>
                        </a:lnTo>
                        <a:lnTo>
                          <a:pt x="0" y="45682"/>
                        </a:lnTo>
                        <a:lnTo>
                          <a:pt x="18440" y="0"/>
                        </a:lnTo>
                        <a:close/>
                      </a:path>
                    </a:pathLst>
                  </a:custGeom>
                  <a:solidFill>
                    <a:srgbClr val="ED806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11" name="Google Shape;2028;p65">
                  <a:extLst>
                    <a:ext uri="{FF2B5EF4-FFF2-40B4-BE49-F238E27FC236}">
                      <a16:creationId xmlns:a16="http://schemas.microsoft.com/office/drawing/2014/main" id="{36DFCDB0-78AF-355B-C99D-554E105132B6}"/>
                    </a:ext>
                  </a:extLst>
                </p:cNvPr>
                <p:cNvGrpSpPr/>
                <p:nvPr/>
              </p:nvGrpSpPr>
              <p:grpSpPr>
                <a:xfrm>
                  <a:off x="5634290" y="2855000"/>
                  <a:ext cx="260119" cy="270442"/>
                  <a:chOff x="5634290" y="2855000"/>
                  <a:chExt cx="260119" cy="270442"/>
                </a:xfrm>
              </p:grpSpPr>
              <p:sp>
                <p:nvSpPr>
                  <p:cNvPr id="921" name="Google Shape;2029;p65">
                    <a:extLst>
                      <a:ext uri="{FF2B5EF4-FFF2-40B4-BE49-F238E27FC236}">
                        <a16:creationId xmlns:a16="http://schemas.microsoft.com/office/drawing/2014/main" id="{D784F3F1-E2A1-FDF4-8F87-7F657A5E8341}"/>
                      </a:ext>
                    </a:extLst>
                  </p:cNvPr>
                  <p:cNvSpPr/>
                  <p:nvPr/>
                </p:nvSpPr>
                <p:spPr>
                  <a:xfrm>
                    <a:off x="5634290" y="2855000"/>
                    <a:ext cx="260119" cy="2704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19" h="270442" extrusionOk="0">
                        <a:moveTo>
                          <a:pt x="8615" y="203277"/>
                        </a:moveTo>
                        <a:cubicBezTo>
                          <a:pt x="14292" y="192294"/>
                          <a:pt x="22197" y="182331"/>
                          <a:pt x="19435" y="170111"/>
                        </a:cubicBezTo>
                        <a:cubicBezTo>
                          <a:pt x="16616" y="157814"/>
                          <a:pt x="16140" y="137830"/>
                          <a:pt x="20997" y="124543"/>
                        </a:cubicBezTo>
                        <a:cubicBezTo>
                          <a:pt x="25865" y="111284"/>
                          <a:pt x="27970" y="92511"/>
                          <a:pt x="27008" y="83595"/>
                        </a:cubicBezTo>
                        <a:cubicBezTo>
                          <a:pt x="25998" y="74623"/>
                          <a:pt x="20883" y="65669"/>
                          <a:pt x="24341" y="60449"/>
                        </a:cubicBezTo>
                        <a:cubicBezTo>
                          <a:pt x="27827" y="55230"/>
                          <a:pt x="44724" y="52591"/>
                          <a:pt x="58364" y="63164"/>
                        </a:cubicBezTo>
                        <a:cubicBezTo>
                          <a:pt x="72051" y="73727"/>
                          <a:pt x="73290" y="91339"/>
                          <a:pt x="72461" y="100416"/>
                        </a:cubicBezTo>
                        <a:cubicBezTo>
                          <a:pt x="72404" y="100597"/>
                          <a:pt x="72356" y="100712"/>
                          <a:pt x="72375" y="100864"/>
                        </a:cubicBezTo>
                        <a:cubicBezTo>
                          <a:pt x="75918" y="98530"/>
                          <a:pt x="79386" y="95730"/>
                          <a:pt x="82024" y="92368"/>
                        </a:cubicBezTo>
                        <a:lnTo>
                          <a:pt x="82043" y="92387"/>
                        </a:lnTo>
                        <a:lnTo>
                          <a:pt x="151318" y="6709"/>
                        </a:lnTo>
                        <a:cubicBezTo>
                          <a:pt x="156919" y="-463"/>
                          <a:pt x="168587" y="-2130"/>
                          <a:pt x="177398" y="2899"/>
                        </a:cubicBezTo>
                        <a:cubicBezTo>
                          <a:pt x="184446" y="6966"/>
                          <a:pt x="187371" y="14072"/>
                          <a:pt x="185513" y="20435"/>
                        </a:cubicBezTo>
                        <a:lnTo>
                          <a:pt x="187904" y="17492"/>
                        </a:lnTo>
                        <a:cubicBezTo>
                          <a:pt x="193562" y="10491"/>
                          <a:pt x="205135" y="8986"/>
                          <a:pt x="213669" y="14110"/>
                        </a:cubicBezTo>
                        <a:cubicBezTo>
                          <a:pt x="222251" y="19216"/>
                          <a:pt x="224575" y="29036"/>
                          <a:pt x="218898" y="35980"/>
                        </a:cubicBezTo>
                        <a:lnTo>
                          <a:pt x="211602" y="44981"/>
                        </a:lnTo>
                        <a:cubicBezTo>
                          <a:pt x="217727" y="41047"/>
                          <a:pt x="226652" y="40847"/>
                          <a:pt x="233510" y="45076"/>
                        </a:cubicBezTo>
                        <a:cubicBezTo>
                          <a:pt x="241834" y="50229"/>
                          <a:pt x="243911" y="59906"/>
                          <a:pt x="238196" y="66698"/>
                        </a:cubicBezTo>
                        <a:lnTo>
                          <a:pt x="233367" y="72384"/>
                        </a:lnTo>
                        <a:cubicBezTo>
                          <a:pt x="239225" y="69870"/>
                          <a:pt x="246711" y="70279"/>
                          <a:pt x="252607" y="74032"/>
                        </a:cubicBezTo>
                        <a:cubicBezTo>
                          <a:pt x="260694" y="79233"/>
                          <a:pt x="262542" y="88777"/>
                          <a:pt x="256732" y="95387"/>
                        </a:cubicBezTo>
                        <a:lnTo>
                          <a:pt x="191876" y="168520"/>
                        </a:lnTo>
                        <a:cubicBezTo>
                          <a:pt x="182884" y="178645"/>
                          <a:pt x="140641" y="223575"/>
                          <a:pt x="100245" y="251207"/>
                        </a:cubicBezTo>
                        <a:cubicBezTo>
                          <a:pt x="85910" y="268856"/>
                          <a:pt x="57783" y="279315"/>
                          <a:pt x="23902" y="260341"/>
                        </a:cubicBezTo>
                        <a:cubicBezTo>
                          <a:pt x="-9997" y="241367"/>
                          <a:pt x="-634" y="215755"/>
                          <a:pt x="8615" y="203277"/>
                        </a:cubicBez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2" name="Google Shape;2030;p65">
                    <a:extLst>
                      <a:ext uri="{FF2B5EF4-FFF2-40B4-BE49-F238E27FC236}">
                        <a16:creationId xmlns:a16="http://schemas.microsoft.com/office/drawing/2014/main" id="{F985954F-DBFE-454A-7E39-7209F3233297}"/>
                      </a:ext>
                    </a:extLst>
                  </p:cNvPr>
                  <p:cNvSpPr/>
                  <p:nvPr/>
                </p:nvSpPr>
                <p:spPr>
                  <a:xfrm>
                    <a:off x="5705056" y="2877750"/>
                    <a:ext cx="161791" cy="1382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791" h="138283" extrusionOk="0">
                        <a:moveTo>
                          <a:pt x="3657" y="93554"/>
                        </a:moveTo>
                        <a:cubicBezTo>
                          <a:pt x="-1486" y="90716"/>
                          <a:pt x="-38" y="87896"/>
                          <a:pt x="1076" y="81886"/>
                        </a:cubicBezTo>
                        <a:cubicBezTo>
                          <a:pt x="12639" y="87887"/>
                          <a:pt x="44777" y="107489"/>
                          <a:pt x="42957" y="138283"/>
                        </a:cubicBezTo>
                        <a:lnTo>
                          <a:pt x="42824" y="138245"/>
                        </a:lnTo>
                        <a:cubicBezTo>
                          <a:pt x="40043" y="113709"/>
                          <a:pt x="12192" y="98298"/>
                          <a:pt x="3657" y="93554"/>
                        </a:cubicBezTo>
                        <a:close/>
                        <a:moveTo>
                          <a:pt x="109852" y="533"/>
                        </a:moveTo>
                        <a:cubicBezTo>
                          <a:pt x="109852" y="533"/>
                          <a:pt x="106365" y="3905"/>
                          <a:pt x="101460" y="9239"/>
                        </a:cubicBezTo>
                        <a:cubicBezTo>
                          <a:pt x="99069" y="11944"/>
                          <a:pt x="96164" y="15001"/>
                          <a:pt x="93259" y="18459"/>
                        </a:cubicBezTo>
                        <a:cubicBezTo>
                          <a:pt x="90383" y="21850"/>
                          <a:pt x="87315" y="25498"/>
                          <a:pt x="84210" y="29137"/>
                        </a:cubicBezTo>
                        <a:cubicBezTo>
                          <a:pt x="78171" y="36557"/>
                          <a:pt x="54978" y="63646"/>
                          <a:pt x="50844" y="69380"/>
                        </a:cubicBezTo>
                        <a:cubicBezTo>
                          <a:pt x="46701" y="75180"/>
                          <a:pt x="44186" y="79162"/>
                          <a:pt x="44186" y="79162"/>
                        </a:cubicBezTo>
                        <a:cubicBezTo>
                          <a:pt x="43691" y="79962"/>
                          <a:pt x="44043" y="80943"/>
                          <a:pt x="44977" y="81372"/>
                        </a:cubicBezTo>
                        <a:cubicBezTo>
                          <a:pt x="45853" y="81772"/>
                          <a:pt x="46786" y="81629"/>
                          <a:pt x="47377" y="81095"/>
                        </a:cubicBezTo>
                        <a:cubicBezTo>
                          <a:pt x="47377" y="81095"/>
                          <a:pt x="50873" y="77676"/>
                          <a:pt x="55740" y="72351"/>
                        </a:cubicBezTo>
                        <a:cubicBezTo>
                          <a:pt x="60626" y="67008"/>
                          <a:pt x="84506" y="40328"/>
                          <a:pt x="90497" y="32927"/>
                        </a:cubicBezTo>
                        <a:cubicBezTo>
                          <a:pt x="93440" y="29175"/>
                          <a:pt x="96393" y="25412"/>
                          <a:pt x="99155" y="21955"/>
                        </a:cubicBezTo>
                        <a:cubicBezTo>
                          <a:pt x="101879" y="18411"/>
                          <a:pt x="104251" y="15021"/>
                          <a:pt x="106384" y="12192"/>
                        </a:cubicBezTo>
                        <a:cubicBezTo>
                          <a:pt x="110528" y="6391"/>
                          <a:pt x="113033" y="2419"/>
                          <a:pt x="113033" y="2419"/>
                        </a:cubicBezTo>
                        <a:cubicBezTo>
                          <a:pt x="113538" y="1676"/>
                          <a:pt x="113185" y="657"/>
                          <a:pt x="112223" y="238"/>
                        </a:cubicBezTo>
                        <a:cubicBezTo>
                          <a:pt x="111414" y="-172"/>
                          <a:pt x="110395" y="-39"/>
                          <a:pt x="109852" y="533"/>
                        </a:cubicBezTo>
                        <a:close/>
                        <a:moveTo>
                          <a:pt x="135617" y="24850"/>
                        </a:moveTo>
                        <a:cubicBezTo>
                          <a:pt x="135617" y="24850"/>
                          <a:pt x="132426" y="27679"/>
                          <a:pt x="128016" y="32147"/>
                        </a:cubicBezTo>
                        <a:cubicBezTo>
                          <a:pt x="125901" y="34461"/>
                          <a:pt x="123263" y="37004"/>
                          <a:pt x="120691" y="39909"/>
                        </a:cubicBezTo>
                        <a:cubicBezTo>
                          <a:pt x="118053" y="42776"/>
                          <a:pt x="115281" y="45910"/>
                          <a:pt x="112519" y="48968"/>
                        </a:cubicBezTo>
                        <a:cubicBezTo>
                          <a:pt x="107118" y="55254"/>
                          <a:pt x="84525" y="81257"/>
                          <a:pt x="80867" y="86182"/>
                        </a:cubicBezTo>
                        <a:cubicBezTo>
                          <a:pt x="77181" y="91125"/>
                          <a:pt x="74962" y="94564"/>
                          <a:pt x="74962" y="94564"/>
                        </a:cubicBezTo>
                        <a:cubicBezTo>
                          <a:pt x="74504" y="95326"/>
                          <a:pt x="74838" y="96335"/>
                          <a:pt x="75781" y="96812"/>
                        </a:cubicBezTo>
                        <a:cubicBezTo>
                          <a:pt x="76600" y="97164"/>
                          <a:pt x="77543" y="97040"/>
                          <a:pt x="78105" y="96545"/>
                        </a:cubicBezTo>
                        <a:cubicBezTo>
                          <a:pt x="78105" y="96545"/>
                          <a:pt x="81305" y="93678"/>
                          <a:pt x="85687" y="89230"/>
                        </a:cubicBezTo>
                        <a:cubicBezTo>
                          <a:pt x="90116" y="84743"/>
                          <a:pt x="113347" y="59140"/>
                          <a:pt x="118719" y="52873"/>
                        </a:cubicBezTo>
                        <a:cubicBezTo>
                          <a:pt x="121310" y="49672"/>
                          <a:pt x="123948" y="46510"/>
                          <a:pt x="126396" y="43519"/>
                        </a:cubicBezTo>
                        <a:cubicBezTo>
                          <a:pt x="128873" y="40500"/>
                          <a:pt x="130997" y="37642"/>
                          <a:pt x="132854" y="35175"/>
                        </a:cubicBezTo>
                        <a:cubicBezTo>
                          <a:pt x="136531" y="30232"/>
                          <a:pt x="138788" y="26803"/>
                          <a:pt x="138788" y="26803"/>
                        </a:cubicBezTo>
                        <a:cubicBezTo>
                          <a:pt x="139227" y="26060"/>
                          <a:pt x="138874" y="25069"/>
                          <a:pt x="137941" y="24593"/>
                        </a:cubicBezTo>
                        <a:cubicBezTo>
                          <a:pt x="137112" y="24203"/>
                          <a:pt x="136179" y="24317"/>
                          <a:pt x="135617" y="24850"/>
                        </a:cubicBezTo>
                        <a:close/>
                        <a:moveTo>
                          <a:pt x="158515" y="51501"/>
                        </a:moveTo>
                        <a:cubicBezTo>
                          <a:pt x="158515" y="51501"/>
                          <a:pt x="155600" y="53740"/>
                          <a:pt x="151657" y="57378"/>
                        </a:cubicBezTo>
                        <a:cubicBezTo>
                          <a:pt x="149714" y="59207"/>
                          <a:pt x="147304" y="61293"/>
                          <a:pt x="144999" y="63665"/>
                        </a:cubicBezTo>
                        <a:cubicBezTo>
                          <a:pt x="142665" y="66055"/>
                          <a:pt x="122672" y="88125"/>
                          <a:pt x="120177" y="90630"/>
                        </a:cubicBezTo>
                        <a:cubicBezTo>
                          <a:pt x="115319" y="95754"/>
                          <a:pt x="110823" y="101126"/>
                          <a:pt x="107518" y="105222"/>
                        </a:cubicBezTo>
                        <a:cubicBezTo>
                          <a:pt x="104270" y="109356"/>
                          <a:pt x="102270" y="112233"/>
                          <a:pt x="102270" y="112233"/>
                        </a:cubicBezTo>
                        <a:cubicBezTo>
                          <a:pt x="101784" y="112985"/>
                          <a:pt x="102146" y="114004"/>
                          <a:pt x="103070" y="114462"/>
                        </a:cubicBezTo>
                        <a:cubicBezTo>
                          <a:pt x="103813" y="114862"/>
                          <a:pt x="104737" y="114785"/>
                          <a:pt x="105327" y="114290"/>
                        </a:cubicBezTo>
                        <a:cubicBezTo>
                          <a:pt x="105327" y="114290"/>
                          <a:pt x="108261" y="112061"/>
                          <a:pt x="112214" y="108423"/>
                        </a:cubicBezTo>
                        <a:cubicBezTo>
                          <a:pt x="116214" y="104803"/>
                          <a:pt x="121348" y="99850"/>
                          <a:pt x="126149" y="94688"/>
                        </a:cubicBezTo>
                        <a:cubicBezTo>
                          <a:pt x="128502" y="92049"/>
                          <a:pt x="130854" y="89449"/>
                          <a:pt x="133074" y="86972"/>
                        </a:cubicBezTo>
                        <a:cubicBezTo>
                          <a:pt x="135274" y="84543"/>
                          <a:pt x="154657" y="62617"/>
                          <a:pt x="156315" y="60531"/>
                        </a:cubicBezTo>
                        <a:cubicBezTo>
                          <a:pt x="159572" y="56445"/>
                          <a:pt x="161544" y="53540"/>
                          <a:pt x="161544" y="53540"/>
                        </a:cubicBezTo>
                        <a:cubicBezTo>
                          <a:pt x="162077" y="52806"/>
                          <a:pt x="161715" y="51796"/>
                          <a:pt x="160782" y="51311"/>
                        </a:cubicBezTo>
                        <a:cubicBezTo>
                          <a:pt x="160020" y="50939"/>
                          <a:pt x="159020" y="51015"/>
                          <a:pt x="158515" y="51501"/>
                        </a:cubicBezTo>
                        <a:close/>
                      </a:path>
                    </a:pathLst>
                  </a:custGeom>
                  <a:solidFill>
                    <a:srgbClr val="ED806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2" name="Google Shape;2031;p65">
                  <a:extLst>
                    <a:ext uri="{FF2B5EF4-FFF2-40B4-BE49-F238E27FC236}">
                      <a16:creationId xmlns:a16="http://schemas.microsoft.com/office/drawing/2014/main" id="{8CC09DD2-75A7-2E72-FC56-8652E6E04280}"/>
                    </a:ext>
                  </a:extLst>
                </p:cNvPr>
                <p:cNvSpPr/>
                <p:nvPr/>
              </p:nvSpPr>
              <p:spPr>
                <a:xfrm>
                  <a:off x="5343127" y="3043872"/>
                  <a:ext cx="391842" cy="350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842" h="350617" extrusionOk="0">
                      <a:moveTo>
                        <a:pt x="276327" y="28588"/>
                      </a:moveTo>
                      <a:lnTo>
                        <a:pt x="35106" y="224269"/>
                      </a:lnTo>
                      <a:cubicBezTo>
                        <a:pt x="-3594" y="253987"/>
                        <a:pt x="-16491" y="294697"/>
                        <a:pt x="28505" y="330797"/>
                      </a:cubicBezTo>
                      <a:cubicBezTo>
                        <a:pt x="56128" y="352924"/>
                        <a:pt x="108325" y="362487"/>
                        <a:pt x="149111" y="327416"/>
                      </a:cubicBezTo>
                      <a:lnTo>
                        <a:pt x="369634" y="87119"/>
                      </a:lnTo>
                      <a:cubicBezTo>
                        <a:pt x="398152" y="61221"/>
                        <a:pt x="398780" y="32817"/>
                        <a:pt x="373968" y="13910"/>
                      </a:cubicBezTo>
                      <a:cubicBezTo>
                        <a:pt x="344097" y="-8807"/>
                        <a:pt x="314132" y="-3549"/>
                        <a:pt x="276327" y="28588"/>
                      </a:cubicBezTo>
                      <a:close/>
                    </a:path>
                  </a:pathLst>
                </a:custGeom>
                <a:solidFill>
                  <a:srgbClr val="F4828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3" name="Google Shape;2032;p65">
                  <a:extLst>
                    <a:ext uri="{FF2B5EF4-FFF2-40B4-BE49-F238E27FC236}">
                      <a16:creationId xmlns:a16="http://schemas.microsoft.com/office/drawing/2014/main" id="{1D9309B0-BE93-AE8F-FDE2-5C2B2D12F7AA}"/>
                    </a:ext>
                  </a:extLst>
                </p:cNvPr>
                <p:cNvSpPr/>
                <p:nvPr/>
              </p:nvSpPr>
              <p:spPr>
                <a:xfrm>
                  <a:off x="4974918" y="3126718"/>
                  <a:ext cx="406532" cy="2731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532" h="273111" extrusionOk="0">
                      <a:moveTo>
                        <a:pt x="551" y="240055"/>
                      </a:moveTo>
                      <a:cubicBezTo>
                        <a:pt x="-2478" y="253104"/>
                        <a:pt x="7361" y="265630"/>
                        <a:pt x="20953" y="266030"/>
                      </a:cubicBezTo>
                      <a:lnTo>
                        <a:pt x="20953" y="266030"/>
                      </a:lnTo>
                      <a:lnTo>
                        <a:pt x="26659" y="266201"/>
                      </a:lnTo>
                      <a:lnTo>
                        <a:pt x="53691" y="267020"/>
                      </a:lnTo>
                      <a:lnTo>
                        <a:pt x="59367" y="267192"/>
                      </a:lnTo>
                      <a:lnTo>
                        <a:pt x="332640" y="273107"/>
                      </a:lnTo>
                      <a:cubicBezTo>
                        <a:pt x="342889" y="273326"/>
                        <a:pt x="351880" y="266430"/>
                        <a:pt x="354166" y="256590"/>
                      </a:cubicBezTo>
                      <a:lnTo>
                        <a:pt x="405982" y="33210"/>
                      </a:lnTo>
                      <a:cubicBezTo>
                        <a:pt x="409021" y="20104"/>
                        <a:pt x="399096" y="7550"/>
                        <a:pt x="385446" y="7226"/>
                      </a:cubicBezTo>
                      <a:lnTo>
                        <a:pt x="73960" y="6"/>
                      </a:lnTo>
                      <a:cubicBezTo>
                        <a:pt x="63701" y="-232"/>
                        <a:pt x="54691" y="6673"/>
                        <a:pt x="52405" y="16522"/>
                      </a:cubicBezTo>
                      <a:lnTo>
                        <a:pt x="8504" y="205708"/>
                      </a:lnTo>
                      <a:lnTo>
                        <a:pt x="551" y="240055"/>
                      </a:lnTo>
                      <a:close/>
                    </a:path>
                  </a:pathLst>
                </a:custGeom>
                <a:solidFill>
                  <a:srgbClr val="01184C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4" name="Google Shape;2033;p65">
                  <a:extLst>
                    <a:ext uri="{FF2B5EF4-FFF2-40B4-BE49-F238E27FC236}">
                      <a16:creationId xmlns:a16="http://schemas.microsoft.com/office/drawing/2014/main" id="{D4E71105-E105-AE16-A035-10CB68FC67BB}"/>
                    </a:ext>
                  </a:extLst>
                </p:cNvPr>
                <p:cNvSpPr/>
                <p:nvPr/>
              </p:nvSpPr>
              <p:spPr>
                <a:xfrm>
                  <a:off x="5077120" y="2865500"/>
                  <a:ext cx="655567" cy="1320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567" h="1320384" extrusionOk="0">
                      <a:moveTo>
                        <a:pt x="0" y="0"/>
                      </a:moveTo>
                      <a:cubicBezTo>
                        <a:pt x="0" y="0"/>
                        <a:pt x="12659" y="253013"/>
                        <a:pt x="24765" y="668522"/>
                      </a:cubicBezTo>
                      <a:cubicBezTo>
                        <a:pt x="36871" y="1084031"/>
                        <a:pt x="47244" y="1320384"/>
                        <a:pt x="47244" y="1320384"/>
                      </a:cubicBezTo>
                      <a:lnTo>
                        <a:pt x="277644" y="1303525"/>
                      </a:lnTo>
                      <a:lnTo>
                        <a:pt x="148399" y="345396"/>
                      </a:lnTo>
                      <a:cubicBezTo>
                        <a:pt x="148399" y="345396"/>
                        <a:pt x="271682" y="552269"/>
                        <a:pt x="351758" y="545240"/>
                      </a:cubicBezTo>
                      <a:cubicBezTo>
                        <a:pt x="431835" y="538220"/>
                        <a:pt x="655568" y="272339"/>
                        <a:pt x="655568" y="272339"/>
                      </a:cubicBezTo>
                      <a:lnTo>
                        <a:pt x="570224" y="179613"/>
                      </a:lnTo>
                      <a:lnTo>
                        <a:pt x="364055" y="343986"/>
                      </a:lnTo>
                      <a:cubicBezTo>
                        <a:pt x="364055" y="343986"/>
                        <a:pt x="202321" y="100946"/>
                        <a:pt x="152267" y="66170"/>
                      </a:cubicBezTo>
                      <a:cubicBezTo>
                        <a:pt x="102213" y="31413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" name="Google Shape;2034;p65">
                  <a:extLst>
                    <a:ext uri="{FF2B5EF4-FFF2-40B4-BE49-F238E27FC236}">
                      <a16:creationId xmlns:a16="http://schemas.microsoft.com/office/drawing/2014/main" id="{54C8CAAD-6D0C-3D24-FFDA-874D07576564}"/>
                    </a:ext>
                  </a:extLst>
                </p:cNvPr>
                <p:cNvSpPr/>
                <p:nvPr/>
              </p:nvSpPr>
              <p:spPr>
                <a:xfrm>
                  <a:off x="4985453" y="3126718"/>
                  <a:ext cx="406522" cy="2731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522" h="273111" extrusionOk="0">
                      <a:moveTo>
                        <a:pt x="551" y="240055"/>
                      </a:moveTo>
                      <a:cubicBezTo>
                        <a:pt x="-2478" y="253104"/>
                        <a:pt x="7361" y="265630"/>
                        <a:pt x="20953" y="266030"/>
                      </a:cubicBezTo>
                      <a:lnTo>
                        <a:pt x="20953" y="266030"/>
                      </a:lnTo>
                      <a:lnTo>
                        <a:pt x="26659" y="266201"/>
                      </a:lnTo>
                      <a:lnTo>
                        <a:pt x="53691" y="267020"/>
                      </a:lnTo>
                      <a:lnTo>
                        <a:pt x="59367" y="267192"/>
                      </a:lnTo>
                      <a:lnTo>
                        <a:pt x="332640" y="273107"/>
                      </a:lnTo>
                      <a:cubicBezTo>
                        <a:pt x="342889" y="273326"/>
                        <a:pt x="351880" y="266430"/>
                        <a:pt x="354157" y="256590"/>
                      </a:cubicBezTo>
                      <a:lnTo>
                        <a:pt x="405973" y="33210"/>
                      </a:lnTo>
                      <a:cubicBezTo>
                        <a:pt x="409011" y="20104"/>
                        <a:pt x="399086" y="7550"/>
                        <a:pt x="385437" y="7226"/>
                      </a:cubicBezTo>
                      <a:lnTo>
                        <a:pt x="73950" y="6"/>
                      </a:lnTo>
                      <a:cubicBezTo>
                        <a:pt x="63692" y="-232"/>
                        <a:pt x="54681" y="6673"/>
                        <a:pt x="52395" y="16522"/>
                      </a:cubicBezTo>
                      <a:lnTo>
                        <a:pt x="8494" y="205708"/>
                      </a:lnTo>
                      <a:lnTo>
                        <a:pt x="551" y="24005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6" name="Google Shape;2035;p65">
                  <a:extLst>
                    <a:ext uri="{FF2B5EF4-FFF2-40B4-BE49-F238E27FC236}">
                      <a16:creationId xmlns:a16="http://schemas.microsoft.com/office/drawing/2014/main" id="{CB7557BD-14DC-8DAC-AD96-62AF7634FA0E}"/>
                    </a:ext>
                  </a:extLst>
                </p:cNvPr>
                <p:cNvGrpSpPr/>
                <p:nvPr/>
              </p:nvGrpSpPr>
              <p:grpSpPr>
                <a:xfrm>
                  <a:off x="4533458" y="3182450"/>
                  <a:ext cx="627357" cy="300007"/>
                  <a:chOff x="4533458" y="3182450"/>
                  <a:chExt cx="627357" cy="300007"/>
                </a:xfrm>
              </p:grpSpPr>
              <p:sp>
                <p:nvSpPr>
                  <p:cNvPr id="919" name="Google Shape;2036;p65">
                    <a:extLst>
                      <a:ext uri="{FF2B5EF4-FFF2-40B4-BE49-F238E27FC236}">
                        <a16:creationId xmlns:a16="http://schemas.microsoft.com/office/drawing/2014/main" id="{40FB6AB2-83C8-A016-5710-2A89F4025CBC}"/>
                      </a:ext>
                    </a:extLst>
                  </p:cNvPr>
                  <p:cNvSpPr/>
                  <p:nvPr/>
                </p:nvSpPr>
                <p:spPr>
                  <a:xfrm>
                    <a:off x="5016731" y="3182450"/>
                    <a:ext cx="685" cy="5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5" h="509" extrusionOk="0">
                        <a:moveTo>
                          <a:pt x="76" y="128"/>
                        </a:moveTo>
                        <a:lnTo>
                          <a:pt x="0" y="509"/>
                        </a:lnTo>
                        <a:cubicBezTo>
                          <a:pt x="1496" y="-339"/>
                          <a:pt x="76" y="128"/>
                          <a:pt x="76" y="128"/>
                        </a:cubicBez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0" name="Google Shape;2037;p65">
                    <a:extLst>
                      <a:ext uri="{FF2B5EF4-FFF2-40B4-BE49-F238E27FC236}">
                        <a16:creationId xmlns:a16="http://schemas.microsoft.com/office/drawing/2014/main" id="{C777911B-F489-91FC-6E7A-7C0F712F3028}"/>
                      </a:ext>
                    </a:extLst>
                  </p:cNvPr>
                  <p:cNvSpPr/>
                  <p:nvPr/>
                </p:nvSpPr>
                <p:spPr>
                  <a:xfrm>
                    <a:off x="4533458" y="3182969"/>
                    <a:ext cx="627357" cy="2994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357" h="299488" extrusionOk="0">
                        <a:moveTo>
                          <a:pt x="609813" y="104299"/>
                        </a:moveTo>
                        <a:cubicBezTo>
                          <a:pt x="609813" y="104299"/>
                          <a:pt x="627358" y="91592"/>
                          <a:pt x="627358" y="81305"/>
                        </a:cubicBezTo>
                        <a:cubicBezTo>
                          <a:pt x="627358" y="71018"/>
                          <a:pt x="616471" y="72228"/>
                          <a:pt x="616471" y="72228"/>
                        </a:cubicBezTo>
                        <a:cubicBezTo>
                          <a:pt x="616471" y="72228"/>
                          <a:pt x="627358" y="63151"/>
                          <a:pt x="625548" y="49235"/>
                        </a:cubicBezTo>
                        <a:cubicBezTo>
                          <a:pt x="623729" y="35319"/>
                          <a:pt x="611632" y="36528"/>
                          <a:pt x="611632" y="36528"/>
                        </a:cubicBezTo>
                        <a:cubicBezTo>
                          <a:pt x="611632" y="36528"/>
                          <a:pt x="622529" y="21403"/>
                          <a:pt x="614661" y="10506"/>
                        </a:cubicBezTo>
                        <a:cubicBezTo>
                          <a:pt x="606793" y="-391"/>
                          <a:pt x="571694" y="21393"/>
                          <a:pt x="545681" y="29261"/>
                        </a:cubicBezTo>
                        <a:cubicBezTo>
                          <a:pt x="519659" y="37128"/>
                          <a:pt x="475491" y="41367"/>
                          <a:pt x="475491" y="41367"/>
                        </a:cubicBezTo>
                        <a:lnTo>
                          <a:pt x="483283" y="0"/>
                        </a:lnTo>
                        <a:cubicBezTo>
                          <a:pt x="481873" y="810"/>
                          <a:pt x="477892" y="2791"/>
                          <a:pt x="467624" y="7477"/>
                        </a:cubicBezTo>
                        <a:cubicBezTo>
                          <a:pt x="446450" y="17164"/>
                          <a:pt x="423447" y="45596"/>
                          <a:pt x="402273" y="63751"/>
                        </a:cubicBezTo>
                        <a:cubicBezTo>
                          <a:pt x="392348" y="72257"/>
                          <a:pt x="384966" y="76219"/>
                          <a:pt x="379346" y="78305"/>
                        </a:cubicBezTo>
                        <a:cubicBezTo>
                          <a:pt x="374793" y="78896"/>
                          <a:pt x="370021" y="79696"/>
                          <a:pt x="364925" y="80810"/>
                        </a:cubicBezTo>
                        <a:lnTo>
                          <a:pt x="74984" y="136369"/>
                        </a:lnTo>
                        <a:cubicBezTo>
                          <a:pt x="29569" y="143675"/>
                          <a:pt x="-5731" y="175631"/>
                          <a:pt x="775" y="234791"/>
                        </a:cubicBezTo>
                        <a:cubicBezTo>
                          <a:pt x="4785" y="271034"/>
                          <a:pt x="33503" y="308734"/>
                          <a:pt x="83842" y="297456"/>
                        </a:cubicBezTo>
                        <a:lnTo>
                          <a:pt x="389128" y="187852"/>
                        </a:lnTo>
                        <a:cubicBezTo>
                          <a:pt x="398748" y="185385"/>
                          <a:pt x="407111" y="181642"/>
                          <a:pt x="414189" y="176917"/>
                        </a:cubicBezTo>
                        <a:cubicBezTo>
                          <a:pt x="444230" y="172231"/>
                          <a:pt x="508010" y="161849"/>
                          <a:pt x="534184" y="156334"/>
                        </a:cubicBezTo>
                        <a:cubicBezTo>
                          <a:pt x="568674" y="149076"/>
                          <a:pt x="612851" y="133341"/>
                          <a:pt x="617690" y="119424"/>
                        </a:cubicBezTo>
                        <a:cubicBezTo>
                          <a:pt x="622519" y="105508"/>
                          <a:pt x="609813" y="104299"/>
                          <a:pt x="609813" y="104299"/>
                        </a:cubicBezTo>
                        <a:close/>
                      </a:path>
                    </a:pathLst>
                  </a:custGeom>
                  <a:solidFill>
                    <a:srgbClr val="F4828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7" name="Google Shape;2038;p65">
                  <a:extLst>
                    <a:ext uri="{FF2B5EF4-FFF2-40B4-BE49-F238E27FC236}">
                      <a16:creationId xmlns:a16="http://schemas.microsoft.com/office/drawing/2014/main" id="{01D9BA53-F3C1-77E7-3BAA-67DCDCA6E489}"/>
                    </a:ext>
                  </a:extLst>
                </p:cNvPr>
                <p:cNvSpPr/>
                <p:nvPr/>
              </p:nvSpPr>
              <p:spPr>
                <a:xfrm>
                  <a:off x="4528521" y="2863234"/>
                  <a:ext cx="411447" cy="1332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47" h="1332480" extrusionOk="0">
                      <a:moveTo>
                        <a:pt x="411448" y="516960"/>
                      </a:moveTo>
                      <a:lnTo>
                        <a:pt x="394589" y="390515"/>
                      </a:lnTo>
                      <a:lnTo>
                        <a:pt x="381796" y="393278"/>
                      </a:lnTo>
                      <a:cubicBezTo>
                        <a:pt x="408028" y="63656"/>
                        <a:pt x="406314" y="0"/>
                        <a:pt x="406314" y="0"/>
                      </a:cubicBezTo>
                      <a:lnTo>
                        <a:pt x="282908" y="40167"/>
                      </a:lnTo>
                      <a:cubicBezTo>
                        <a:pt x="282908" y="40167"/>
                        <a:pt x="197031" y="53864"/>
                        <a:pt x="168589" y="99174"/>
                      </a:cubicBezTo>
                      <a:cubicBezTo>
                        <a:pt x="140138" y="144485"/>
                        <a:pt x="-1051" y="486918"/>
                        <a:pt x="6" y="548030"/>
                      </a:cubicBezTo>
                      <a:cubicBezTo>
                        <a:pt x="1063" y="609143"/>
                        <a:pt x="45840" y="638118"/>
                        <a:pt x="112220" y="618096"/>
                      </a:cubicBezTo>
                      <a:cubicBezTo>
                        <a:pt x="126612" y="613753"/>
                        <a:pt x="148825" y="606543"/>
                        <a:pt x="174790" y="597913"/>
                      </a:cubicBezTo>
                      <a:lnTo>
                        <a:pt x="5807" y="1317727"/>
                      </a:lnTo>
                      <a:lnTo>
                        <a:pt x="309264" y="1332481"/>
                      </a:lnTo>
                      <a:cubicBezTo>
                        <a:pt x="309264" y="1332481"/>
                        <a:pt x="338515" y="915352"/>
                        <a:pt x="370395" y="531200"/>
                      </a:cubicBezTo>
                      <a:cubicBezTo>
                        <a:pt x="395332" y="522580"/>
                        <a:pt x="411448" y="516960"/>
                        <a:pt x="411448" y="51696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8" name="Google Shape;2039;p65">
                  <a:extLst>
                    <a:ext uri="{FF2B5EF4-FFF2-40B4-BE49-F238E27FC236}">
                      <a16:creationId xmlns:a16="http://schemas.microsoft.com/office/drawing/2014/main" id="{CB4F5143-5BD6-2053-AFC5-E52BB9A28150}"/>
                    </a:ext>
                  </a:extLst>
                </p:cNvPr>
                <p:cNvSpPr/>
                <p:nvPr/>
              </p:nvSpPr>
              <p:spPr>
                <a:xfrm>
                  <a:off x="4715541" y="3181054"/>
                  <a:ext cx="187023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023" h="119062" extrusionOk="0">
                      <a:moveTo>
                        <a:pt x="187023" y="76914"/>
                      </a:moveTo>
                      <a:lnTo>
                        <a:pt x="0" y="119063"/>
                      </a:lnTo>
                      <a:lnTo>
                        <a:pt x="43205" y="0"/>
                      </a:lnTo>
                      <a:lnTo>
                        <a:pt x="29499" y="9271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35" name="Google Shape;2040;p65">
                <a:extLst>
                  <a:ext uri="{FF2B5EF4-FFF2-40B4-BE49-F238E27FC236}">
                    <a16:creationId xmlns:a16="http://schemas.microsoft.com/office/drawing/2014/main" id="{9A5F1F47-945F-2FA8-2BD9-A267FF24A8FB}"/>
                  </a:ext>
                </a:extLst>
              </p:cNvPr>
              <p:cNvGrpSpPr/>
              <p:nvPr/>
            </p:nvGrpSpPr>
            <p:grpSpPr>
              <a:xfrm>
                <a:off x="5175127" y="2027759"/>
                <a:ext cx="1017197" cy="2241859"/>
                <a:chOff x="5268536" y="1907579"/>
                <a:chExt cx="1356263" cy="2989145"/>
              </a:xfrm>
            </p:grpSpPr>
            <p:sp>
              <p:nvSpPr>
                <p:cNvPr id="860" name="Google Shape;2041;p65">
                  <a:extLst>
                    <a:ext uri="{FF2B5EF4-FFF2-40B4-BE49-F238E27FC236}">
                      <a16:creationId xmlns:a16="http://schemas.microsoft.com/office/drawing/2014/main" id="{D5195E2D-605F-3576-1602-C25DCE23C5BE}"/>
                    </a:ext>
                  </a:extLst>
                </p:cNvPr>
                <p:cNvSpPr/>
                <p:nvPr/>
              </p:nvSpPr>
              <p:spPr>
                <a:xfrm rot="-1340003">
                  <a:off x="5445447" y="1874742"/>
                  <a:ext cx="11420" cy="933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20" h="933362" extrusionOk="0">
                      <a:moveTo>
                        <a:pt x="0" y="0"/>
                      </a:moveTo>
                      <a:lnTo>
                        <a:pt x="11421" y="0"/>
                      </a:lnTo>
                      <a:lnTo>
                        <a:pt x="11421" y="933363"/>
                      </a:lnTo>
                      <a:lnTo>
                        <a:pt x="0" y="93336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2042;p65">
                  <a:extLst>
                    <a:ext uri="{FF2B5EF4-FFF2-40B4-BE49-F238E27FC236}">
                      <a16:creationId xmlns:a16="http://schemas.microsoft.com/office/drawing/2014/main" id="{BA208392-D74E-698C-AD1E-0E388C27731F}"/>
                    </a:ext>
                  </a:extLst>
                </p:cNvPr>
                <p:cNvSpPr/>
                <p:nvPr/>
              </p:nvSpPr>
              <p:spPr>
                <a:xfrm>
                  <a:off x="5547169" y="2638765"/>
                  <a:ext cx="245383" cy="29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383" h="299982" extrusionOk="0">
                      <a:moveTo>
                        <a:pt x="245383" y="204932"/>
                      </a:moveTo>
                      <a:lnTo>
                        <a:pt x="77086" y="14861"/>
                      </a:lnTo>
                      <a:cubicBezTo>
                        <a:pt x="64656" y="812"/>
                        <a:pt x="44691" y="-3818"/>
                        <a:pt x="27337" y="3307"/>
                      </a:cubicBezTo>
                      <a:lnTo>
                        <a:pt x="27337" y="3307"/>
                      </a:lnTo>
                      <a:cubicBezTo>
                        <a:pt x="9982" y="10432"/>
                        <a:pt x="-962" y="27758"/>
                        <a:pt x="67" y="46484"/>
                      </a:cubicBezTo>
                      <a:lnTo>
                        <a:pt x="13907" y="299982"/>
                      </a:lnTo>
                      <a:lnTo>
                        <a:pt x="245383" y="20493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2043;p65">
                  <a:extLst>
                    <a:ext uri="{FF2B5EF4-FFF2-40B4-BE49-F238E27FC236}">
                      <a16:creationId xmlns:a16="http://schemas.microsoft.com/office/drawing/2014/main" id="{0FA2DDCC-9CFE-B31F-A02B-EDA07E995457}"/>
                    </a:ext>
                  </a:extLst>
                </p:cNvPr>
                <p:cNvSpPr/>
                <p:nvPr/>
              </p:nvSpPr>
              <p:spPr>
                <a:xfrm>
                  <a:off x="5537967" y="2750890"/>
                  <a:ext cx="257577" cy="2315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577" h="231591" extrusionOk="0">
                      <a:moveTo>
                        <a:pt x="251309" y="84806"/>
                      </a:moveTo>
                      <a:lnTo>
                        <a:pt x="237736" y="51745"/>
                      </a:lnTo>
                      <a:cubicBezTo>
                        <a:pt x="220238" y="9140"/>
                        <a:pt x="171518" y="-11225"/>
                        <a:pt x="128913" y="6273"/>
                      </a:cubicBezTo>
                      <a:lnTo>
                        <a:pt x="51741" y="37962"/>
                      </a:lnTo>
                      <a:cubicBezTo>
                        <a:pt x="9136" y="55460"/>
                        <a:pt x="-11219" y="104180"/>
                        <a:pt x="6269" y="146785"/>
                      </a:cubicBezTo>
                      <a:lnTo>
                        <a:pt x="19842" y="179847"/>
                      </a:lnTo>
                      <a:cubicBezTo>
                        <a:pt x="37339" y="222452"/>
                        <a:pt x="86060" y="242817"/>
                        <a:pt x="128665" y="225319"/>
                      </a:cubicBezTo>
                      <a:lnTo>
                        <a:pt x="205837" y="193629"/>
                      </a:lnTo>
                      <a:cubicBezTo>
                        <a:pt x="248442" y="176142"/>
                        <a:pt x="268797" y="127421"/>
                        <a:pt x="251309" y="848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3" name="Google Shape;2044;p65">
                  <a:extLst>
                    <a:ext uri="{FF2B5EF4-FFF2-40B4-BE49-F238E27FC236}">
                      <a16:creationId xmlns:a16="http://schemas.microsoft.com/office/drawing/2014/main" id="{23B6174C-08CD-572E-5289-4DB38C1857AF}"/>
                    </a:ext>
                  </a:extLst>
                </p:cNvPr>
                <p:cNvSpPr/>
                <p:nvPr/>
              </p:nvSpPr>
              <p:spPr>
                <a:xfrm>
                  <a:off x="5560865" y="2869033"/>
                  <a:ext cx="815962" cy="1466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5962" h="1466737" extrusionOk="0">
                      <a:moveTo>
                        <a:pt x="805311" y="1248205"/>
                      </a:moveTo>
                      <a:lnTo>
                        <a:pt x="328861" y="87879"/>
                      </a:lnTo>
                      <a:cubicBezTo>
                        <a:pt x="299143" y="15517"/>
                        <a:pt x="216390" y="-19058"/>
                        <a:pt x="144028" y="10650"/>
                      </a:cubicBezTo>
                      <a:lnTo>
                        <a:pt x="87879" y="33700"/>
                      </a:lnTo>
                      <a:cubicBezTo>
                        <a:pt x="15517" y="63418"/>
                        <a:pt x="-19059" y="146162"/>
                        <a:pt x="10650" y="218533"/>
                      </a:cubicBezTo>
                      <a:lnTo>
                        <a:pt x="487100" y="1378859"/>
                      </a:lnTo>
                      <a:cubicBezTo>
                        <a:pt x="516818" y="1451221"/>
                        <a:pt x="599562" y="1485796"/>
                        <a:pt x="671933" y="1456088"/>
                      </a:cubicBezTo>
                      <a:lnTo>
                        <a:pt x="728082" y="1433037"/>
                      </a:lnTo>
                      <a:cubicBezTo>
                        <a:pt x="800454" y="1403329"/>
                        <a:pt x="835020" y="1320576"/>
                        <a:pt x="805311" y="124820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4" name="Google Shape;2045;p65">
                  <a:extLst>
                    <a:ext uri="{FF2B5EF4-FFF2-40B4-BE49-F238E27FC236}">
                      <a16:creationId xmlns:a16="http://schemas.microsoft.com/office/drawing/2014/main" id="{2ECE73CC-6F29-E1DF-0E6D-29631BB3C12C}"/>
                    </a:ext>
                  </a:extLst>
                </p:cNvPr>
                <p:cNvSpPr/>
                <p:nvPr/>
              </p:nvSpPr>
              <p:spPr>
                <a:xfrm rot="4059997">
                  <a:off x="6027168" y="4468422"/>
                  <a:ext cx="655099" cy="148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091" h="148413" extrusionOk="0">
                      <a:moveTo>
                        <a:pt x="0" y="0"/>
                      </a:moveTo>
                      <a:lnTo>
                        <a:pt x="655091" y="0"/>
                      </a:lnTo>
                      <a:lnTo>
                        <a:pt x="655091" y="148413"/>
                      </a:lnTo>
                      <a:lnTo>
                        <a:pt x="0" y="14841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5" name="Google Shape;2046;p65">
                  <a:extLst>
                    <a:ext uri="{FF2B5EF4-FFF2-40B4-BE49-F238E27FC236}">
                      <a16:creationId xmlns:a16="http://schemas.microsoft.com/office/drawing/2014/main" id="{21D5F677-AD76-B4F8-BA40-3FD9042D59F6}"/>
                    </a:ext>
                  </a:extLst>
                </p:cNvPr>
                <p:cNvSpPr/>
                <p:nvPr/>
              </p:nvSpPr>
              <p:spPr>
                <a:xfrm>
                  <a:off x="6289462" y="4686414"/>
                  <a:ext cx="335337" cy="210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337" h="210310" extrusionOk="0">
                      <a:moveTo>
                        <a:pt x="331717" y="48948"/>
                      </a:moveTo>
                      <a:lnTo>
                        <a:pt x="323878" y="29870"/>
                      </a:lnTo>
                      <a:cubicBezTo>
                        <a:pt x="313781" y="5276"/>
                        <a:pt x="285654" y="-6478"/>
                        <a:pt x="261060" y="3619"/>
                      </a:cubicBezTo>
                      <a:lnTo>
                        <a:pt x="29870" y="98545"/>
                      </a:lnTo>
                      <a:cubicBezTo>
                        <a:pt x="5276" y="108642"/>
                        <a:pt x="-6478" y="136769"/>
                        <a:pt x="3619" y="161362"/>
                      </a:cubicBezTo>
                      <a:lnTo>
                        <a:pt x="11458" y="180441"/>
                      </a:lnTo>
                      <a:cubicBezTo>
                        <a:pt x="21554" y="205035"/>
                        <a:pt x="49682" y="216788"/>
                        <a:pt x="74275" y="206692"/>
                      </a:cubicBezTo>
                      <a:lnTo>
                        <a:pt x="305466" y="111766"/>
                      </a:lnTo>
                      <a:cubicBezTo>
                        <a:pt x="330069" y="101669"/>
                        <a:pt x="341813" y="73542"/>
                        <a:pt x="331717" y="4894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6" name="Google Shape;2047;p65">
                  <a:extLst>
                    <a:ext uri="{FF2B5EF4-FFF2-40B4-BE49-F238E27FC236}">
                      <a16:creationId xmlns:a16="http://schemas.microsoft.com/office/drawing/2014/main" id="{59CA53D2-21E0-BEFA-7D8C-B8BE11DDCE6D}"/>
                    </a:ext>
                  </a:extLst>
                </p:cNvPr>
                <p:cNvSpPr/>
                <p:nvPr/>
              </p:nvSpPr>
              <p:spPr>
                <a:xfrm rot="4059997">
                  <a:off x="5710231" y="3031596"/>
                  <a:ext cx="150853" cy="250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51" h="250229" extrusionOk="0">
                      <a:moveTo>
                        <a:pt x="0" y="0"/>
                      </a:moveTo>
                      <a:lnTo>
                        <a:pt x="150852" y="0"/>
                      </a:lnTo>
                      <a:lnTo>
                        <a:pt x="150852" y="250229"/>
                      </a:lnTo>
                      <a:lnTo>
                        <a:pt x="0" y="2502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7" name="Google Shape;2048;p65">
                  <a:extLst>
                    <a:ext uri="{FF2B5EF4-FFF2-40B4-BE49-F238E27FC236}">
                      <a16:creationId xmlns:a16="http://schemas.microsoft.com/office/drawing/2014/main" id="{715A53AD-6C56-6276-CF33-F65B9E966394}"/>
                    </a:ext>
                  </a:extLst>
                </p:cNvPr>
                <p:cNvSpPr/>
                <p:nvPr/>
              </p:nvSpPr>
              <p:spPr>
                <a:xfrm rot="4059997">
                  <a:off x="5414104" y="3620863"/>
                  <a:ext cx="1227223" cy="250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208" h="250229" extrusionOk="0">
                      <a:moveTo>
                        <a:pt x="0" y="0"/>
                      </a:moveTo>
                      <a:lnTo>
                        <a:pt x="1227208" y="0"/>
                      </a:lnTo>
                      <a:lnTo>
                        <a:pt x="1227208" y="250229"/>
                      </a:lnTo>
                      <a:lnTo>
                        <a:pt x="0" y="250229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8" name="Google Shape;2049;p65">
                  <a:extLst>
                    <a:ext uri="{FF2B5EF4-FFF2-40B4-BE49-F238E27FC236}">
                      <a16:creationId xmlns:a16="http://schemas.microsoft.com/office/drawing/2014/main" id="{39BFE6A3-1305-A856-0D94-172866535C55}"/>
                    </a:ext>
                  </a:extLst>
                </p:cNvPr>
                <p:cNvSpPr/>
                <p:nvPr/>
              </p:nvSpPr>
              <p:spPr>
                <a:xfrm rot="4059997">
                  <a:off x="6206184" y="4080397"/>
                  <a:ext cx="79927" cy="3919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26" h="391974" extrusionOk="0">
                      <a:moveTo>
                        <a:pt x="0" y="0"/>
                      </a:moveTo>
                      <a:lnTo>
                        <a:pt x="79926" y="0"/>
                      </a:lnTo>
                      <a:lnTo>
                        <a:pt x="79926" y="391975"/>
                      </a:lnTo>
                      <a:lnTo>
                        <a:pt x="0" y="39197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69" name="Google Shape;2050;p65">
                  <a:extLst>
                    <a:ext uri="{FF2B5EF4-FFF2-40B4-BE49-F238E27FC236}">
                      <a16:creationId xmlns:a16="http://schemas.microsoft.com/office/drawing/2014/main" id="{8234173E-9A90-588D-EA9E-6C32584E0811}"/>
                    </a:ext>
                  </a:extLst>
                </p:cNvPr>
                <p:cNvGrpSpPr/>
                <p:nvPr/>
              </p:nvGrpSpPr>
              <p:grpSpPr>
                <a:xfrm>
                  <a:off x="5588145" y="2963461"/>
                  <a:ext cx="602048" cy="1265233"/>
                  <a:chOff x="5588145" y="2963461"/>
                  <a:chExt cx="602048" cy="1265233"/>
                </a:xfrm>
              </p:grpSpPr>
              <p:sp>
                <p:nvSpPr>
                  <p:cNvPr id="870" name="Google Shape;2051;p65">
                    <a:extLst>
                      <a:ext uri="{FF2B5EF4-FFF2-40B4-BE49-F238E27FC236}">
                        <a16:creationId xmlns:a16="http://schemas.microsoft.com/office/drawing/2014/main" id="{63A1D02F-541F-E00E-FA36-3A4F869827CC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585560" y="2983593"/>
                    <a:ext cx="107465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64" h="7610" extrusionOk="0">
                        <a:moveTo>
                          <a:pt x="0" y="0"/>
                        </a:moveTo>
                        <a:lnTo>
                          <a:pt x="107464" y="0"/>
                        </a:lnTo>
                        <a:lnTo>
                          <a:pt x="107464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1" name="Google Shape;2052;p65">
                    <a:extLst>
                      <a:ext uri="{FF2B5EF4-FFF2-40B4-BE49-F238E27FC236}">
                        <a16:creationId xmlns:a16="http://schemas.microsoft.com/office/drawing/2014/main" id="{FD5DA7FF-5B80-7D2C-C9E4-CD0AF0E84F97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666182" y="3179901"/>
                    <a:ext cx="107465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64" h="7610" extrusionOk="0">
                        <a:moveTo>
                          <a:pt x="0" y="0"/>
                        </a:moveTo>
                        <a:lnTo>
                          <a:pt x="107464" y="0"/>
                        </a:lnTo>
                        <a:lnTo>
                          <a:pt x="107464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2" name="Google Shape;2053;p65">
                    <a:extLst>
                      <a:ext uri="{FF2B5EF4-FFF2-40B4-BE49-F238E27FC236}">
                        <a16:creationId xmlns:a16="http://schemas.microsoft.com/office/drawing/2014/main" id="{724CB603-ECF0-1A1B-D05E-09347BA85AEB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605106" y="3036780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3" name="Google Shape;2054;p65">
                    <a:extLst>
                      <a:ext uri="{FF2B5EF4-FFF2-40B4-BE49-F238E27FC236}">
                        <a16:creationId xmlns:a16="http://schemas.microsoft.com/office/drawing/2014/main" id="{E9C98B00-7B8C-11E2-5214-24F25F749218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622359" y="3078865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4" name="Google Shape;2055;p65">
                    <a:extLst>
                      <a:ext uri="{FF2B5EF4-FFF2-40B4-BE49-F238E27FC236}">
                        <a16:creationId xmlns:a16="http://schemas.microsoft.com/office/drawing/2014/main" id="{ECEAB951-C328-242C-AA36-4C39C563FC3A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639703" y="3121106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5" name="Google Shape;2056;p65">
                    <a:extLst>
                      <a:ext uri="{FF2B5EF4-FFF2-40B4-BE49-F238E27FC236}">
                        <a16:creationId xmlns:a16="http://schemas.microsoft.com/office/drawing/2014/main" id="{60A51E1A-398F-2E61-30F8-B35564A800BE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657142" y="3163515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6" name="Google Shape;2057;p65">
                    <a:extLst>
                      <a:ext uri="{FF2B5EF4-FFF2-40B4-BE49-F238E27FC236}">
                        <a16:creationId xmlns:a16="http://schemas.microsoft.com/office/drawing/2014/main" id="{518C35FA-AC27-882C-7EEE-BBB1E3DD2D92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749952" y="3384226"/>
                    <a:ext cx="107465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64" h="7610" extrusionOk="0">
                        <a:moveTo>
                          <a:pt x="0" y="0"/>
                        </a:moveTo>
                        <a:lnTo>
                          <a:pt x="107464" y="0"/>
                        </a:lnTo>
                        <a:lnTo>
                          <a:pt x="107464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7" name="Google Shape;2058;p65">
                    <a:extLst>
                      <a:ext uri="{FF2B5EF4-FFF2-40B4-BE49-F238E27FC236}">
                        <a16:creationId xmlns:a16="http://schemas.microsoft.com/office/drawing/2014/main" id="{F44326D0-7980-B0FF-6195-A26979BF47B8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688854" y="3240791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8" name="Google Shape;2059;p65">
                    <a:extLst>
                      <a:ext uri="{FF2B5EF4-FFF2-40B4-BE49-F238E27FC236}">
                        <a16:creationId xmlns:a16="http://schemas.microsoft.com/office/drawing/2014/main" id="{7711AC02-2446-EFD7-610D-453FE2A6682C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706199" y="3283033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9" name="Google Shape;2060;p65">
                    <a:extLst>
                      <a:ext uri="{FF2B5EF4-FFF2-40B4-BE49-F238E27FC236}">
                        <a16:creationId xmlns:a16="http://schemas.microsoft.com/office/drawing/2014/main" id="{6C8AF90C-22EE-EDEB-22F2-43E9405AA511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723640" y="3325454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0" name="Google Shape;2061;p65">
                    <a:extLst>
                      <a:ext uri="{FF2B5EF4-FFF2-40B4-BE49-F238E27FC236}">
                        <a16:creationId xmlns:a16="http://schemas.microsoft.com/office/drawing/2014/main" id="{3B87FAD8-7353-0E52-AE84-54EBE9495549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740886" y="3367511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1" name="Google Shape;2062;p65">
                    <a:extLst>
                      <a:ext uri="{FF2B5EF4-FFF2-40B4-BE49-F238E27FC236}">
                        <a16:creationId xmlns:a16="http://schemas.microsoft.com/office/drawing/2014/main" id="{599DD60B-97A3-89C0-B494-06F0C44EFB74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833742" y="3588513"/>
                    <a:ext cx="107465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64" h="7610" extrusionOk="0">
                        <a:moveTo>
                          <a:pt x="0" y="0"/>
                        </a:moveTo>
                        <a:lnTo>
                          <a:pt x="107464" y="0"/>
                        </a:lnTo>
                        <a:lnTo>
                          <a:pt x="107464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2" name="Google Shape;2063;p65">
                    <a:extLst>
                      <a:ext uri="{FF2B5EF4-FFF2-40B4-BE49-F238E27FC236}">
                        <a16:creationId xmlns:a16="http://schemas.microsoft.com/office/drawing/2014/main" id="{4B2272CB-EE3D-A920-D196-D9DA07219943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772739" y="3445230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3" name="Google Shape;2064;p65">
                    <a:extLst>
                      <a:ext uri="{FF2B5EF4-FFF2-40B4-BE49-F238E27FC236}">
                        <a16:creationId xmlns:a16="http://schemas.microsoft.com/office/drawing/2014/main" id="{72DD5500-A55D-9E8C-D1F2-C2085660B5BB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790133" y="3487380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4" name="Google Shape;2065;p65">
                    <a:extLst>
                      <a:ext uri="{FF2B5EF4-FFF2-40B4-BE49-F238E27FC236}">
                        <a16:creationId xmlns:a16="http://schemas.microsoft.com/office/drawing/2014/main" id="{71B24AF7-EAFD-0362-DFCA-FA272D5BE2AA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807479" y="3529625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5" name="Google Shape;2066;p65">
                    <a:extLst>
                      <a:ext uri="{FF2B5EF4-FFF2-40B4-BE49-F238E27FC236}">
                        <a16:creationId xmlns:a16="http://schemas.microsoft.com/office/drawing/2014/main" id="{CF7A9C86-BDDF-1B2A-0641-8D29878EDAB5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824726" y="3571674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6" name="Google Shape;2067;p65">
                    <a:extLst>
                      <a:ext uri="{FF2B5EF4-FFF2-40B4-BE49-F238E27FC236}">
                        <a16:creationId xmlns:a16="http://schemas.microsoft.com/office/drawing/2014/main" id="{2E7C0D14-9C0F-CA54-897C-471BD77DCC52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917525" y="3792387"/>
                    <a:ext cx="107459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58" h="7610" extrusionOk="0">
                        <a:moveTo>
                          <a:pt x="0" y="0"/>
                        </a:moveTo>
                        <a:lnTo>
                          <a:pt x="107458" y="0"/>
                        </a:lnTo>
                        <a:lnTo>
                          <a:pt x="107458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7" name="Google Shape;2068;p65">
                    <a:extLst>
                      <a:ext uri="{FF2B5EF4-FFF2-40B4-BE49-F238E27FC236}">
                        <a16:creationId xmlns:a16="http://schemas.microsoft.com/office/drawing/2014/main" id="{68AC1AF7-213D-5D71-6CC5-96AE9838153E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856531" y="3649119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2069;p65">
                    <a:extLst>
                      <a:ext uri="{FF2B5EF4-FFF2-40B4-BE49-F238E27FC236}">
                        <a16:creationId xmlns:a16="http://schemas.microsoft.com/office/drawing/2014/main" id="{68264479-3577-EA40-C33B-0273E088AB64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874068" y="3691390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9" name="Google Shape;2070;p65">
                    <a:extLst>
                      <a:ext uri="{FF2B5EF4-FFF2-40B4-BE49-F238E27FC236}">
                        <a16:creationId xmlns:a16="http://schemas.microsoft.com/office/drawing/2014/main" id="{49CDB132-A63B-BDB8-0AC7-BB3166BAA046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891218" y="3733598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0" name="Google Shape;2071;p65">
                    <a:extLst>
                      <a:ext uri="{FF2B5EF4-FFF2-40B4-BE49-F238E27FC236}">
                        <a16:creationId xmlns:a16="http://schemas.microsoft.com/office/drawing/2014/main" id="{2872DC64-F23F-4C2F-91A3-B144622456BE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908606" y="3776148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1" name="Google Shape;2072;p65">
                    <a:extLst>
                      <a:ext uri="{FF2B5EF4-FFF2-40B4-BE49-F238E27FC236}">
                        <a16:creationId xmlns:a16="http://schemas.microsoft.com/office/drawing/2014/main" id="{97B02F43-CD8B-FB92-80D2-12C4430D367B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6001366" y="3996550"/>
                    <a:ext cx="107459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58" h="7610" extrusionOk="0">
                        <a:moveTo>
                          <a:pt x="0" y="0"/>
                        </a:moveTo>
                        <a:lnTo>
                          <a:pt x="107458" y="0"/>
                        </a:lnTo>
                        <a:lnTo>
                          <a:pt x="107458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2" name="Google Shape;2073;p65">
                    <a:extLst>
                      <a:ext uri="{FF2B5EF4-FFF2-40B4-BE49-F238E27FC236}">
                        <a16:creationId xmlns:a16="http://schemas.microsoft.com/office/drawing/2014/main" id="{695A5C93-5DEA-124D-E853-8F6AFF81A20F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940560" y="3853322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3" name="Google Shape;2074;p65">
                    <a:extLst>
                      <a:ext uri="{FF2B5EF4-FFF2-40B4-BE49-F238E27FC236}">
                        <a16:creationId xmlns:a16="http://schemas.microsoft.com/office/drawing/2014/main" id="{F38DDF55-D70D-4661-BF24-6F1C6964705F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957704" y="3895525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4" name="Google Shape;2075;p65">
                    <a:extLst>
                      <a:ext uri="{FF2B5EF4-FFF2-40B4-BE49-F238E27FC236}">
                        <a16:creationId xmlns:a16="http://schemas.microsoft.com/office/drawing/2014/main" id="{ED83217C-6375-2731-B820-147450814B2F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975091" y="3938098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5" name="Google Shape;2076;p65">
                    <a:extLst>
                      <a:ext uri="{FF2B5EF4-FFF2-40B4-BE49-F238E27FC236}">
                        <a16:creationId xmlns:a16="http://schemas.microsoft.com/office/drawing/2014/main" id="{6E657AF7-8064-C3BA-04AE-8E1F5C96D944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5992498" y="3980239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6" name="Google Shape;2077;p65">
                    <a:extLst>
                      <a:ext uri="{FF2B5EF4-FFF2-40B4-BE49-F238E27FC236}">
                        <a16:creationId xmlns:a16="http://schemas.microsoft.com/office/drawing/2014/main" id="{D6696E55-CEE7-9A6E-A715-4395F54F55CA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6085312" y="4200950"/>
                    <a:ext cx="107465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464" h="7610" extrusionOk="0">
                        <a:moveTo>
                          <a:pt x="0" y="0"/>
                        </a:moveTo>
                        <a:lnTo>
                          <a:pt x="107464" y="0"/>
                        </a:lnTo>
                        <a:lnTo>
                          <a:pt x="107464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7" name="Google Shape;2078;p65">
                    <a:extLst>
                      <a:ext uri="{FF2B5EF4-FFF2-40B4-BE49-F238E27FC236}">
                        <a16:creationId xmlns:a16="http://schemas.microsoft.com/office/drawing/2014/main" id="{B393CF8F-8C36-89B7-1E8E-BB927C745CC0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6024302" y="4057685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8" name="Google Shape;2079;p65">
                    <a:extLst>
                      <a:ext uri="{FF2B5EF4-FFF2-40B4-BE49-F238E27FC236}">
                        <a16:creationId xmlns:a16="http://schemas.microsoft.com/office/drawing/2014/main" id="{6381513B-B8E9-163F-CC79-19EB95518E60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6041544" y="4099689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9" name="Google Shape;2080;p65">
                    <a:extLst>
                      <a:ext uri="{FF2B5EF4-FFF2-40B4-BE49-F238E27FC236}">
                        <a16:creationId xmlns:a16="http://schemas.microsoft.com/office/drawing/2014/main" id="{83B7FE12-9847-6A94-C0C5-FF66CCEFFB0D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6058882" y="4141928"/>
                    <a:ext cx="53730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29" h="7610" extrusionOk="0">
                        <a:moveTo>
                          <a:pt x="0" y="0"/>
                        </a:moveTo>
                        <a:lnTo>
                          <a:pt x="53729" y="0"/>
                        </a:lnTo>
                        <a:lnTo>
                          <a:pt x="53729" y="7610"/>
                        </a:lnTo>
                        <a:lnTo>
                          <a:pt x="0" y="7610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0" name="Google Shape;2081;p65">
                    <a:extLst>
                      <a:ext uri="{FF2B5EF4-FFF2-40B4-BE49-F238E27FC236}">
                        <a16:creationId xmlns:a16="http://schemas.microsoft.com/office/drawing/2014/main" id="{3C8AC92D-B189-C765-548D-FE697F84FFC2}"/>
                      </a:ext>
                    </a:extLst>
                  </p:cNvPr>
                  <p:cNvSpPr/>
                  <p:nvPr/>
                </p:nvSpPr>
                <p:spPr>
                  <a:xfrm rot="-1340003">
                    <a:off x="6076449" y="4184222"/>
                    <a:ext cx="53733" cy="76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732" h="7610" extrusionOk="0">
                        <a:moveTo>
                          <a:pt x="0" y="0"/>
                        </a:moveTo>
                        <a:lnTo>
                          <a:pt x="53732" y="0"/>
                        </a:lnTo>
                        <a:lnTo>
                          <a:pt x="53732" y="7611"/>
                        </a:lnTo>
                        <a:lnTo>
                          <a:pt x="0" y="7611"/>
                        </a:ln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36" name="Google Shape;2082;p65">
                <a:extLst>
                  <a:ext uri="{FF2B5EF4-FFF2-40B4-BE49-F238E27FC236}">
                    <a16:creationId xmlns:a16="http://schemas.microsoft.com/office/drawing/2014/main" id="{5845610D-0C67-B677-52BC-13A02BF53016}"/>
                  </a:ext>
                </a:extLst>
              </p:cNvPr>
              <p:cNvGrpSpPr/>
              <p:nvPr/>
            </p:nvGrpSpPr>
            <p:grpSpPr>
              <a:xfrm>
                <a:off x="4911007" y="3991070"/>
                <a:ext cx="898112" cy="278956"/>
                <a:chOff x="4916376" y="4525327"/>
                <a:chExt cx="1197483" cy="371941"/>
              </a:xfrm>
            </p:grpSpPr>
            <p:sp>
              <p:nvSpPr>
                <p:cNvPr id="848" name="Google Shape;2083;p65">
                  <a:extLst>
                    <a:ext uri="{FF2B5EF4-FFF2-40B4-BE49-F238E27FC236}">
                      <a16:creationId xmlns:a16="http://schemas.microsoft.com/office/drawing/2014/main" id="{ECA05C5B-C881-394A-95FF-223FE543C900}"/>
                    </a:ext>
                  </a:extLst>
                </p:cNvPr>
                <p:cNvSpPr/>
                <p:nvPr/>
              </p:nvSpPr>
              <p:spPr>
                <a:xfrm>
                  <a:off x="4988109" y="4525337"/>
                  <a:ext cx="1125750" cy="371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5750" h="371931" extrusionOk="0">
                      <a:moveTo>
                        <a:pt x="18498" y="294884"/>
                      </a:moveTo>
                      <a:lnTo>
                        <a:pt x="0" y="294884"/>
                      </a:lnTo>
                      <a:lnTo>
                        <a:pt x="0" y="77038"/>
                      </a:lnTo>
                      <a:lnTo>
                        <a:pt x="18498" y="77038"/>
                      </a:lnTo>
                      <a:cubicBezTo>
                        <a:pt x="45520" y="77038"/>
                        <a:pt x="70904" y="63446"/>
                        <a:pt x="85344" y="40614"/>
                      </a:cubicBezTo>
                      <a:cubicBezTo>
                        <a:pt x="100784" y="16202"/>
                        <a:pt x="128016" y="0"/>
                        <a:pt x="159039" y="0"/>
                      </a:cubicBezTo>
                      <a:lnTo>
                        <a:pt x="1076277" y="0"/>
                      </a:lnTo>
                      <a:cubicBezTo>
                        <a:pt x="1103605" y="0"/>
                        <a:pt x="1125750" y="22145"/>
                        <a:pt x="1125750" y="49473"/>
                      </a:cubicBezTo>
                      <a:lnTo>
                        <a:pt x="1125750" y="322459"/>
                      </a:lnTo>
                      <a:cubicBezTo>
                        <a:pt x="1125750" y="349787"/>
                        <a:pt x="1103605" y="371932"/>
                        <a:pt x="1076277" y="371932"/>
                      </a:cubicBezTo>
                      <a:lnTo>
                        <a:pt x="159039" y="371932"/>
                      </a:lnTo>
                      <a:cubicBezTo>
                        <a:pt x="128016" y="371932"/>
                        <a:pt x="100794" y="355720"/>
                        <a:pt x="85354" y="331318"/>
                      </a:cubicBezTo>
                      <a:cubicBezTo>
                        <a:pt x="70904" y="308477"/>
                        <a:pt x="45520" y="294884"/>
                        <a:pt x="18498" y="29488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9" name="Google Shape;2084;p65">
                  <a:extLst>
                    <a:ext uri="{FF2B5EF4-FFF2-40B4-BE49-F238E27FC236}">
                      <a16:creationId xmlns:a16="http://schemas.microsoft.com/office/drawing/2014/main" id="{E34D333B-3843-DB80-4B92-C70D3356D4C8}"/>
                    </a:ext>
                  </a:extLst>
                </p:cNvPr>
                <p:cNvSpPr/>
                <p:nvPr/>
              </p:nvSpPr>
              <p:spPr>
                <a:xfrm>
                  <a:off x="4988109" y="4613290"/>
                  <a:ext cx="45605" cy="196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5" h="196005" extrusionOk="0">
                      <a:moveTo>
                        <a:pt x="45606" y="36605"/>
                      </a:moveTo>
                      <a:lnTo>
                        <a:pt x="45606" y="159401"/>
                      </a:lnTo>
                      <a:cubicBezTo>
                        <a:pt x="45606" y="179613"/>
                        <a:pt x="29213" y="196005"/>
                        <a:pt x="9001" y="196005"/>
                      </a:cubicBezTo>
                      <a:lnTo>
                        <a:pt x="0" y="196005"/>
                      </a:lnTo>
                      <a:lnTo>
                        <a:pt x="0" y="0"/>
                      </a:lnTo>
                      <a:lnTo>
                        <a:pt x="9001" y="0"/>
                      </a:lnTo>
                      <a:cubicBezTo>
                        <a:pt x="29213" y="0"/>
                        <a:pt x="45606" y="16393"/>
                        <a:pt x="45606" y="3660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0" name="Google Shape;2085;p65">
                  <a:extLst>
                    <a:ext uri="{FF2B5EF4-FFF2-40B4-BE49-F238E27FC236}">
                      <a16:creationId xmlns:a16="http://schemas.microsoft.com/office/drawing/2014/main" id="{AB43019C-2E3B-1732-D76A-E403EDB43E9D}"/>
                    </a:ext>
                  </a:extLst>
                </p:cNvPr>
                <p:cNvSpPr/>
                <p:nvPr/>
              </p:nvSpPr>
              <p:spPr>
                <a:xfrm>
                  <a:off x="5450909" y="4580191"/>
                  <a:ext cx="534647" cy="27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647" h="27584" extrusionOk="0">
                      <a:moveTo>
                        <a:pt x="534648" y="13792"/>
                      </a:moveTo>
                      <a:cubicBezTo>
                        <a:pt x="534648" y="6172"/>
                        <a:pt x="528476" y="0"/>
                        <a:pt x="520856" y="0"/>
                      </a:cubicBezTo>
                      <a:lnTo>
                        <a:pt x="13792" y="0"/>
                      </a:lnTo>
                      <a:cubicBezTo>
                        <a:pt x="6172" y="0"/>
                        <a:pt x="0" y="6172"/>
                        <a:pt x="0" y="13792"/>
                      </a:cubicBezTo>
                      <a:cubicBezTo>
                        <a:pt x="0" y="21412"/>
                        <a:pt x="6172" y="27585"/>
                        <a:pt x="13792" y="27585"/>
                      </a:cubicBezTo>
                      <a:lnTo>
                        <a:pt x="520856" y="27585"/>
                      </a:lnTo>
                      <a:cubicBezTo>
                        <a:pt x="528476" y="27585"/>
                        <a:pt x="534648" y="21412"/>
                        <a:pt x="534648" y="1379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1" name="Google Shape;2086;p65">
                  <a:extLst>
                    <a:ext uri="{FF2B5EF4-FFF2-40B4-BE49-F238E27FC236}">
                      <a16:creationId xmlns:a16="http://schemas.microsoft.com/office/drawing/2014/main" id="{F2A92E35-0996-4C5E-6530-AD8A458077BD}"/>
                    </a:ext>
                  </a:extLst>
                </p:cNvPr>
                <p:cNvSpPr/>
                <p:nvPr/>
              </p:nvSpPr>
              <p:spPr>
                <a:xfrm>
                  <a:off x="5071457" y="4580191"/>
                  <a:ext cx="209202" cy="64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202" h="64276" extrusionOk="0">
                      <a:moveTo>
                        <a:pt x="209203" y="13792"/>
                      </a:moveTo>
                      <a:cubicBezTo>
                        <a:pt x="209203" y="6172"/>
                        <a:pt x="203031" y="0"/>
                        <a:pt x="195411" y="0"/>
                      </a:cubicBezTo>
                      <a:lnTo>
                        <a:pt x="84092" y="0"/>
                      </a:lnTo>
                      <a:cubicBezTo>
                        <a:pt x="54488" y="0"/>
                        <a:pt x="26713" y="13106"/>
                        <a:pt x="7892" y="35957"/>
                      </a:cubicBezTo>
                      <a:lnTo>
                        <a:pt x="3148" y="41720"/>
                      </a:lnTo>
                      <a:cubicBezTo>
                        <a:pt x="-1700" y="47597"/>
                        <a:pt x="-852" y="56293"/>
                        <a:pt x="5025" y="61132"/>
                      </a:cubicBezTo>
                      <a:cubicBezTo>
                        <a:pt x="10902" y="65970"/>
                        <a:pt x="19598" y="65132"/>
                        <a:pt x="24437" y="59255"/>
                      </a:cubicBezTo>
                      <a:lnTo>
                        <a:pt x="29180" y="53493"/>
                      </a:lnTo>
                      <a:cubicBezTo>
                        <a:pt x="42744" y="37024"/>
                        <a:pt x="62756" y="27585"/>
                        <a:pt x="84092" y="27585"/>
                      </a:cubicBezTo>
                      <a:lnTo>
                        <a:pt x="195411" y="27585"/>
                      </a:lnTo>
                      <a:cubicBezTo>
                        <a:pt x="203021" y="27585"/>
                        <a:pt x="209203" y="21412"/>
                        <a:pt x="209203" y="1379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2" name="Google Shape;2087;p65">
                  <a:extLst>
                    <a:ext uri="{FF2B5EF4-FFF2-40B4-BE49-F238E27FC236}">
                      <a16:creationId xmlns:a16="http://schemas.microsoft.com/office/drawing/2014/main" id="{391E6ACF-C8A8-C3CC-1A48-68ADDEE38EB4}"/>
                    </a:ext>
                  </a:extLst>
                </p:cNvPr>
                <p:cNvSpPr/>
                <p:nvPr/>
              </p:nvSpPr>
              <p:spPr>
                <a:xfrm>
                  <a:off x="4916376" y="4738363"/>
                  <a:ext cx="71723" cy="1146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723" h="114614" extrusionOk="0">
                      <a:moveTo>
                        <a:pt x="0" y="78753"/>
                      </a:moveTo>
                      <a:lnTo>
                        <a:pt x="0" y="0"/>
                      </a:lnTo>
                      <a:cubicBezTo>
                        <a:pt x="0" y="19812"/>
                        <a:pt x="16059" y="35861"/>
                        <a:pt x="35862" y="35861"/>
                      </a:cubicBezTo>
                      <a:lnTo>
                        <a:pt x="35862" y="35861"/>
                      </a:lnTo>
                      <a:cubicBezTo>
                        <a:pt x="55674" y="35861"/>
                        <a:pt x="71723" y="19803"/>
                        <a:pt x="71723" y="0"/>
                      </a:cubicBezTo>
                      <a:lnTo>
                        <a:pt x="71723" y="78753"/>
                      </a:lnTo>
                      <a:cubicBezTo>
                        <a:pt x="71723" y="98565"/>
                        <a:pt x="55664" y="114614"/>
                        <a:pt x="35862" y="114614"/>
                      </a:cubicBezTo>
                      <a:lnTo>
                        <a:pt x="35862" y="114614"/>
                      </a:lnTo>
                      <a:cubicBezTo>
                        <a:pt x="16059" y="114624"/>
                        <a:pt x="0" y="98565"/>
                        <a:pt x="0" y="78753"/>
                      </a:cubicBezTo>
                      <a:close/>
                    </a:path>
                  </a:pathLst>
                </a:custGeom>
                <a:solidFill>
                  <a:srgbClr val="A5C8E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2088;p65">
                  <a:extLst>
                    <a:ext uri="{FF2B5EF4-FFF2-40B4-BE49-F238E27FC236}">
                      <a16:creationId xmlns:a16="http://schemas.microsoft.com/office/drawing/2014/main" id="{A00961A5-B9B5-5AC5-C747-35E9C9511DF4}"/>
                    </a:ext>
                  </a:extLst>
                </p:cNvPr>
                <p:cNvSpPr/>
                <p:nvPr/>
              </p:nvSpPr>
              <p:spPr>
                <a:xfrm>
                  <a:off x="4988099" y="4602365"/>
                  <a:ext cx="12382" cy="217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" h="217846" extrusionOk="0">
                      <a:moveTo>
                        <a:pt x="12240" y="10"/>
                      </a:moveTo>
                      <a:cubicBezTo>
                        <a:pt x="12325" y="1029"/>
                        <a:pt x="12383" y="2067"/>
                        <a:pt x="12383" y="3105"/>
                      </a:cubicBezTo>
                      <a:lnTo>
                        <a:pt x="12383" y="214751"/>
                      </a:lnTo>
                      <a:cubicBezTo>
                        <a:pt x="12383" y="215798"/>
                        <a:pt x="12325" y="216827"/>
                        <a:pt x="12240" y="217846"/>
                      </a:cubicBezTo>
                      <a:lnTo>
                        <a:pt x="0" y="217846"/>
                      </a:lnTo>
                      <a:lnTo>
                        <a:pt x="0" y="0"/>
                      </a:lnTo>
                      <a:lnTo>
                        <a:pt x="12240" y="0"/>
                      </a:lnTo>
                      <a:close/>
                    </a:path>
                  </a:pathLst>
                </a:custGeom>
                <a:solidFill>
                  <a:srgbClr val="A5C8E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4" name="Google Shape;2089;p65">
                  <a:extLst>
                    <a:ext uri="{FF2B5EF4-FFF2-40B4-BE49-F238E27FC236}">
                      <a16:creationId xmlns:a16="http://schemas.microsoft.com/office/drawing/2014/main" id="{C8569D29-AABB-4E66-559A-7CC62F035713}"/>
                    </a:ext>
                  </a:extLst>
                </p:cNvPr>
                <p:cNvSpPr/>
                <p:nvPr/>
              </p:nvSpPr>
              <p:spPr>
                <a:xfrm>
                  <a:off x="5373528" y="4525327"/>
                  <a:ext cx="521112" cy="3719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112" h="371932" extrusionOk="0">
                      <a:moveTo>
                        <a:pt x="0" y="0"/>
                      </a:moveTo>
                      <a:lnTo>
                        <a:pt x="521113" y="0"/>
                      </a:lnTo>
                      <a:lnTo>
                        <a:pt x="521113" y="371932"/>
                      </a:lnTo>
                      <a:lnTo>
                        <a:pt x="0" y="3719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55" name="Google Shape;2090;p65">
                  <a:extLst>
                    <a:ext uri="{FF2B5EF4-FFF2-40B4-BE49-F238E27FC236}">
                      <a16:creationId xmlns:a16="http://schemas.microsoft.com/office/drawing/2014/main" id="{A64DE0C7-7D86-59DB-AC6D-B1C0AE49D069}"/>
                    </a:ext>
                  </a:extLst>
                </p:cNvPr>
                <p:cNvGrpSpPr/>
                <p:nvPr/>
              </p:nvGrpSpPr>
              <p:grpSpPr>
                <a:xfrm>
                  <a:off x="5607424" y="4593736"/>
                  <a:ext cx="179308" cy="235115"/>
                  <a:chOff x="5607424" y="4593736"/>
                  <a:chExt cx="179308" cy="235115"/>
                </a:xfrm>
              </p:grpSpPr>
              <p:sp>
                <p:nvSpPr>
                  <p:cNvPr id="857" name="Google Shape;2091;p65">
                    <a:extLst>
                      <a:ext uri="{FF2B5EF4-FFF2-40B4-BE49-F238E27FC236}">
                        <a16:creationId xmlns:a16="http://schemas.microsoft.com/office/drawing/2014/main" id="{D2154F20-2D49-08A8-25ED-62DE845AAE9E}"/>
                      </a:ext>
                    </a:extLst>
                  </p:cNvPr>
                  <p:cNvSpPr/>
                  <p:nvPr/>
                </p:nvSpPr>
                <p:spPr>
                  <a:xfrm>
                    <a:off x="5607424" y="4622577"/>
                    <a:ext cx="22574" cy="177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" h="177431" extrusionOk="0">
                        <a:moveTo>
                          <a:pt x="11287" y="177432"/>
                        </a:moveTo>
                        <a:cubicBezTo>
                          <a:pt x="5048" y="177432"/>
                          <a:pt x="0" y="172374"/>
                          <a:pt x="0" y="166145"/>
                        </a:cubicBezTo>
                        <a:lnTo>
                          <a:pt x="0" y="11287"/>
                        </a:lnTo>
                        <a:cubicBezTo>
                          <a:pt x="0" y="5048"/>
                          <a:pt x="5058" y="0"/>
                          <a:pt x="11287" y="0"/>
                        </a:cubicBezTo>
                        <a:cubicBezTo>
                          <a:pt x="17526" y="0"/>
                          <a:pt x="22574" y="5058"/>
                          <a:pt x="22574" y="11287"/>
                        </a:cubicBezTo>
                        <a:lnTo>
                          <a:pt x="22574" y="166145"/>
                        </a:lnTo>
                        <a:cubicBezTo>
                          <a:pt x="22574" y="172383"/>
                          <a:pt x="17517" y="177432"/>
                          <a:pt x="11287" y="177432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8" name="Google Shape;2092;p65">
                    <a:extLst>
                      <a:ext uri="{FF2B5EF4-FFF2-40B4-BE49-F238E27FC236}">
                        <a16:creationId xmlns:a16="http://schemas.microsoft.com/office/drawing/2014/main" id="{C000550B-A0F2-FA74-297D-4CA2A542E152}"/>
                      </a:ext>
                    </a:extLst>
                  </p:cNvPr>
                  <p:cNvSpPr/>
                  <p:nvPr/>
                </p:nvSpPr>
                <p:spPr>
                  <a:xfrm>
                    <a:off x="5685786" y="4593736"/>
                    <a:ext cx="22574" cy="2351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" h="235115" extrusionOk="0">
                        <a:moveTo>
                          <a:pt x="0" y="223828"/>
                        </a:moveTo>
                        <a:lnTo>
                          <a:pt x="0" y="186633"/>
                        </a:lnTo>
                        <a:lnTo>
                          <a:pt x="0" y="48482"/>
                        </a:lnTo>
                        <a:lnTo>
                          <a:pt x="0" y="11287"/>
                        </a:lnTo>
                        <a:cubicBezTo>
                          <a:pt x="0" y="5048"/>
                          <a:pt x="5058" y="0"/>
                          <a:pt x="11287" y="0"/>
                        </a:cubicBezTo>
                        <a:lnTo>
                          <a:pt x="11287" y="0"/>
                        </a:lnTo>
                        <a:cubicBezTo>
                          <a:pt x="17526" y="0"/>
                          <a:pt x="22574" y="5058"/>
                          <a:pt x="22574" y="11287"/>
                        </a:cubicBezTo>
                        <a:lnTo>
                          <a:pt x="22574" y="48482"/>
                        </a:lnTo>
                        <a:lnTo>
                          <a:pt x="22574" y="186633"/>
                        </a:lnTo>
                        <a:lnTo>
                          <a:pt x="22574" y="223828"/>
                        </a:lnTo>
                        <a:cubicBezTo>
                          <a:pt x="22574" y="230067"/>
                          <a:pt x="17517" y="235115"/>
                          <a:pt x="11287" y="235115"/>
                        </a:cubicBezTo>
                        <a:lnTo>
                          <a:pt x="11287" y="235115"/>
                        </a:lnTo>
                        <a:cubicBezTo>
                          <a:pt x="5058" y="235115"/>
                          <a:pt x="0" y="230067"/>
                          <a:pt x="0" y="22382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9" name="Google Shape;2093;p65">
                    <a:extLst>
                      <a:ext uri="{FF2B5EF4-FFF2-40B4-BE49-F238E27FC236}">
                        <a16:creationId xmlns:a16="http://schemas.microsoft.com/office/drawing/2014/main" id="{1394FDF1-871B-D119-A628-71FD20AD07B8}"/>
                      </a:ext>
                    </a:extLst>
                  </p:cNvPr>
                  <p:cNvSpPr/>
                  <p:nvPr/>
                </p:nvSpPr>
                <p:spPr>
                  <a:xfrm>
                    <a:off x="5764158" y="4593736"/>
                    <a:ext cx="22574" cy="2351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74" h="235115" extrusionOk="0">
                        <a:moveTo>
                          <a:pt x="0" y="223828"/>
                        </a:moveTo>
                        <a:lnTo>
                          <a:pt x="0" y="186633"/>
                        </a:lnTo>
                        <a:lnTo>
                          <a:pt x="0" y="48482"/>
                        </a:lnTo>
                        <a:lnTo>
                          <a:pt x="0" y="11287"/>
                        </a:lnTo>
                        <a:cubicBezTo>
                          <a:pt x="0" y="5048"/>
                          <a:pt x="5058" y="0"/>
                          <a:pt x="11287" y="0"/>
                        </a:cubicBezTo>
                        <a:cubicBezTo>
                          <a:pt x="17526" y="0"/>
                          <a:pt x="22574" y="5058"/>
                          <a:pt x="22574" y="11287"/>
                        </a:cubicBezTo>
                        <a:lnTo>
                          <a:pt x="22574" y="48482"/>
                        </a:lnTo>
                        <a:lnTo>
                          <a:pt x="22574" y="186633"/>
                        </a:lnTo>
                        <a:lnTo>
                          <a:pt x="22574" y="223828"/>
                        </a:lnTo>
                        <a:cubicBezTo>
                          <a:pt x="22574" y="230067"/>
                          <a:pt x="17517" y="235115"/>
                          <a:pt x="11287" y="235115"/>
                        </a:cubicBezTo>
                        <a:cubicBezTo>
                          <a:pt x="5058" y="235115"/>
                          <a:pt x="0" y="230067"/>
                          <a:pt x="0" y="22382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56" name="Google Shape;2094;p65">
                  <a:extLst>
                    <a:ext uri="{FF2B5EF4-FFF2-40B4-BE49-F238E27FC236}">
                      <a16:creationId xmlns:a16="http://schemas.microsoft.com/office/drawing/2014/main" id="{46CCF8CB-6820-BE1C-5FDB-02389F77CFD8}"/>
                    </a:ext>
                  </a:extLst>
                </p:cNvPr>
                <p:cNvSpPr/>
                <p:nvPr/>
              </p:nvSpPr>
              <p:spPr>
                <a:xfrm>
                  <a:off x="4916376" y="4569609"/>
                  <a:ext cx="71723" cy="283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723" h="283368" extrusionOk="0">
                      <a:moveTo>
                        <a:pt x="0" y="247507"/>
                      </a:moveTo>
                      <a:lnTo>
                        <a:pt x="0" y="35862"/>
                      </a:lnTo>
                      <a:cubicBezTo>
                        <a:pt x="0" y="16050"/>
                        <a:pt x="16059" y="0"/>
                        <a:pt x="35862" y="0"/>
                      </a:cubicBezTo>
                      <a:lnTo>
                        <a:pt x="35862" y="0"/>
                      </a:lnTo>
                      <a:cubicBezTo>
                        <a:pt x="55674" y="0"/>
                        <a:pt x="71723" y="16059"/>
                        <a:pt x="71723" y="35862"/>
                      </a:cubicBezTo>
                      <a:lnTo>
                        <a:pt x="71723" y="247507"/>
                      </a:lnTo>
                      <a:cubicBezTo>
                        <a:pt x="71723" y="267319"/>
                        <a:pt x="55664" y="283369"/>
                        <a:pt x="35862" y="283369"/>
                      </a:cubicBezTo>
                      <a:lnTo>
                        <a:pt x="35862" y="283369"/>
                      </a:lnTo>
                      <a:cubicBezTo>
                        <a:pt x="16059" y="283378"/>
                        <a:pt x="0" y="267319"/>
                        <a:pt x="0" y="24750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37" name="Google Shape;2095;p65">
                <a:extLst>
                  <a:ext uri="{FF2B5EF4-FFF2-40B4-BE49-F238E27FC236}">
                    <a16:creationId xmlns:a16="http://schemas.microsoft.com/office/drawing/2014/main" id="{57450AE1-6296-63B0-A242-B1747C054171}"/>
                  </a:ext>
                </a:extLst>
              </p:cNvPr>
              <p:cNvGrpSpPr/>
              <p:nvPr/>
            </p:nvGrpSpPr>
            <p:grpSpPr>
              <a:xfrm>
                <a:off x="6185945" y="3439030"/>
                <a:ext cx="485789" cy="823388"/>
                <a:chOff x="6616293" y="3789273"/>
                <a:chExt cx="647719" cy="1097851"/>
              </a:xfrm>
            </p:grpSpPr>
            <p:grpSp>
              <p:nvGrpSpPr>
                <p:cNvPr id="838" name="Google Shape;2096;p65">
                  <a:extLst>
                    <a:ext uri="{FF2B5EF4-FFF2-40B4-BE49-F238E27FC236}">
                      <a16:creationId xmlns:a16="http://schemas.microsoft.com/office/drawing/2014/main" id="{F1FD7235-E346-1702-EF1C-1BDCDA62AC4F}"/>
                    </a:ext>
                  </a:extLst>
                </p:cNvPr>
                <p:cNvGrpSpPr/>
                <p:nvPr/>
              </p:nvGrpSpPr>
              <p:grpSpPr>
                <a:xfrm>
                  <a:off x="6616293" y="3789273"/>
                  <a:ext cx="647719" cy="1097851"/>
                  <a:chOff x="6616293" y="3789273"/>
                  <a:chExt cx="647719" cy="1097851"/>
                </a:xfrm>
              </p:grpSpPr>
              <p:sp>
                <p:nvSpPr>
                  <p:cNvPr id="842" name="Google Shape;2097;p65">
                    <a:extLst>
                      <a:ext uri="{FF2B5EF4-FFF2-40B4-BE49-F238E27FC236}">
                        <a16:creationId xmlns:a16="http://schemas.microsoft.com/office/drawing/2014/main" id="{3824614A-BB4C-88FF-AEA9-432874496D39}"/>
                      </a:ext>
                    </a:extLst>
                  </p:cNvPr>
                  <p:cNvSpPr/>
                  <p:nvPr/>
                </p:nvSpPr>
                <p:spPr>
                  <a:xfrm>
                    <a:off x="6665090" y="3971182"/>
                    <a:ext cx="550135" cy="952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0135" h="95231" extrusionOk="0">
                        <a:moveTo>
                          <a:pt x="550135" y="71238"/>
                        </a:moveTo>
                        <a:cubicBezTo>
                          <a:pt x="550135" y="84496"/>
                          <a:pt x="540658" y="95231"/>
                          <a:pt x="528961" y="95231"/>
                        </a:cubicBezTo>
                        <a:lnTo>
                          <a:pt x="21164" y="95231"/>
                        </a:lnTo>
                        <a:cubicBezTo>
                          <a:pt x="9468" y="95231"/>
                          <a:pt x="0" y="84487"/>
                          <a:pt x="0" y="71238"/>
                        </a:cubicBezTo>
                        <a:lnTo>
                          <a:pt x="0" y="23994"/>
                        </a:lnTo>
                        <a:cubicBezTo>
                          <a:pt x="0" y="10744"/>
                          <a:pt x="9477" y="0"/>
                          <a:pt x="21164" y="0"/>
                        </a:cubicBezTo>
                        <a:lnTo>
                          <a:pt x="528961" y="0"/>
                        </a:lnTo>
                        <a:cubicBezTo>
                          <a:pt x="540658" y="0"/>
                          <a:pt x="550135" y="10735"/>
                          <a:pt x="550135" y="23994"/>
                        </a:cubicBezTo>
                        <a:lnTo>
                          <a:pt x="550135" y="71238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" name="Google Shape;2098;p65">
                    <a:extLst>
                      <a:ext uri="{FF2B5EF4-FFF2-40B4-BE49-F238E27FC236}">
                        <a16:creationId xmlns:a16="http://schemas.microsoft.com/office/drawing/2014/main" id="{176C235A-4A41-F047-BCB6-54CB30C73EF7}"/>
                      </a:ext>
                    </a:extLst>
                  </p:cNvPr>
                  <p:cNvSpPr/>
                  <p:nvPr/>
                </p:nvSpPr>
                <p:spPr>
                  <a:xfrm>
                    <a:off x="6616293" y="3789273"/>
                    <a:ext cx="647719" cy="2070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7719" h="207006" extrusionOk="0">
                        <a:moveTo>
                          <a:pt x="647719" y="185833"/>
                        </a:moveTo>
                        <a:cubicBezTo>
                          <a:pt x="647719" y="197530"/>
                          <a:pt x="638242" y="207007"/>
                          <a:pt x="626545" y="207007"/>
                        </a:cubicBezTo>
                        <a:lnTo>
                          <a:pt x="21174" y="207007"/>
                        </a:lnTo>
                        <a:cubicBezTo>
                          <a:pt x="9477" y="207007"/>
                          <a:pt x="0" y="197530"/>
                          <a:pt x="0" y="185833"/>
                        </a:cubicBezTo>
                        <a:lnTo>
                          <a:pt x="0" y="21174"/>
                        </a:lnTo>
                        <a:cubicBezTo>
                          <a:pt x="0" y="9477"/>
                          <a:pt x="9487" y="0"/>
                          <a:pt x="21174" y="0"/>
                        </a:cubicBezTo>
                        <a:lnTo>
                          <a:pt x="626545" y="0"/>
                        </a:lnTo>
                        <a:cubicBezTo>
                          <a:pt x="638242" y="0"/>
                          <a:pt x="647719" y="9477"/>
                          <a:pt x="647719" y="21174"/>
                        </a:cubicBezTo>
                        <a:lnTo>
                          <a:pt x="647719" y="185833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" name="Google Shape;2099;p65">
                    <a:extLst>
                      <a:ext uri="{FF2B5EF4-FFF2-40B4-BE49-F238E27FC236}">
                        <a16:creationId xmlns:a16="http://schemas.microsoft.com/office/drawing/2014/main" id="{FB09EB04-13FD-8010-41D4-16C9928A76E6}"/>
                      </a:ext>
                    </a:extLst>
                  </p:cNvPr>
                  <p:cNvSpPr/>
                  <p:nvPr/>
                </p:nvSpPr>
                <p:spPr>
                  <a:xfrm>
                    <a:off x="6617846" y="4046048"/>
                    <a:ext cx="644614" cy="8410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614" h="841076" extrusionOk="0">
                        <a:moveTo>
                          <a:pt x="595922" y="0"/>
                        </a:moveTo>
                        <a:lnTo>
                          <a:pt x="48692" y="0"/>
                        </a:lnTo>
                        <a:cubicBezTo>
                          <a:pt x="20584" y="8029"/>
                          <a:pt x="0" y="33890"/>
                          <a:pt x="0" y="64579"/>
                        </a:cubicBezTo>
                        <a:lnTo>
                          <a:pt x="0" y="773906"/>
                        </a:lnTo>
                        <a:cubicBezTo>
                          <a:pt x="0" y="811006"/>
                          <a:pt x="30080" y="841077"/>
                          <a:pt x="67180" y="841077"/>
                        </a:cubicBezTo>
                        <a:lnTo>
                          <a:pt x="577434" y="841077"/>
                        </a:lnTo>
                        <a:cubicBezTo>
                          <a:pt x="614534" y="841077"/>
                          <a:pt x="644614" y="810996"/>
                          <a:pt x="644614" y="773906"/>
                        </a:cubicBezTo>
                        <a:lnTo>
                          <a:pt x="644614" y="64579"/>
                        </a:lnTo>
                        <a:cubicBezTo>
                          <a:pt x="644614" y="33890"/>
                          <a:pt x="624021" y="8029"/>
                          <a:pt x="595922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5" name="Google Shape;2100;p65">
                    <a:extLst>
                      <a:ext uri="{FF2B5EF4-FFF2-40B4-BE49-F238E27FC236}">
                        <a16:creationId xmlns:a16="http://schemas.microsoft.com/office/drawing/2014/main" id="{D8CDB442-E008-371E-F483-402466D7475B}"/>
                      </a:ext>
                    </a:extLst>
                  </p:cNvPr>
                  <p:cNvSpPr/>
                  <p:nvPr/>
                </p:nvSpPr>
                <p:spPr>
                  <a:xfrm>
                    <a:off x="6616588" y="4185494"/>
                    <a:ext cx="647138" cy="5617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7138" h="561746" extrusionOk="0">
                        <a:moveTo>
                          <a:pt x="0" y="0"/>
                        </a:moveTo>
                        <a:lnTo>
                          <a:pt x="647138" y="0"/>
                        </a:lnTo>
                        <a:lnTo>
                          <a:pt x="647138" y="561747"/>
                        </a:lnTo>
                        <a:lnTo>
                          <a:pt x="0" y="5617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" name="Google Shape;2101;p65">
                    <a:extLst>
                      <a:ext uri="{FF2B5EF4-FFF2-40B4-BE49-F238E27FC236}">
                        <a16:creationId xmlns:a16="http://schemas.microsoft.com/office/drawing/2014/main" id="{51FA772F-35E7-9468-3CB8-647370258F4F}"/>
                      </a:ext>
                    </a:extLst>
                  </p:cNvPr>
                  <p:cNvSpPr/>
                  <p:nvPr/>
                </p:nvSpPr>
                <p:spPr>
                  <a:xfrm>
                    <a:off x="6740766" y="4271581"/>
                    <a:ext cx="398764" cy="3987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8764" h="398764" extrusionOk="0">
                        <a:moveTo>
                          <a:pt x="398764" y="199377"/>
                        </a:moveTo>
                        <a:cubicBezTo>
                          <a:pt x="398764" y="309496"/>
                          <a:pt x="309496" y="398764"/>
                          <a:pt x="199377" y="398764"/>
                        </a:cubicBezTo>
                        <a:cubicBezTo>
                          <a:pt x="89268" y="398764"/>
                          <a:pt x="0" y="309496"/>
                          <a:pt x="0" y="199377"/>
                        </a:cubicBezTo>
                        <a:cubicBezTo>
                          <a:pt x="0" y="89268"/>
                          <a:pt x="89268" y="0"/>
                          <a:pt x="199377" y="0"/>
                        </a:cubicBezTo>
                        <a:cubicBezTo>
                          <a:pt x="309506" y="0"/>
                          <a:pt x="398764" y="89268"/>
                          <a:pt x="398764" y="199377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7" name="Google Shape;2102;p65">
                    <a:extLst>
                      <a:ext uri="{FF2B5EF4-FFF2-40B4-BE49-F238E27FC236}">
                        <a16:creationId xmlns:a16="http://schemas.microsoft.com/office/drawing/2014/main" id="{6E487597-7BDD-4E20-239A-5E0EA3FC18FD}"/>
                      </a:ext>
                    </a:extLst>
                  </p:cNvPr>
                  <p:cNvSpPr/>
                  <p:nvPr/>
                </p:nvSpPr>
                <p:spPr>
                  <a:xfrm>
                    <a:off x="6636086" y="4203925"/>
                    <a:ext cx="73942" cy="4753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942" h="475335" extrusionOk="0">
                        <a:moveTo>
                          <a:pt x="73943" y="454152"/>
                        </a:moveTo>
                        <a:cubicBezTo>
                          <a:pt x="73943" y="465849"/>
                          <a:pt x="64456" y="475336"/>
                          <a:pt x="52769" y="475336"/>
                        </a:cubicBezTo>
                        <a:lnTo>
                          <a:pt x="21174" y="475336"/>
                        </a:lnTo>
                        <a:cubicBezTo>
                          <a:pt x="9477" y="475336"/>
                          <a:pt x="0" y="465849"/>
                          <a:pt x="0" y="454152"/>
                        </a:cubicBezTo>
                        <a:lnTo>
                          <a:pt x="0" y="21174"/>
                        </a:lnTo>
                        <a:cubicBezTo>
                          <a:pt x="0" y="9477"/>
                          <a:pt x="9477" y="0"/>
                          <a:pt x="21174" y="0"/>
                        </a:cubicBezTo>
                        <a:lnTo>
                          <a:pt x="52769" y="0"/>
                        </a:lnTo>
                        <a:cubicBezTo>
                          <a:pt x="64465" y="0"/>
                          <a:pt x="73943" y="9477"/>
                          <a:pt x="73943" y="21174"/>
                        </a:cubicBezTo>
                        <a:lnTo>
                          <a:pt x="73943" y="454152"/>
                        </a:lnTo>
                        <a:close/>
                      </a:path>
                    </a:pathLst>
                  </a:custGeom>
                  <a:solidFill>
                    <a:srgbClr val="CF82B0">
                      <a:alpha val="20000"/>
                    </a:srgbClr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39" name="Google Shape;2103;p65">
                  <a:extLst>
                    <a:ext uri="{FF2B5EF4-FFF2-40B4-BE49-F238E27FC236}">
                      <a16:creationId xmlns:a16="http://schemas.microsoft.com/office/drawing/2014/main" id="{43CD1622-BC74-4B5C-A9B6-05EA289AA468}"/>
                    </a:ext>
                  </a:extLst>
                </p:cNvPr>
                <p:cNvGrpSpPr/>
                <p:nvPr/>
              </p:nvGrpSpPr>
              <p:grpSpPr>
                <a:xfrm>
                  <a:off x="6822909" y="4353725"/>
                  <a:ext cx="234476" cy="234476"/>
                  <a:chOff x="6822909" y="4353725"/>
                  <a:chExt cx="234476" cy="234476"/>
                </a:xfrm>
              </p:grpSpPr>
              <p:sp>
                <p:nvSpPr>
                  <p:cNvPr id="840" name="Google Shape;2104;p65">
                    <a:extLst>
                      <a:ext uri="{FF2B5EF4-FFF2-40B4-BE49-F238E27FC236}">
                        <a16:creationId xmlns:a16="http://schemas.microsoft.com/office/drawing/2014/main" id="{9E4BAAD1-98FF-615A-A33A-BB9FBCDEE234}"/>
                      </a:ext>
                    </a:extLst>
                  </p:cNvPr>
                  <p:cNvSpPr/>
                  <p:nvPr/>
                </p:nvSpPr>
                <p:spPr>
                  <a:xfrm>
                    <a:off x="6905120" y="4353725"/>
                    <a:ext cx="70065" cy="2344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065" h="234476" extrusionOk="0">
                        <a:moveTo>
                          <a:pt x="0" y="0"/>
                        </a:moveTo>
                        <a:lnTo>
                          <a:pt x="70066" y="0"/>
                        </a:lnTo>
                        <a:lnTo>
                          <a:pt x="70066" y="234477"/>
                        </a:lnTo>
                        <a:lnTo>
                          <a:pt x="0" y="23447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1" name="Google Shape;2105;p65">
                    <a:extLst>
                      <a:ext uri="{FF2B5EF4-FFF2-40B4-BE49-F238E27FC236}">
                        <a16:creationId xmlns:a16="http://schemas.microsoft.com/office/drawing/2014/main" id="{91D27B74-DA93-97C1-D2E3-3CFEBE447C80}"/>
                      </a:ext>
                    </a:extLst>
                  </p:cNvPr>
                  <p:cNvSpPr/>
                  <p:nvPr/>
                </p:nvSpPr>
                <p:spPr>
                  <a:xfrm>
                    <a:off x="6822909" y="4435925"/>
                    <a:ext cx="234476" cy="70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476" h="70075" extrusionOk="0">
                        <a:moveTo>
                          <a:pt x="0" y="0"/>
                        </a:moveTo>
                        <a:lnTo>
                          <a:pt x="234477" y="0"/>
                        </a:lnTo>
                        <a:lnTo>
                          <a:pt x="234477" y="70075"/>
                        </a:lnTo>
                        <a:lnTo>
                          <a:pt x="0" y="70075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65" name="Google Shape;2106;p65">
              <a:extLst>
                <a:ext uri="{FF2B5EF4-FFF2-40B4-BE49-F238E27FC236}">
                  <a16:creationId xmlns:a16="http://schemas.microsoft.com/office/drawing/2014/main" id="{ECD5F0BA-1AD1-F517-B714-801AA87801D6}"/>
                </a:ext>
              </a:extLst>
            </p:cNvPr>
            <p:cNvGrpSpPr/>
            <p:nvPr/>
          </p:nvGrpSpPr>
          <p:grpSpPr>
            <a:xfrm>
              <a:off x="5952296" y="2548540"/>
              <a:ext cx="2478619" cy="1822919"/>
              <a:chOff x="2943439" y="1325451"/>
              <a:chExt cx="3276863" cy="2409994"/>
            </a:xfrm>
          </p:grpSpPr>
          <p:grpSp>
            <p:nvGrpSpPr>
              <p:cNvPr id="566" name="Google Shape;2107;p65">
                <a:extLst>
                  <a:ext uri="{FF2B5EF4-FFF2-40B4-BE49-F238E27FC236}">
                    <a16:creationId xmlns:a16="http://schemas.microsoft.com/office/drawing/2014/main" id="{922A7815-4936-9CF3-13CE-5DF87618C371}"/>
                  </a:ext>
                </a:extLst>
              </p:cNvPr>
              <p:cNvGrpSpPr/>
              <p:nvPr/>
            </p:nvGrpSpPr>
            <p:grpSpPr>
              <a:xfrm>
                <a:off x="3256742" y="1549599"/>
                <a:ext cx="2963560" cy="2015513"/>
                <a:chOff x="4342323" y="2066132"/>
                <a:chExt cx="3951413" cy="2687351"/>
              </a:xfrm>
            </p:grpSpPr>
            <p:grpSp>
              <p:nvGrpSpPr>
                <p:cNvPr id="772" name="Google Shape;2108;p65">
                  <a:extLst>
                    <a:ext uri="{FF2B5EF4-FFF2-40B4-BE49-F238E27FC236}">
                      <a16:creationId xmlns:a16="http://schemas.microsoft.com/office/drawing/2014/main" id="{3C7B8D1A-E088-08C9-7866-7793F05897A8}"/>
                    </a:ext>
                  </a:extLst>
                </p:cNvPr>
                <p:cNvGrpSpPr/>
                <p:nvPr/>
              </p:nvGrpSpPr>
              <p:grpSpPr>
                <a:xfrm>
                  <a:off x="7308012" y="4353400"/>
                  <a:ext cx="669862" cy="400083"/>
                  <a:chOff x="7308012" y="4353400"/>
                  <a:chExt cx="669862" cy="400083"/>
                </a:xfrm>
              </p:grpSpPr>
              <p:sp>
                <p:nvSpPr>
                  <p:cNvPr id="818" name="Google Shape;2109;p65">
                    <a:extLst>
                      <a:ext uri="{FF2B5EF4-FFF2-40B4-BE49-F238E27FC236}">
                        <a16:creationId xmlns:a16="http://schemas.microsoft.com/office/drawing/2014/main" id="{26D02951-3EC7-E066-3810-DE126DF43FE6}"/>
                      </a:ext>
                    </a:extLst>
                  </p:cNvPr>
                  <p:cNvSpPr/>
                  <p:nvPr/>
                </p:nvSpPr>
                <p:spPr>
                  <a:xfrm>
                    <a:off x="7442795" y="4353400"/>
                    <a:ext cx="534067" cy="4000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4067" h="400083" extrusionOk="0">
                        <a:moveTo>
                          <a:pt x="160269" y="2087"/>
                        </a:moveTo>
                        <a:cubicBezTo>
                          <a:pt x="172985" y="4115"/>
                          <a:pt x="185624" y="7440"/>
                          <a:pt x="197702" y="11278"/>
                        </a:cubicBezTo>
                        <a:cubicBezTo>
                          <a:pt x="366256" y="64856"/>
                          <a:pt x="488681" y="206407"/>
                          <a:pt x="534068" y="375047"/>
                        </a:cubicBezTo>
                        <a:cubicBezTo>
                          <a:pt x="378496" y="432235"/>
                          <a:pt x="182481" y="387620"/>
                          <a:pt x="59561" y="280188"/>
                        </a:cubicBezTo>
                        <a:cubicBezTo>
                          <a:pt x="33310" y="257252"/>
                          <a:pt x="8659" y="229458"/>
                          <a:pt x="1906" y="195254"/>
                        </a:cubicBezTo>
                        <a:cubicBezTo>
                          <a:pt x="-5952" y="155458"/>
                          <a:pt x="11812" y="115415"/>
                          <a:pt x="30938" y="79639"/>
                        </a:cubicBezTo>
                        <a:cubicBezTo>
                          <a:pt x="45474" y="52445"/>
                          <a:pt x="62485" y="24432"/>
                          <a:pt x="89860" y="10240"/>
                        </a:cubicBezTo>
                        <a:cubicBezTo>
                          <a:pt x="111386" y="-904"/>
                          <a:pt x="135961" y="-1790"/>
                          <a:pt x="160269" y="2087"/>
                        </a:cubicBezTo>
                        <a:close/>
                      </a:path>
                    </a:pathLst>
                  </a:custGeom>
                  <a:solidFill>
                    <a:srgbClr val="2CBF7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9" name="Google Shape;2110;p65">
                    <a:extLst>
                      <a:ext uri="{FF2B5EF4-FFF2-40B4-BE49-F238E27FC236}">
                        <a16:creationId xmlns:a16="http://schemas.microsoft.com/office/drawing/2014/main" id="{6DBDE401-530C-1C37-213B-B793AB7093BE}"/>
                      </a:ext>
                    </a:extLst>
                  </p:cNvPr>
                  <p:cNvSpPr/>
                  <p:nvPr/>
                </p:nvSpPr>
                <p:spPr>
                  <a:xfrm>
                    <a:off x="7308012" y="4363457"/>
                    <a:ext cx="666395" cy="365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6395" h="365162" extrusionOk="0">
                        <a:moveTo>
                          <a:pt x="415" y="1878"/>
                        </a:moveTo>
                        <a:cubicBezTo>
                          <a:pt x="501" y="1945"/>
                          <a:pt x="596" y="2002"/>
                          <a:pt x="701" y="2031"/>
                        </a:cubicBezTo>
                        <a:cubicBezTo>
                          <a:pt x="119763" y="43569"/>
                          <a:pt x="236483" y="95423"/>
                          <a:pt x="347630" y="156174"/>
                        </a:cubicBezTo>
                        <a:cubicBezTo>
                          <a:pt x="458777" y="216924"/>
                          <a:pt x="565457" y="287152"/>
                          <a:pt x="664708" y="364933"/>
                        </a:cubicBezTo>
                        <a:cubicBezTo>
                          <a:pt x="665203" y="365305"/>
                          <a:pt x="665822" y="365209"/>
                          <a:pt x="666175" y="364752"/>
                        </a:cubicBezTo>
                        <a:cubicBezTo>
                          <a:pt x="666527" y="364295"/>
                          <a:pt x="666451" y="363638"/>
                          <a:pt x="665994" y="363285"/>
                        </a:cubicBezTo>
                        <a:cubicBezTo>
                          <a:pt x="566657" y="285428"/>
                          <a:pt x="459882" y="215133"/>
                          <a:pt x="348630" y="154335"/>
                        </a:cubicBezTo>
                        <a:cubicBezTo>
                          <a:pt x="237388" y="93537"/>
                          <a:pt x="120554" y="41626"/>
                          <a:pt x="1387" y="59"/>
                        </a:cubicBezTo>
                        <a:cubicBezTo>
                          <a:pt x="844" y="-131"/>
                          <a:pt x="244" y="154"/>
                          <a:pt x="53" y="697"/>
                        </a:cubicBezTo>
                        <a:cubicBezTo>
                          <a:pt x="-90" y="1135"/>
                          <a:pt x="63" y="1612"/>
                          <a:pt x="415" y="187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0" name="Google Shape;2111;p65">
                    <a:extLst>
                      <a:ext uri="{FF2B5EF4-FFF2-40B4-BE49-F238E27FC236}">
                        <a16:creationId xmlns:a16="http://schemas.microsoft.com/office/drawing/2014/main" id="{6BE2846C-CB0A-8636-25B1-4736C5AF0FC9}"/>
                      </a:ext>
                    </a:extLst>
                  </p:cNvPr>
                  <p:cNvSpPr/>
                  <p:nvPr/>
                </p:nvSpPr>
                <p:spPr>
                  <a:xfrm>
                    <a:off x="7805670" y="4608042"/>
                    <a:ext cx="83143" cy="141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143" h="141329" extrusionOk="0">
                        <a:moveTo>
                          <a:pt x="81468" y="141113"/>
                        </a:moveTo>
                        <a:cubicBezTo>
                          <a:pt x="81811" y="141380"/>
                          <a:pt x="82297" y="141409"/>
                          <a:pt x="82678" y="141152"/>
                        </a:cubicBezTo>
                        <a:cubicBezTo>
                          <a:pt x="83154" y="140837"/>
                          <a:pt x="83287" y="140180"/>
                          <a:pt x="82973" y="139704"/>
                        </a:cubicBezTo>
                        <a:lnTo>
                          <a:pt x="70057" y="120254"/>
                        </a:lnTo>
                        <a:cubicBezTo>
                          <a:pt x="43577" y="80392"/>
                          <a:pt x="20041" y="39015"/>
                          <a:pt x="1991" y="601"/>
                        </a:cubicBezTo>
                        <a:cubicBezTo>
                          <a:pt x="1744" y="77"/>
                          <a:pt x="1125" y="-142"/>
                          <a:pt x="601" y="96"/>
                        </a:cubicBezTo>
                        <a:cubicBezTo>
                          <a:pt x="77" y="344"/>
                          <a:pt x="-142" y="963"/>
                          <a:pt x="96" y="1487"/>
                        </a:cubicBezTo>
                        <a:cubicBezTo>
                          <a:pt x="18194" y="39996"/>
                          <a:pt x="41787" y="81458"/>
                          <a:pt x="68314" y="121406"/>
                        </a:cubicBezTo>
                        <a:lnTo>
                          <a:pt x="81230" y="140856"/>
                        </a:lnTo>
                        <a:cubicBezTo>
                          <a:pt x="81297" y="140961"/>
                          <a:pt x="81382" y="141047"/>
                          <a:pt x="81468" y="14111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" name="Google Shape;2112;p65">
                    <a:extLst>
                      <a:ext uri="{FF2B5EF4-FFF2-40B4-BE49-F238E27FC236}">
                        <a16:creationId xmlns:a16="http://schemas.microsoft.com/office/drawing/2014/main" id="{E0256C3A-0322-9398-0F17-71010EB77352}"/>
                      </a:ext>
                    </a:extLst>
                  </p:cNvPr>
                  <p:cNvSpPr/>
                  <p:nvPr/>
                </p:nvSpPr>
                <p:spPr>
                  <a:xfrm>
                    <a:off x="7668616" y="4524252"/>
                    <a:ext cx="111073" cy="227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073" h="227429" extrusionOk="0">
                        <a:moveTo>
                          <a:pt x="109393" y="227218"/>
                        </a:moveTo>
                        <a:cubicBezTo>
                          <a:pt x="109784" y="227513"/>
                          <a:pt x="110346" y="227504"/>
                          <a:pt x="110727" y="227161"/>
                        </a:cubicBezTo>
                        <a:cubicBezTo>
                          <a:pt x="111155" y="226779"/>
                          <a:pt x="111194" y="226113"/>
                          <a:pt x="110803" y="225684"/>
                        </a:cubicBezTo>
                        <a:cubicBezTo>
                          <a:pt x="98849" y="212378"/>
                          <a:pt x="89029" y="193709"/>
                          <a:pt x="80361" y="177230"/>
                        </a:cubicBezTo>
                        <a:cubicBezTo>
                          <a:pt x="78371" y="173440"/>
                          <a:pt x="76485" y="169868"/>
                          <a:pt x="74589" y="166363"/>
                        </a:cubicBezTo>
                        <a:cubicBezTo>
                          <a:pt x="47395" y="116128"/>
                          <a:pt x="17515" y="57177"/>
                          <a:pt x="2056" y="770"/>
                        </a:cubicBezTo>
                        <a:cubicBezTo>
                          <a:pt x="1904" y="218"/>
                          <a:pt x="1332" y="-115"/>
                          <a:pt x="770" y="37"/>
                        </a:cubicBezTo>
                        <a:cubicBezTo>
                          <a:pt x="218" y="189"/>
                          <a:pt x="-115" y="761"/>
                          <a:pt x="37" y="1323"/>
                        </a:cubicBezTo>
                        <a:cubicBezTo>
                          <a:pt x="15553" y="57930"/>
                          <a:pt x="45500" y="117023"/>
                          <a:pt x="72751" y="167363"/>
                        </a:cubicBezTo>
                        <a:cubicBezTo>
                          <a:pt x="74637" y="170849"/>
                          <a:pt x="76513" y="174421"/>
                          <a:pt x="78504" y="178202"/>
                        </a:cubicBezTo>
                        <a:cubicBezTo>
                          <a:pt x="87229" y="194785"/>
                          <a:pt x="97116" y="213588"/>
                          <a:pt x="109241" y="227084"/>
                        </a:cubicBezTo>
                        <a:cubicBezTo>
                          <a:pt x="109289" y="227132"/>
                          <a:pt x="109336" y="227180"/>
                          <a:pt x="109393" y="22721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2" name="Google Shape;2113;p65">
                    <a:extLst>
                      <a:ext uri="{FF2B5EF4-FFF2-40B4-BE49-F238E27FC236}">
                        <a16:creationId xmlns:a16="http://schemas.microsoft.com/office/drawing/2014/main" id="{9A62914F-BE7C-2432-AD3D-A30FA8CAA518}"/>
                      </a:ext>
                    </a:extLst>
                  </p:cNvPr>
                  <p:cNvSpPr/>
                  <p:nvPr/>
                </p:nvSpPr>
                <p:spPr>
                  <a:xfrm>
                    <a:off x="7521642" y="4451259"/>
                    <a:ext cx="127116" cy="2701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116" h="270183" extrusionOk="0">
                        <a:moveTo>
                          <a:pt x="125437" y="269968"/>
                        </a:moveTo>
                        <a:cubicBezTo>
                          <a:pt x="125789" y="270235"/>
                          <a:pt x="126285" y="270264"/>
                          <a:pt x="126675" y="269997"/>
                        </a:cubicBezTo>
                        <a:cubicBezTo>
                          <a:pt x="127142" y="269664"/>
                          <a:pt x="127256" y="269016"/>
                          <a:pt x="126932" y="268540"/>
                        </a:cubicBezTo>
                        <a:cubicBezTo>
                          <a:pt x="86994" y="211685"/>
                          <a:pt x="56476" y="148010"/>
                          <a:pt x="26948" y="86431"/>
                        </a:cubicBezTo>
                        <a:cubicBezTo>
                          <a:pt x="14632" y="60752"/>
                          <a:pt x="678" y="31634"/>
                          <a:pt x="2202" y="1097"/>
                        </a:cubicBezTo>
                        <a:cubicBezTo>
                          <a:pt x="2231" y="525"/>
                          <a:pt x="1793" y="30"/>
                          <a:pt x="1212" y="1"/>
                        </a:cubicBezTo>
                        <a:cubicBezTo>
                          <a:pt x="640" y="-27"/>
                          <a:pt x="145" y="420"/>
                          <a:pt x="117" y="992"/>
                        </a:cubicBezTo>
                        <a:cubicBezTo>
                          <a:pt x="-1427" y="32062"/>
                          <a:pt x="12652" y="61428"/>
                          <a:pt x="25072" y="87336"/>
                        </a:cubicBezTo>
                        <a:cubicBezTo>
                          <a:pt x="54628" y="148991"/>
                          <a:pt x="85194" y="212742"/>
                          <a:pt x="125227" y="269740"/>
                        </a:cubicBezTo>
                        <a:cubicBezTo>
                          <a:pt x="125275" y="269826"/>
                          <a:pt x="125351" y="269902"/>
                          <a:pt x="125437" y="26996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3" name="Google Shape;2114;p65">
                    <a:extLst>
                      <a:ext uri="{FF2B5EF4-FFF2-40B4-BE49-F238E27FC236}">
                        <a16:creationId xmlns:a16="http://schemas.microsoft.com/office/drawing/2014/main" id="{D2F431A1-C992-D1DD-8CA0-2472C0C85916}"/>
                      </a:ext>
                    </a:extLst>
                  </p:cNvPr>
                  <p:cNvSpPr/>
                  <p:nvPr/>
                </p:nvSpPr>
                <p:spPr>
                  <a:xfrm>
                    <a:off x="7805676" y="4607197"/>
                    <a:ext cx="134999" cy="22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999" h="22988" extrusionOk="0">
                        <a:moveTo>
                          <a:pt x="404" y="2722"/>
                        </a:moveTo>
                        <a:cubicBezTo>
                          <a:pt x="604" y="2874"/>
                          <a:pt x="851" y="2950"/>
                          <a:pt x="1118" y="2931"/>
                        </a:cubicBezTo>
                        <a:cubicBezTo>
                          <a:pt x="44266" y="-412"/>
                          <a:pt x="87596" y="6122"/>
                          <a:pt x="133592" y="22924"/>
                        </a:cubicBezTo>
                        <a:cubicBezTo>
                          <a:pt x="134135" y="23124"/>
                          <a:pt x="134735" y="22838"/>
                          <a:pt x="134935" y="22305"/>
                        </a:cubicBezTo>
                        <a:cubicBezTo>
                          <a:pt x="135135" y="21762"/>
                          <a:pt x="134859" y="21162"/>
                          <a:pt x="134316" y="20962"/>
                        </a:cubicBezTo>
                        <a:cubicBezTo>
                          <a:pt x="88034" y="4065"/>
                          <a:pt x="44419" y="-2517"/>
                          <a:pt x="966" y="855"/>
                        </a:cubicBezTo>
                        <a:cubicBezTo>
                          <a:pt x="394" y="903"/>
                          <a:pt x="-44" y="1398"/>
                          <a:pt x="4" y="1979"/>
                        </a:cubicBezTo>
                        <a:cubicBezTo>
                          <a:pt x="13" y="2284"/>
                          <a:pt x="175" y="2550"/>
                          <a:pt x="404" y="272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4" name="Google Shape;2115;p65">
                    <a:extLst>
                      <a:ext uri="{FF2B5EF4-FFF2-40B4-BE49-F238E27FC236}">
                        <a16:creationId xmlns:a16="http://schemas.microsoft.com/office/drawing/2014/main" id="{2D8926F6-1900-5452-769D-F4A5130F1D73}"/>
                      </a:ext>
                    </a:extLst>
                  </p:cNvPr>
                  <p:cNvSpPr/>
                  <p:nvPr/>
                </p:nvSpPr>
                <p:spPr>
                  <a:xfrm>
                    <a:off x="7668567" y="4488077"/>
                    <a:ext cx="174547" cy="385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547" h="38569" extrusionOk="0">
                        <a:moveTo>
                          <a:pt x="410" y="38354"/>
                        </a:moveTo>
                        <a:cubicBezTo>
                          <a:pt x="782" y="38640"/>
                          <a:pt x="1315" y="38650"/>
                          <a:pt x="1696" y="38335"/>
                        </a:cubicBezTo>
                        <a:cubicBezTo>
                          <a:pt x="4697" y="35916"/>
                          <a:pt x="40034" y="26896"/>
                          <a:pt x="82135" y="17780"/>
                        </a:cubicBezTo>
                        <a:cubicBezTo>
                          <a:pt x="117349" y="10161"/>
                          <a:pt x="162402" y="1483"/>
                          <a:pt x="173442" y="2121"/>
                        </a:cubicBezTo>
                        <a:cubicBezTo>
                          <a:pt x="174013" y="2150"/>
                          <a:pt x="174508" y="1712"/>
                          <a:pt x="174546" y="1140"/>
                        </a:cubicBezTo>
                        <a:cubicBezTo>
                          <a:pt x="174575" y="569"/>
                          <a:pt x="174137" y="73"/>
                          <a:pt x="173565" y="35"/>
                        </a:cubicBezTo>
                        <a:cubicBezTo>
                          <a:pt x="151629" y="-1212"/>
                          <a:pt x="7497" y="30992"/>
                          <a:pt x="391" y="36707"/>
                        </a:cubicBezTo>
                        <a:cubicBezTo>
                          <a:pt x="-57" y="37069"/>
                          <a:pt x="-133" y="37726"/>
                          <a:pt x="229" y="38173"/>
                        </a:cubicBezTo>
                        <a:cubicBezTo>
                          <a:pt x="277" y="38250"/>
                          <a:pt x="344" y="38307"/>
                          <a:pt x="410" y="3835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5" name="Google Shape;2116;p65">
                    <a:extLst>
                      <a:ext uri="{FF2B5EF4-FFF2-40B4-BE49-F238E27FC236}">
                        <a16:creationId xmlns:a16="http://schemas.microsoft.com/office/drawing/2014/main" id="{174D61FA-800E-8668-252B-04ED8C5A6D36}"/>
                      </a:ext>
                    </a:extLst>
                  </p:cNvPr>
                  <p:cNvSpPr/>
                  <p:nvPr/>
                </p:nvSpPr>
                <p:spPr>
                  <a:xfrm>
                    <a:off x="7513116" y="4387581"/>
                    <a:ext cx="191742" cy="640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1742" h="64016" extrusionOk="0">
                        <a:moveTo>
                          <a:pt x="423" y="63804"/>
                        </a:moveTo>
                        <a:cubicBezTo>
                          <a:pt x="680" y="63994"/>
                          <a:pt x="1013" y="64070"/>
                          <a:pt x="1347" y="63975"/>
                        </a:cubicBezTo>
                        <a:cubicBezTo>
                          <a:pt x="43704" y="51669"/>
                          <a:pt x="85233" y="35229"/>
                          <a:pt x="120276" y="20779"/>
                        </a:cubicBezTo>
                        <a:lnTo>
                          <a:pt x="121133" y="20427"/>
                        </a:lnTo>
                        <a:cubicBezTo>
                          <a:pt x="143488" y="11207"/>
                          <a:pt x="166605" y="1672"/>
                          <a:pt x="190675" y="2110"/>
                        </a:cubicBezTo>
                        <a:cubicBezTo>
                          <a:pt x="191256" y="2120"/>
                          <a:pt x="191732" y="1663"/>
                          <a:pt x="191742" y="1082"/>
                        </a:cubicBezTo>
                        <a:cubicBezTo>
                          <a:pt x="191752" y="510"/>
                          <a:pt x="191294" y="34"/>
                          <a:pt x="190713" y="15"/>
                        </a:cubicBezTo>
                        <a:cubicBezTo>
                          <a:pt x="166205" y="-433"/>
                          <a:pt x="142888" y="9187"/>
                          <a:pt x="120333" y="18493"/>
                        </a:cubicBezTo>
                        <a:lnTo>
                          <a:pt x="119476" y="18846"/>
                        </a:lnTo>
                        <a:cubicBezTo>
                          <a:pt x="84490" y="33276"/>
                          <a:pt x="43019" y="49688"/>
                          <a:pt x="756" y="61975"/>
                        </a:cubicBezTo>
                        <a:cubicBezTo>
                          <a:pt x="204" y="62137"/>
                          <a:pt x="-120" y="62718"/>
                          <a:pt x="42" y="63271"/>
                        </a:cubicBezTo>
                        <a:cubicBezTo>
                          <a:pt x="118" y="63489"/>
                          <a:pt x="251" y="63670"/>
                          <a:pt x="423" y="6380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6" name="Google Shape;2117;p65">
                    <a:extLst>
                      <a:ext uri="{FF2B5EF4-FFF2-40B4-BE49-F238E27FC236}">
                        <a16:creationId xmlns:a16="http://schemas.microsoft.com/office/drawing/2014/main" id="{A7339F40-363A-40BC-2454-20A5C9F4F219}"/>
                      </a:ext>
                    </a:extLst>
                  </p:cNvPr>
                  <p:cNvSpPr/>
                  <p:nvPr/>
                </p:nvSpPr>
                <p:spPr>
                  <a:xfrm>
                    <a:off x="7308012" y="4363457"/>
                    <a:ext cx="669862" cy="3662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9862" h="366280" extrusionOk="0">
                        <a:moveTo>
                          <a:pt x="415" y="1878"/>
                        </a:moveTo>
                        <a:cubicBezTo>
                          <a:pt x="501" y="1945"/>
                          <a:pt x="596" y="2002"/>
                          <a:pt x="701" y="2031"/>
                        </a:cubicBezTo>
                        <a:cubicBezTo>
                          <a:pt x="120078" y="43674"/>
                          <a:pt x="237388" y="95728"/>
                          <a:pt x="349364" y="156736"/>
                        </a:cubicBezTo>
                        <a:cubicBezTo>
                          <a:pt x="461921" y="218058"/>
                          <a:pt x="569191" y="288486"/>
                          <a:pt x="668175" y="366057"/>
                        </a:cubicBezTo>
                        <a:cubicBezTo>
                          <a:pt x="668175" y="366057"/>
                          <a:pt x="668184" y="366067"/>
                          <a:pt x="668184" y="366067"/>
                        </a:cubicBezTo>
                        <a:cubicBezTo>
                          <a:pt x="668642" y="366410"/>
                          <a:pt x="669289" y="366333"/>
                          <a:pt x="669642" y="365886"/>
                        </a:cubicBezTo>
                        <a:cubicBezTo>
                          <a:pt x="669994" y="365429"/>
                          <a:pt x="669918" y="364771"/>
                          <a:pt x="669461" y="364419"/>
                        </a:cubicBezTo>
                        <a:cubicBezTo>
                          <a:pt x="570391" y="286780"/>
                          <a:pt x="463025" y="216286"/>
                          <a:pt x="350364" y="154907"/>
                        </a:cubicBezTo>
                        <a:cubicBezTo>
                          <a:pt x="238283" y="93842"/>
                          <a:pt x="120868" y="41750"/>
                          <a:pt x="1387" y="59"/>
                        </a:cubicBezTo>
                        <a:cubicBezTo>
                          <a:pt x="844" y="-131"/>
                          <a:pt x="244" y="154"/>
                          <a:pt x="53" y="697"/>
                        </a:cubicBezTo>
                        <a:cubicBezTo>
                          <a:pt x="-90" y="1135"/>
                          <a:pt x="63" y="1612"/>
                          <a:pt x="415" y="187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73" name="Google Shape;2118;p65">
                  <a:extLst>
                    <a:ext uri="{FF2B5EF4-FFF2-40B4-BE49-F238E27FC236}">
                      <a16:creationId xmlns:a16="http://schemas.microsoft.com/office/drawing/2014/main" id="{422F9578-2B9C-0C3B-2FAD-E72D5C76267F}"/>
                    </a:ext>
                  </a:extLst>
                </p:cNvPr>
                <p:cNvGrpSpPr/>
                <p:nvPr/>
              </p:nvGrpSpPr>
              <p:grpSpPr>
                <a:xfrm>
                  <a:off x="7244517" y="3467833"/>
                  <a:ext cx="807169" cy="786513"/>
                  <a:chOff x="7244517" y="3467833"/>
                  <a:chExt cx="807169" cy="786513"/>
                </a:xfrm>
              </p:grpSpPr>
              <p:sp>
                <p:nvSpPr>
                  <p:cNvPr id="809" name="Google Shape;2119;p65">
                    <a:extLst>
                      <a:ext uri="{FF2B5EF4-FFF2-40B4-BE49-F238E27FC236}">
                        <a16:creationId xmlns:a16="http://schemas.microsoft.com/office/drawing/2014/main" id="{B4A3D27A-AF62-0D60-936B-251F39B05705}"/>
                      </a:ext>
                    </a:extLst>
                  </p:cNvPr>
                  <p:cNvSpPr/>
                  <p:nvPr/>
                </p:nvSpPr>
                <p:spPr>
                  <a:xfrm>
                    <a:off x="7419746" y="3467833"/>
                    <a:ext cx="631849" cy="691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849" h="691449" extrusionOk="0">
                        <a:moveTo>
                          <a:pt x="28517" y="650053"/>
                        </a:moveTo>
                        <a:cubicBezTo>
                          <a:pt x="34385" y="657273"/>
                          <a:pt x="41281" y="663702"/>
                          <a:pt x="49329" y="669160"/>
                        </a:cubicBezTo>
                        <a:cubicBezTo>
                          <a:pt x="81495" y="690944"/>
                          <a:pt x="123110" y="695468"/>
                          <a:pt x="161286" y="688296"/>
                        </a:cubicBezTo>
                        <a:cubicBezTo>
                          <a:pt x="223913" y="676532"/>
                          <a:pt x="277368" y="636394"/>
                          <a:pt x="323954" y="592922"/>
                        </a:cubicBezTo>
                        <a:cubicBezTo>
                          <a:pt x="490937" y="437112"/>
                          <a:pt x="596093" y="224628"/>
                          <a:pt x="631850" y="0"/>
                        </a:cubicBezTo>
                        <a:cubicBezTo>
                          <a:pt x="545144" y="114443"/>
                          <a:pt x="399297" y="159230"/>
                          <a:pt x="274462" y="217675"/>
                        </a:cubicBezTo>
                        <a:cubicBezTo>
                          <a:pt x="168944" y="267081"/>
                          <a:pt x="62922" y="336623"/>
                          <a:pt x="20526" y="445151"/>
                        </a:cubicBezTo>
                        <a:cubicBezTo>
                          <a:pt x="-1877" y="502491"/>
                          <a:pt x="-14393" y="597227"/>
                          <a:pt x="28517" y="650053"/>
                        </a:cubicBezTo>
                        <a:close/>
                      </a:path>
                    </a:pathLst>
                  </a:custGeom>
                  <a:solidFill>
                    <a:srgbClr val="2CBF7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0" name="Google Shape;2120;p65">
                    <a:extLst>
                      <a:ext uri="{FF2B5EF4-FFF2-40B4-BE49-F238E27FC236}">
                        <a16:creationId xmlns:a16="http://schemas.microsoft.com/office/drawing/2014/main" id="{5782B3E8-11E8-F8A8-0D6A-64F80E97FD2A}"/>
                      </a:ext>
                    </a:extLst>
                  </p:cNvPr>
                  <p:cNvSpPr/>
                  <p:nvPr/>
                </p:nvSpPr>
                <p:spPr>
                  <a:xfrm>
                    <a:off x="7244517" y="3483228"/>
                    <a:ext cx="807169" cy="7711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7169" h="771118" extrusionOk="0">
                        <a:moveTo>
                          <a:pt x="464" y="770942"/>
                        </a:moveTo>
                        <a:cubicBezTo>
                          <a:pt x="759" y="771142"/>
                          <a:pt x="1150" y="771180"/>
                          <a:pt x="1492" y="771018"/>
                        </a:cubicBezTo>
                        <a:cubicBezTo>
                          <a:pt x="131414" y="709448"/>
                          <a:pt x="245428" y="618608"/>
                          <a:pt x="355680" y="530750"/>
                        </a:cubicBezTo>
                        <a:cubicBezTo>
                          <a:pt x="387436" y="505451"/>
                          <a:pt x="420269" y="479286"/>
                          <a:pt x="451263" y="451940"/>
                        </a:cubicBezTo>
                        <a:cubicBezTo>
                          <a:pt x="518919" y="392247"/>
                          <a:pt x="582594" y="323162"/>
                          <a:pt x="645944" y="240733"/>
                        </a:cubicBezTo>
                        <a:cubicBezTo>
                          <a:pt x="698275" y="172629"/>
                          <a:pt x="750967" y="94410"/>
                          <a:pt x="807022" y="1579"/>
                        </a:cubicBezTo>
                        <a:cubicBezTo>
                          <a:pt x="807317" y="1084"/>
                          <a:pt x="807155" y="436"/>
                          <a:pt x="806669" y="150"/>
                        </a:cubicBezTo>
                        <a:cubicBezTo>
                          <a:pt x="806174" y="-145"/>
                          <a:pt x="805536" y="7"/>
                          <a:pt x="805240" y="503"/>
                        </a:cubicBezTo>
                        <a:cubicBezTo>
                          <a:pt x="749224" y="93257"/>
                          <a:pt x="696579" y="171429"/>
                          <a:pt x="644297" y="239466"/>
                        </a:cubicBezTo>
                        <a:cubicBezTo>
                          <a:pt x="581031" y="321790"/>
                          <a:pt x="517443" y="390789"/>
                          <a:pt x="449892" y="450387"/>
                        </a:cubicBezTo>
                        <a:cubicBezTo>
                          <a:pt x="418935" y="477696"/>
                          <a:pt x="386122" y="503842"/>
                          <a:pt x="354384" y="529130"/>
                        </a:cubicBezTo>
                        <a:cubicBezTo>
                          <a:pt x="244218" y="616913"/>
                          <a:pt x="130299" y="707686"/>
                          <a:pt x="597" y="769151"/>
                        </a:cubicBezTo>
                        <a:cubicBezTo>
                          <a:pt x="73" y="769399"/>
                          <a:pt x="-146" y="770018"/>
                          <a:pt x="102" y="770542"/>
                        </a:cubicBezTo>
                        <a:cubicBezTo>
                          <a:pt x="188" y="770694"/>
                          <a:pt x="311" y="770837"/>
                          <a:pt x="464" y="77094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1" name="Google Shape;2121;p65">
                    <a:extLst>
                      <a:ext uri="{FF2B5EF4-FFF2-40B4-BE49-F238E27FC236}">
                        <a16:creationId xmlns:a16="http://schemas.microsoft.com/office/drawing/2014/main" id="{DC97111A-AB09-77C0-E6B8-670895F3AD44}"/>
                      </a:ext>
                    </a:extLst>
                  </p:cNvPr>
                  <p:cNvSpPr/>
                  <p:nvPr/>
                </p:nvSpPr>
                <p:spPr>
                  <a:xfrm>
                    <a:off x="7497590" y="4056116"/>
                    <a:ext cx="244938" cy="448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938" h="44878" extrusionOk="0">
                        <a:moveTo>
                          <a:pt x="461" y="44701"/>
                        </a:moveTo>
                        <a:cubicBezTo>
                          <a:pt x="652" y="44834"/>
                          <a:pt x="890" y="44901"/>
                          <a:pt x="1137" y="44872"/>
                        </a:cubicBezTo>
                        <a:cubicBezTo>
                          <a:pt x="83033" y="37871"/>
                          <a:pt x="164805" y="23460"/>
                          <a:pt x="244167" y="2047"/>
                        </a:cubicBezTo>
                        <a:cubicBezTo>
                          <a:pt x="244730" y="1895"/>
                          <a:pt x="245053" y="1324"/>
                          <a:pt x="244901" y="771"/>
                        </a:cubicBezTo>
                        <a:cubicBezTo>
                          <a:pt x="244749" y="209"/>
                          <a:pt x="244177" y="-115"/>
                          <a:pt x="243625" y="38"/>
                        </a:cubicBezTo>
                        <a:cubicBezTo>
                          <a:pt x="164377" y="21421"/>
                          <a:pt x="82738" y="35814"/>
                          <a:pt x="956" y="42805"/>
                        </a:cubicBezTo>
                        <a:cubicBezTo>
                          <a:pt x="385" y="42853"/>
                          <a:pt x="-44" y="43357"/>
                          <a:pt x="4" y="43938"/>
                        </a:cubicBezTo>
                        <a:cubicBezTo>
                          <a:pt x="32" y="44253"/>
                          <a:pt x="204" y="44529"/>
                          <a:pt x="461" y="44701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2" name="Google Shape;2122;p65">
                    <a:extLst>
                      <a:ext uri="{FF2B5EF4-FFF2-40B4-BE49-F238E27FC236}">
                        <a16:creationId xmlns:a16="http://schemas.microsoft.com/office/drawing/2014/main" id="{0F5E93AA-79B8-15A2-D0E8-D405187EB845}"/>
                      </a:ext>
                    </a:extLst>
                  </p:cNvPr>
                  <p:cNvSpPr/>
                  <p:nvPr/>
                </p:nvSpPr>
                <p:spPr>
                  <a:xfrm>
                    <a:off x="7663571" y="3913146"/>
                    <a:ext cx="209717" cy="484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717" h="48421" extrusionOk="0">
                        <a:moveTo>
                          <a:pt x="462" y="48244"/>
                        </a:moveTo>
                        <a:cubicBezTo>
                          <a:pt x="681" y="48387"/>
                          <a:pt x="948" y="48454"/>
                          <a:pt x="1224" y="48406"/>
                        </a:cubicBezTo>
                        <a:cubicBezTo>
                          <a:pt x="19941" y="45206"/>
                          <a:pt x="169674" y="14430"/>
                          <a:pt x="208984" y="2048"/>
                        </a:cubicBezTo>
                        <a:cubicBezTo>
                          <a:pt x="209536" y="1876"/>
                          <a:pt x="209841" y="1286"/>
                          <a:pt x="209669" y="733"/>
                        </a:cubicBezTo>
                        <a:cubicBezTo>
                          <a:pt x="209498" y="181"/>
                          <a:pt x="208907" y="-124"/>
                          <a:pt x="208355" y="48"/>
                        </a:cubicBezTo>
                        <a:cubicBezTo>
                          <a:pt x="169112" y="12411"/>
                          <a:pt x="19569" y="43148"/>
                          <a:pt x="872" y="46339"/>
                        </a:cubicBezTo>
                        <a:cubicBezTo>
                          <a:pt x="300" y="46434"/>
                          <a:pt x="-81" y="46977"/>
                          <a:pt x="15" y="47549"/>
                        </a:cubicBezTo>
                        <a:cubicBezTo>
                          <a:pt x="72" y="47844"/>
                          <a:pt x="234" y="48092"/>
                          <a:pt x="462" y="4824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3" name="Google Shape;2123;p65">
                    <a:extLst>
                      <a:ext uri="{FF2B5EF4-FFF2-40B4-BE49-F238E27FC236}">
                        <a16:creationId xmlns:a16="http://schemas.microsoft.com/office/drawing/2014/main" id="{F668B85D-5D27-80BA-8E2E-B6DD99F30BC8}"/>
                      </a:ext>
                    </a:extLst>
                  </p:cNvPr>
                  <p:cNvSpPr/>
                  <p:nvPr/>
                </p:nvSpPr>
                <p:spPr>
                  <a:xfrm>
                    <a:off x="7840951" y="3707636"/>
                    <a:ext cx="143931" cy="75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931" h="75082" extrusionOk="0">
                        <a:moveTo>
                          <a:pt x="467" y="74903"/>
                        </a:moveTo>
                        <a:cubicBezTo>
                          <a:pt x="724" y="75075"/>
                          <a:pt x="1048" y="75132"/>
                          <a:pt x="1362" y="75037"/>
                        </a:cubicBezTo>
                        <a:cubicBezTo>
                          <a:pt x="47073" y="60692"/>
                          <a:pt x="108442" y="33917"/>
                          <a:pt x="143590" y="1818"/>
                        </a:cubicBezTo>
                        <a:cubicBezTo>
                          <a:pt x="144018" y="1428"/>
                          <a:pt x="144047" y="770"/>
                          <a:pt x="143656" y="342"/>
                        </a:cubicBezTo>
                        <a:cubicBezTo>
                          <a:pt x="143266" y="-87"/>
                          <a:pt x="142609" y="-116"/>
                          <a:pt x="142180" y="275"/>
                        </a:cubicBezTo>
                        <a:cubicBezTo>
                          <a:pt x="107290" y="32145"/>
                          <a:pt x="46234" y="58768"/>
                          <a:pt x="733" y="73046"/>
                        </a:cubicBezTo>
                        <a:cubicBezTo>
                          <a:pt x="181" y="73217"/>
                          <a:pt x="-124" y="73808"/>
                          <a:pt x="48" y="74351"/>
                        </a:cubicBezTo>
                        <a:cubicBezTo>
                          <a:pt x="133" y="74580"/>
                          <a:pt x="276" y="74770"/>
                          <a:pt x="467" y="7490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4" name="Google Shape;2124;p65">
                    <a:extLst>
                      <a:ext uri="{FF2B5EF4-FFF2-40B4-BE49-F238E27FC236}">
                        <a16:creationId xmlns:a16="http://schemas.microsoft.com/office/drawing/2014/main" id="{BFFEB2BD-633E-6F59-42D1-D0D5A0B9BE0D}"/>
                      </a:ext>
                    </a:extLst>
                  </p:cNvPr>
                  <p:cNvSpPr/>
                  <p:nvPr/>
                </p:nvSpPr>
                <p:spPr>
                  <a:xfrm>
                    <a:off x="7840310" y="3603251"/>
                    <a:ext cx="32986" cy="179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86" h="179550" extrusionOk="0">
                        <a:moveTo>
                          <a:pt x="469" y="179373"/>
                        </a:moveTo>
                        <a:cubicBezTo>
                          <a:pt x="603" y="179468"/>
                          <a:pt x="765" y="179526"/>
                          <a:pt x="936" y="179545"/>
                        </a:cubicBezTo>
                        <a:cubicBezTo>
                          <a:pt x="1508" y="179602"/>
                          <a:pt x="2022" y="179192"/>
                          <a:pt x="2089" y="178621"/>
                        </a:cubicBezTo>
                        <a:lnTo>
                          <a:pt x="10166" y="103688"/>
                        </a:lnTo>
                        <a:cubicBezTo>
                          <a:pt x="14043" y="67683"/>
                          <a:pt x="22549" y="29450"/>
                          <a:pt x="32921" y="1408"/>
                        </a:cubicBezTo>
                        <a:cubicBezTo>
                          <a:pt x="33121" y="865"/>
                          <a:pt x="32845" y="265"/>
                          <a:pt x="32302" y="65"/>
                        </a:cubicBezTo>
                        <a:cubicBezTo>
                          <a:pt x="31759" y="-135"/>
                          <a:pt x="31159" y="141"/>
                          <a:pt x="30959" y="684"/>
                        </a:cubicBezTo>
                        <a:cubicBezTo>
                          <a:pt x="20529" y="28869"/>
                          <a:pt x="11985" y="67293"/>
                          <a:pt x="8080" y="103459"/>
                        </a:cubicBezTo>
                        <a:lnTo>
                          <a:pt x="3" y="178392"/>
                        </a:lnTo>
                        <a:cubicBezTo>
                          <a:pt x="-26" y="178792"/>
                          <a:pt x="155" y="179164"/>
                          <a:pt x="469" y="17937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5" name="Google Shape;2125;p65">
                    <a:extLst>
                      <a:ext uri="{FF2B5EF4-FFF2-40B4-BE49-F238E27FC236}">
                        <a16:creationId xmlns:a16="http://schemas.microsoft.com/office/drawing/2014/main" id="{67B3C5BA-180C-09A6-F142-D7E920CB0C8B}"/>
                      </a:ext>
                    </a:extLst>
                  </p:cNvPr>
                  <p:cNvSpPr/>
                  <p:nvPr/>
                </p:nvSpPr>
                <p:spPr>
                  <a:xfrm>
                    <a:off x="7658089" y="3677948"/>
                    <a:ext cx="51451" cy="2836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451" h="283621" extrusionOk="0">
                        <a:moveTo>
                          <a:pt x="5944" y="283442"/>
                        </a:moveTo>
                        <a:cubicBezTo>
                          <a:pt x="6182" y="283604"/>
                          <a:pt x="6487" y="283661"/>
                          <a:pt x="6782" y="283594"/>
                        </a:cubicBezTo>
                        <a:cubicBezTo>
                          <a:pt x="7344" y="283451"/>
                          <a:pt x="7678" y="282889"/>
                          <a:pt x="7544" y="282327"/>
                        </a:cubicBezTo>
                        <a:cubicBezTo>
                          <a:pt x="-5362" y="230730"/>
                          <a:pt x="6544" y="180686"/>
                          <a:pt x="19155" y="127708"/>
                        </a:cubicBezTo>
                        <a:cubicBezTo>
                          <a:pt x="20889" y="120402"/>
                          <a:pt x="22689" y="112858"/>
                          <a:pt x="24394" y="105400"/>
                        </a:cubicBezTo>
                        <a:cubicBezTo>
                          <a:pt x="28071" y="89293"/>
                          <a:pt x="33062" y="71034"/>
                          <a:pt x="37901" y="53384"/>
                        </a:cubicBezTo>
                        <a:cubicBezTo>
                          <a:pt x="42739" y="35706"/>
                          <a:pt x="47740" y="17418"/>
                          <a:pt x="51426" y="1273"/>
                        </a:cubicBezTo>
                        <a:cubicBezTo>
                          <a:pt x="51550" y="711"/>
                          <a:pt x="51207" y="149"/>
                          <a:pt x="50645" y="25"/>
                        </a:cubicBezTo>
                        <a:cubicBezTo>
                          <a:pt x="50083" y="-99"/>
                          <a:pt x="49521" y="244"/>
                          <a:pt x="49397" y="806"/>
                        </a:cubicBezTo>
                        <a:cubicBezTo>
                          <a:pt x="45721" y="16913"/>
                          <a:pt x="40729" y="35173"/>
                          <a:pt x="35891" y="52832"/>
                        </a:cubicBezTo>
                        <a:cubicBezTo>
                          <a:pt x="31052" y="70510"/>
                          <a:pt x="26052" y="88789"/>
                          <a:pt x="22365" y="104934"/>
                        </a:cubicBezTo>
                        <a:cubicBezTo>
                          <a:pt x="20670" y="112372"/>
                          <a:pt x="18870" y="119916"/>
                          <a:pt x="17136" y="127222"/>
                        </a:cubicBezTo>
                        <a:cubicBezTo>
                          <a:pt x="5020" y="178114"/>
                          <a:pt x="-7505" y="230740"/>
                          <a:pt x="5534" y="282832"/>
                        </a:cubicBezTo>
                        <a:cubicBezTo>
                          <a:pt x="5582" y="283089"/>
                          <a:pt x="5744" y="283299"/>
                          <a:pt x="5944" y="28344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6" name="Google Shape;2126;p65">
                    <a:extLst>
                      <a:ext uri="{FF2B5EF4-FFF2-40B4-BE49-F238E27FC236}">
                        <a16:creationId xmlns:a16="http://schemas.microsoft.com/office/drawing/2014/main" id="{F2892128-42E4-4BCE-C5F6-13B0C57EB839}"/>
                      </a:ext>
                    </a:extLst>
                  </p:cNvPr>
                  <p:cNvSpPr/>
                  <p:nvPr/>
                </p:nvSpPr>
                <p:spPr>
                  <a:xfrm>
                    <a:off x="7502236" y="3796066"/>
                    <a:ext cx="24331" cy="3006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331" h="300684" extrusionOk="0">
                        <a:moveTo>
                          <a:pt x="1988" y="300503"/>
                        </a:moveTo>
                        <a:cubicBezTo>
                          <a:pt x="2169" y="300627"/>
                          <a:pt x="2388" y="300693"/>
                          <a:pt x="2626" y="300684"/>
                        </a:cubicBezTo>
                        <a:cubicBezTo>
                          <a:pt x="3197" y="300655"/>
                          <a:pt x="3645" y="300169"/>
                          <a:pt x="3616" y="299588"/>
                        </a:cubicBezTo>
                        <a:cubicBezTo>
                          <a:pt x="-1308" y="199785"/>
                          <a:pt x="5664" y="99401"/>
                          <a:pt x="24314" y="1237"/>
                        </a:cubicBezTo>
                        <a:cubicBezTo>
                          <a:pt x="24419" y="665"/>
                          <a:pt x="24048" y="122"/>
                          <a:pt x="23485" y="18"/>
                        </a:cubicBezTo>
                        <a:cubicBezTo>
                          <a:pt x="22914" y="-87"/>
                          <a:pt x="22371" y="284"/>
                          <a:pt x="22266" y="846"/>
                        </a:cubicBezTo>
                        <a:cubicBezTo>
                          <a:pt x="3578" y="99173"/>
                          <a:pt x="-3394" y="199719"/>
                          <a:pt x="1530" y="299693"/>
                        </a:cubicBezTo>
                        <a:cubicBezTo>
                          <a:pt x="1540" y="300036"/>
                          <a:pt x="1721" y="300331"/>
                          <a:pt x="1988" y="30050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7" name="Google Shape;2127;p65">
                    <a:extLst>
                      <a:ext uri="{FF2B5EF4-FFF2-40B4-BE49-F238E27FC236}">
                        <a16:creationId xmlns:a16="http://schemas.microsoft.com/office/drawing/2014/main" id="{6B097BE6-C86F-D738-47AF-F9B2BC48F72A}"/>
                      </a:ext>
                    </a:extLst>
                  </p:cNvPr>
                  <p:cNvSpPr/>
                  <p:nvPr/>
                </p:nvSpPr>
                <p:spPr>
                  <a:xfrm>
                    <a:off x="7244517" y="3483228"/>
                    <a:ext cx="807169" cy="7711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7169" h="771118" extrusionOk="0">
                        <a:moveTo>
                          <a:pt x="464" y="770942"/>
                        </a:moveTo>
                        <a:cubicBezTo>
                          <a:pt x="759" y="771142"/>
                          <a:pt x="1150" y="771180"/>
                          <a:pt x="1492" y="771018"/>
                        </a:cubicBezTo>
                        <a:cubicBezTo>
                          <a:pt x="131414" y="709448"/>
                          <a:pt x="245428" y="618608"/>
                          <a:pt x="355680" y="530750"/>
                        </a:cubicBezTo>
                        <a:cubicBezTo>
                          <a:pt x="387436" y="505451"/>
                          <a:pt x="420269" y="479286"/>
                          <a:pt x="451263" y="451940"/>
                        </a:cubicBezTo>
                        <a:cubicBezTo>
                          <a:pt x="518919" y="392247"/>
                          <a:pt x="582594" y="323162"/>
                          <a:pt x="645944" y="240733"/>
                        </a:cubicBezTo>
                        <a:cubicBezTo>
                          <a:pt x="698275" y="172629"/>
                          <a:pt x="750967" y="94410"/>
                          <a:pt x="807022" y="1579"/>
                        </a:cubicBezTo>
                        <a:cubicBezTo>
                          <a:pt x="807317" y="1084"/>
                          <a:pt x="807155" y="436"/>
                          <a:pt x="806669" y="150"/>
                        </a:cubicBezTo>
                        <a:cubicBezTo>
                          <a:pt x="806174" y="-145"/>
                          <a:pt x="805536" y="7"/>
                          <a:pt x="805240" y="503"/>
                        </a:cubicBezTo>
                        <a:cubicBezTo>
                          <a:pt x="749224" y="93257"/>
                          <a:pt x="696579" y="171429"/>
                          <a:pt x="644297" y="239466"/>
                        </a:cubicBezTo>
                        <a:cubicBezTo>
                          <a:pt x="581031" y="321790"/>
                          <a:pt x="517443" y="390789"/>
                          <a:pt x="449892" y="450387"/>
                        </a:cubicBezTo>
                        <a:cubicBezTo>
                          <a:pt x="418935" y="477696"/>
                          <a:pt x="386122" y="503842"/>
                          <a:pt x="354384" y="529130"/>
                        </a:cubicBezTo>
                        <a:cubicBezTo>
                          <a:pt x="244218" y="616913"/>
                          <a:pt x="130299" y="707686"/>
                          <a:pt x="597" y="769151"/>
                        </a:cubicBezTo>
                        <a:cubicBezTo>
                          <a:pt x="73" y="769399"/>
                          <a:pt x="-146" y="770018"/>
                          <a:pt x="102" y="770542"/>
                        </a:cubicBezTo>
                        <a:cubicBezTo>
                          <a:pt x="188" y="770694"/>
                          <a:pt x="311" y="770837"/>
                          <a:pt x="464" y="77094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74" name="Google Shape;2128;p65">
                  <a:extLst>
                    <a:ext uri="{FF2B5EF4-FFF2-40B4-BE49-F238E27FC236}">
                      <a16:creationId xmlns:a16="http://schemas.microsoft.com/office/drawing/2014/main" id="{61DB1965-37FA-92DD-7956-980B3AD3E3DB}"/>
                    </a:ext>
                  </a:extLst>
                </p:cNvPr>
                <p:cNvGrpSpPr/>
                <p:nvPr/>
              </p:nvGrpSpPr>
              <p:grpSpPr>
                <a:xfrm>
                  <a:off x="7020401" y="4071760"/>
                  <a:ext cx="1273335" cy="460424"/>
                  <a:chOff x="7020401" y="4071760"/>
                  <a:chExt cx="1273335" cy="460424"/>
                </a:xfrm>
              </p:grpSpPr>
              <p:sp>
                <p:nvSpPr>
                  <p:cNvPr id="798" name="Google Shape;2129;p65">
                    <a:extLst>
                      <a:ext uri="{FF2B5EF4-FFF2-40B4-BE49-F238E27FC236}">
                        <a16:creationId xmlns:a16="http://schemas.microsoft.com/office/drawing/2014/main" id="{C7BA1E3D-8496-6599-0403-A0B14F4CD8BC}"/>
                      </a:ext>
                    </a:extLst>
                  </p:cNvPr>
                  <p:cNvSpPr/>
                  <p:nvPr/>
                </p:nvSpPr>
                <p:spPr>
                  <a:xfrm>
                    <a:off x="7243143" y="4071760"/>
                    <a:ext cx="1049569" cy="3881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49569" h="388165" extrusionOk="0">
                        <a:moveTo>
                          <a:pt x="7506" y="310739"/>
                        </a:moveTo>
                        <a:cubicBezTo>
                          <a:pt x="89440" y="134079"/>
                          <a:pt x="282750" y="28599"/>
                          <a:pt x="476155" y="5806"/>
                        </a:cubicBezTo>
                        <a:cubicBezTo>
                          <a:pt x="669550" y="-16987"/>
                          <a:pt x="864194" y="30685"/>
                          <a:pt x="1049569" y="90340"/>
                        </a:cubicBezTo>
                        <a:cubicBezTo>
                          <a:pt x="949433" y="79634"/>
                          <a:pt x="846725" y="93807"/>
                          <a:pt x="753228" y="131241"/>
                        </a:cubicBezTo>
                        <a:cubicBezTo>
                          <a:pt x="624850" y="182638"/>
                          <a:pt x="517207" y="275316"/>
                          <a:pt x="392678" y="335447"/>
                        </a:cubicBezTo>
                        <a:cubicBezTo>
                          <a:pt x="268148" y="395569"/>
                          <a:pt x="107414" y="417229"/>
                          <a:pt x="0" y="330132"/>
                        </a:cubicBezTo>
                        <a:lnTo>
                          <a:pt x="7506" y="310739"/>
                        </a:ln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9" name="Google Shape;2130;p65">
                    <a:extLst>
                      <a:ext uri="{FF2B5EF4-FFF2-40B4-BE49-F238E27FC236}">
                        <a16:creationId xmlns:a16="http://schemas.microsoft.com/office/drawing/2014/main" id="{5A4D5F78-30E8-C338-2E95-1E7B761746CE}"/>
                      </a:ext>
                    </a:extLst>
                  </p:cNvPr>
                  <p:cNvSpPr/>
                  <p:nvPr/>
                </p:nvSpPr>
                <p:spPr>
                  <a:xfrm>
                    <a:off x="7020401" y="4135416"/>
                    <a:ext cx="1273335" cy="396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335" h="396768" extrusionOk="0">
                        <a:moveTo>
                          <a:pt x="0" y="395816"/>
                        </a:moveTo>
                        <a:cubicBezTo>
                          <a:pt x="781" y="396140"/>
                          <a:pt x="1572" y="396454"/>
                          <a:pt x="2353" y="396769"/>
                        </a:cubicBezTo>
                        <a:cubicBezTo>
                          <a:pt x="16240" y="387472"/>
                          <a:pt x="31233" y="377605"/>
                          <a:pt x="47225" y="367299"/>
                        </a:cubicBezTo>
                        <a:cubicBezTo>
                          <a:pt x="52816" y="363708"/>
                          <a:pt x="58522" y="360050"/>
                          <a:pt x="64351" y="356354"/>
                        </a:cubicBezTo>
                        <a:cubicBezTo>
                          <a:pt x="72990" y="350868"/>
                          <a:pt x="81896" y="345267"/>
                          <a:pt x="91040" y="339590"/>
                        </a:cubicBezTo>
                        <a:cubicBezTo>
                          <a:pt x="103356" y="331942"/>
                          <a:pt x="116110" y="324131"/>
                          <a:pt x="129283" y="316216"/>
                        </a:cubicBezTo>
                        <a:cubicBezTo>
                          <a:pt x="142742" y="308129"/>
                          <a:pt x="156191" y="300166"/>
                          <a:pt x="169631" y="292356"/>
                        </a:cubicBezTo>
                        <a:cubicBezTo>
                          <a:pt x="171393" y="291337"/>
                          <a:pt x="173155" y="290308"/>
                          <a:pt x="174917" y="289298"/>
                        </a:cubicBezTo>
                        <a:cubicBezTo>
                          <a:pt x="175946" y="288698"/>
                          <a:pt x="176975" y="288107"/>
                          <a:pt x="177994" y="287517"/>
                        </a:cubicBezTo>
                        <a:lnTo>
                          <a:pt x="178003" y="287517"/>
                        </a:lnTo>
                        <a:cubicBezTo>
                          <a:pt x="181280" y="285622"/>
                          <a:pt x="184556" y="283736"/>
                          <a:pt x="187843" y="281869"/>
                        </a:cubicBezTo>
                        <a:cubicBezTo>
                          <a:pt x="193967" y="278364"/>
                          <a:pt x="200092" y="274877"/>
                          <a:pt x="206216" y="271439"/>
                        </a:cubicBezTo>
                        <a:cubicBezTo>
                          <a:pt x="206226" y="271439"/>
                          <a:pt x="206235" y="271429"/>
                          <a:pt x="206245" y="271429"/>
                        </a:cubicBezTo>
                        <a:cubicBezTo>
                          <a:pt x="212455" y="267934"/>
                          <a:pt x="218656" y="264476"/>
                          <a:pt x="224847" y="261047"/>
                        </a:cubicBezTo>
                        <a:cubicBezTo>
                          <a:pt x="225247" y="260818"/>
                          <a:pt x="225657" y="260599"/>
                          <a:pt x="226057" y="260380"/>
                        </a:cubicBezTo>
                        <a:cubicBezTo>
                          <a:pt x="271034" y="235530"/>
                          <a:pt x="315792" y="212336"/>
                          <a:pt x="359969" y="191010"/>
                        </a:cubicBezTo>
                        <a:cubicBezTo>
                          <a:pt x="362341" y="189857"/>
                          <a:pt x="364703" y="188724"/>
                          <a:pt x="367084" y="187590"/>
                        </a:cubicBezTo>
                        <a:cubicBezTo>
                          <a:pt x="371723" y="185361"/>
                          <a:pt x="376361" y="183161"/>
                          <a:pt x="380991" y="180980"/>
                        </a:cubicBezTo>
                        <a:cubicBezTo>
                          <a:pt x="387982" y="177684"/>
                          <a:pt x="394954" y="174436"/>
                          <a:pt x="401907" y="171236"/>
                        </a:cubicBezTo>
                        <a:cubicBezTo>
                          <a:pt x="409356" y="167816"/>
                          <a:pt x="416766" y="164444"/>
                          <a:pt x="424177" y="161139"/>
                        </a:cubicBezTo>
                        <a:cubicBezTo>
                          <a:pt x="482241" y="135165"/>
                          <a:pt x="539144" y="112562"/>
                          <a:pt x="594341" y="93540"/>
                        </a:cubicBezTo>
                        <a:cubicBezTo>
                          <a:pt x="611896" y="87492"/>
                          <a:pt x="629279" y="81806"/>
                          <a:pt x="646471" y="76481"/>
                        </a:cubicBezTo>
                        <a:cubicBezTo>
                          <a:pt x="655520" y="73681"/>
                          <a:pt x="664502" y="70985"/>
                          <a:pt x="673437" y="68394"/>
                        </a:cubicBezTo>
                        <a:cubicBezTo>
                          <a:pt x="673741" y="68309"/>
                          <a:pt x="674037" y="68213"/>
                          <a:pt x="674341" y="68137"/>
                        </a:cubicBezTo>
                        <a:cubicBezTo>
                          <a:pt x="675437" y="67813"/>
                          <a:pt x="676542" y="67499"/>
                          <a:pt x="677637" y="67185"/>
                        </a:cubicBezTo>
                        <a:cubicBezTo>
                          <a:pt x="711080" y="57574"/>
                          <a:pt x="743998" y="49001"/>
                          <a:pt x="776269" y="41496"/>
                        </a:cubicBezTo>
                        <a:cubicBezTo>
                          <a:pt x="777326" y="41248"/>
                          <a:pt x="778374" y="41000"/>
                          <a:pt x="779421" y="40762"/>
                        </a:cubicBezTo>
                        <a:cubicBezTo>
                          <a:pt x="834542" y="28018"/>
                          <a:pt x="887759" y="18360"/>
                          <a:pt x="938527" y="11902"/>
                        </a:cubicBezTo>
                        <a:cubicBezTo>
                          <a:pt x="940327" y="11673"/>
                          <a:pt x="942109" y="11444"/>
                          <a:pt x="943890" y="11225"/>
                        </a:cubicBezTo>
                        <a:cubicBezTo>
                          <a:pt x="953281" y="10073"/>
                          <a:pt x="962587" y="9025"/>
                          <a:pt x="971807" y="8092"/>
                        </a:cubicBezTo>
                        <a:lnTo>
                          <a:pt x="971817" y="8092"/>
                        </a:lnTo>
                        <a:cubicBezTo>
                          <a:pt x="972083" y="8063"/>
                          <a:pt x="972341" y="8034"/>
                          <a:pt x="972598" y="8016"/>
                        </a:cubicBezTo>
                        <a:cubicBezTo>
                          <a:pt x="973741" y="7901"/>
                          <a:pt x="974884" y="7777"/>
                          <a:pt x="976017" y="7663"/>
                        </a:cubicBezTo>
                        <a:cubicBezTo>
                          <a:pt x="1030377" y="2319"/>
                          <a:pt x="1081669" y="805"/>
                          <a:pt x="1128894" y="3177"/>
                        </a:cubicBezTo>
                        <a:cubicBezTo>
                          <a:pt x="1209942" y="7234"/>
                          <a:pt x="1255700" y="21741"/>
                          <a:pt x="1268292" y="26294"/>
                        </a:cubicBezTo>
                        <a:cubicBezTo>
                          <a:pt x="1270626" y="27142"/>
                          <a:pt x="1271816" y="27637"/>
                          <a:pt x="1271883" y="27666"/>
                        </a:cubicBezTo>
                        <a:cubicBezTo>
                          <a:pt x="1272407" y="27913"/>
                          <a:pt x="1273026" y="27646"/>
                          <a:pt x="1273255" y="27123"/>
                        </a:cubicBezTo>
                        <a:cubicBezTo>
                          <a:pt x="1273473" y="26589"/>
                          <a:pt x="1273235" y="25970"/>
                          <a:pt x="1272702" y="25751"/>
                        </a:cubicBezTo>
                        <a:cubicBezTo>
                          <a:pt x="1272474" y="25637"/>
                          <a:pt x="1259291" y="20112"/>
                          <a:pt x="1232650" y="14207"/>
                        </a:cubicBezTo>
                        <a:cubicBezTo>
                          <a:pt x="1208942" y="8949"/>
                          <a:pt x="1174557" y="3396"/>
                          <a:pt x="1129160" y="1100"/>
                        </a:cubicBezTo>
                        <a:cubicBezTo>
                          <a:pt x="1081650" y="-1300"/>
                          <a:pt x="1030014" y="233"/>
                          <a:pt x="975303" y="5634"/>
                        </a:cubicBezTo>
                        <a:cubicBezTo>
                          <a:pt x="974122" y="5749"/>
                          <a:pt x="972931" y="5863"/>
                          <a:pt x="971750" y="5996"/>
                        </a:cubicBezTo>
                        <a:cubicBezTo>
                          <a:pt x="962501" y="6930"/>
                          <a:pt x="953167" y="7977"/>
                          <a:pt x="943747" y="9139"/>
                        </a:cubicBezTo>
                        <a:cubicBezTo>
                          <a:pt x="941975" y="9358"/>
                          <a:pt x="940184" y="9587"/>
                          <a:pt x="938403" y="9816"/>
                        </a:cubicBezTo>
                        <a:cubicBezTo>
                          <a:pt x="887301" y="16302"/>
                          <a:pt x="833723" y="26046"/>
                          <a:pt x="778212" y="38905"/>
                        </a:cubicBezTo>
                        <a:cubicBezTo>
                          <a:pt x="777650" y="39029"/>
                          <a:pt x="777088" y="39162"/>
                          <a:pt x="776516" y="39305"/>
                        </a:cubicBezTo>
                        <a:cubicBezTo>
                          <a:pt x="775983" y="39429"/>
                          <a:pt x="775440" y="39553"/>
                          <a:pt x="774888" y="39686"/>
                        </a:cubicBezTo>
                        <a:cubicBezTo>
                          <a:pt x="774888" y="39676"/>
                          <a:pt x="774888" y="39676"/>
                          <a:pt x="774878" y="39686"/>
                        </a:cubicBezTo>
                        <a:cubicBezTo>
                          <a:pt x="742855" y="47163"/>
                          <a:pt x="710213" y="55679"/>
                          <a:pt x="677037" y="65194"/>
                        </a:cubicBezTo>
                        <a:cubicBezTo>
                          <a:pt x="675904" y="65518"/>
                          <a:pt x="674770" y="65842"/>
                          <a:pt x="673637" y="66175"/>
                        </a:cubicBezTo>
                        <a:cubicBezTo>
                          <a:pt x="672541" y="66489"/>
                          <a:pt x="671446" y="66813"/>
                          <a:pt x="670341" y="67128"/>
                        </a:cubicBezTo>
                        <a:cubicBezTo>
                          <a:pt x="661426" y="69737"/>
                          <a:pt x="652463" y="72433"/>
                          <a:pt x="643442" y="75243"/>
                        </a:cubicBezTo>
                        <a:cubicBezTo>
                          <a:pt x="627421" y="80225"/>
                          <a:pt x="611248" y="85520"/>
                          <a:pt x="594922" y="91140"/>
                        </a:cubicBezTo>
                        <a:cubicBezTo>
                          <a:pt x="581616" y="95712"/>
                          <a:pt x="568185" y="100503"/>
                          <a:pt x="554689" y="105494"/>
                        </a:cubicBezTo>
                        <a:cubicBezTo>
                          <a:pt x="553850" y="105799"/>
                          <a:pt x="553003" y="106123"/>
                          <a:pt x="552155" y="106437"/>
                        </a:cubicBezTo>
                        <a:cubicBezTo>
                          <a:pt x="509435" y="122287"/>
                          <a:pt x="465811" y="140194"/>
                          <a:pt x="421510" y="160053"/>
                        </a:cubicBezTo>
                        <a:cubicBezTo>
                          <a:pt x="414109" y="163359"/>
                          <a:pt x="406698" y="166740"/>
                          <a:pt x="399269" y="170159"/>
                        </a:cubicBezTo>
                        <a:cubicBezTo>
                          <a:pt x="392878" y="173112"/>
                          <a:pt x="386467" y="176094"/>
                          <a:pt x="380057" y="179113"/>
                        </a:cubicBezTo>
                        <a:cubicBezTo>
                          <a:pt x="377638" y="180256"/>
                          <a:pt x="375199" y="181408"/>
                          <a:pt x="372780" y="182561"/>
                        </a:cubicBezTo>
                        <a:cubicBezTo>
                          <a:pt x="370494" y="183647"/>
                          <a:pt x="368198" y="184733"/>
                          <a:pt x="365913" y="185838"/>
                        </a:cubicBezTo>
                        <a:cubicBezTo>
                          <a:pt x="319792" y="207936"/>
                          <a:pt x="273015" y="232072"/>
                          <a:pt x="225981" y="258037"/>
                        </a:cubicBezTo>
                        <a:cubicBezTo>
                          <a:pt x="225181" y="258475"/>
                          <a:pt x="224371" y="258923"/>
                          <a:pt x="223571" y="259371"/>
                        </a:cubicBezTo>
                        <a:cubicBezTo>
                          <a:pt x="216970" y="263019"/>
                          <a:pt x="210369" y="266705"/>
                          <a:pt x="203768" y="270429"/>
                        </a:cubicBezTo>
                        <a:cubicBezTo>
                          <a:pt x="203759" y="270429"/>
                          <a:pt x="203749" y="270439"/>
                          <a:pt x="203749" y="270448"/>
                        </a:cubicBezTo>
                        <a:cubicBezTo>
                          <a:pt x="197625" y="273887"/>
                          <a:pt x="191510" y="277373"/>
                          <a:pt x="185385" y="280878"/>
                        </a:cubicBezTo>
                        <a:cubicBezTo>
                          <a:pt x="181737" y="282964"/>
                          <a:pt x="178080" y="285069"/>
                          <a:pt x="174432" y="287184"/>
                        </a:cubicBezTo>
                        <a:lnTo>
                          <a:pt x="174422" y="287184"/>
                        </a:lnTo>
                        <a:cubicBezTo>
                          <a:pt x="173403" y="287774"/>
                          <a:pt x="172374" y="288365"/>
                          <a:pt x="171345" y="288965"/>
                        </a:cubicBezTo>
                        <a:cubicBezTo>
                          <a:pt x="171345" y="288965"/>
                          <a:pt x="171345" y="288965"/>
                          <a:pt x="171345" y="288974"/>
                        </a:cubicBezTo>
                        <a:cubicBezTo>
                          <a:pt x="170117" y="289679"/>
                          <a:pt x="168888" y="290394"/>
                          <a:pt x="167659" y="291108"/>
                        </a:cubicBezTo>
                        <a:cubicBezTo>
                          <a:pt x="154496" y="298766"/>
                          <a:pt x="141322" y="306558"/>
                          <a:pt x="128149" y="314482"/>
                        </a:cubicBezTo>
                        <a:cubicBezTo>
                          <a:pt x="114557" y="322664"/>
                          <a:pt x="101384" y="330722"/>
                          <a:pt x="88707" y="338609"/>
                        </a:cubicBezTo>
                        <a:cubicBezTo>
                          <a:pt x="79543" y="344305"/>
                          <a:pt x="70628" y="349915"/>
                          <a:pt x="61979" y="355421"/>
                        </a:cubicBezTo>
                        <a:cubicBezTo>
                          <a:pt x="56150" y="359117"/>
                          <a:pt x="50454" y="362774"/>
                          <a:pt x="44872" y="366375"/>
                        </a:cubicBezTo>
                        <a:cubicBezTo>
                          <a:pt x="28890" y="376642"/>
                          <a:pt x="13888" y="386520"/>
                          <a:pt x="0" y="39581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0" name="Google Shape;2131;p65">
                    <a:extLst>
                      <a:ext uri="{FF2B5EF4-FFF2-40B4-BE49-F238E27FC236}">
                        <a16:creationId xmlns:a16="http://schemas.microsoft.com/office/drawing/2014/main" id="{905DEF5A-BCF9-31A2-85CC-6588619ACD2F}"/>
                      </a:ext>
                    </a:extLst>
                  </p:cNvPr>
                  <p:cNvSpPr/>
                  <p:nvPr/>
                </p:nvSpPr>
                <p:spPr>
                  <a:xfrm>
                    <a:off x="7343875" y="4346638"/>
                    <a:ext cx="283994" cy="609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3994" h="60968" extrusionOk="0">
                        <a:moveTo>
                          <a:pt x="633" y="2000"/>
                        </a:moveTo>
                        <a:cubicBezTo>
                          <a:pt x="671" y="2019"/>
                          <a:pt x="719" y="2028"/>
                          <a:pt x="757" y="2047"/>
                        </a:cubicBezTo>
                        <a:cubicBezTo>
                          <a:pt x="93036" y="27784"/>
                          <a:pt x="187933" y="47596"/>
                          <a:pt x="282802" y="60959"/>
                        </a:cubicBezTo>
                        <a:cubicBezTo>
                          <a:pt x="283373" y="61036"/>
                          <a:pt x="283897" y="60645"/>
                          <a:pt x="283983" y="60074"/>
                        </a:cubicBezTo>
                        <a:cubicBezTo>
                          <a:pt x="284069" y="59502"/>
                          <a:pt x="283669" y="58979"/>
                          <a:pt x="283097" y="58893"/>
                        </a:cubicBezTo>
                        <a:cubicBezTo>
                          <a:pt x="188314" y="45548"/>
                          <a:pt x="93521" y="25746"/>
                          <a:pt x="1329" y="38"/>
                        </a:cubicBezTo>
                        <a:cubicBezTo>
                          <a:pt x="776" y="-115"/>
                          <a:pt x="195" y="209"/>
                          <a:pt x="43" y="762"/>
                        </a:cubicBezTo>
                        <a:cubicBezTo>
                          <a:pt x="-110" y="1276"/>
                          <a:pt x="157" y="1800"/>
                          <a:pt x="633" y="2000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1" name="Google Shape;2132;p65">
                    <a:extLst>
                      <a:ext uri="{FF2B5EF4-FFF2-40B4-BE49-F238E27FC236}">
                        <a16:creationId xmlns:a16="http://schemas.microsoft.com/office/drawing/2014/main" id="{DF0716AA-BC94-C093-E180-39B98044FF68}"/>
                      </a:ext>
                    </a:extLst>
                  </p:cNvPr>
                  <p:cNvSpPr/>
                  <p:nvPr/>
                </p:nvSpPr>
                <p:spPr>
                  <a:xfrm>
                    <a:off x="7565066" y="4251907"/>
                    <a:ext cx="241376" cy="564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376" h="56494" extrusionOk="0">
                        <a:moveTo>
                          <a:pt x="24930" y="13025"/>
                        </a:moveTo>
                        <a:cubicBezTo>
                          <a:pt x="91091" y="40838"/>
                          <a:pt x="169691" y="56878"/>
                          <a:pt x="240338" y="56488"/>
                        </a:cubicBezTo>
                        <a:cubicBezTo>
                          <a:pt x="240919" y="56488"/>
                          <a:pt x="241376" y="56011"/>
                          <a:pt x="241376" y="55440"/>
                        </a:cubicBezTo>
                        <a:cubicBezTo>
                          <a:pt x="241376" y="54859"/>
                          <a:pt x="240900" y="54402"/>
                          <a:pt x="240328" y="54402"/>
                        </a:cubicBezTo>
                        <a:cubicBezTo>
                          <a:pt x="161100" y="54830"/>
                          <a:pt x="71812" y="34532"/>
                          <a:pt x="1508" y="100"/>
                        </a:cubicBezTo>
                        <a:cubicBezTo>
                          <a:pt x="984" y="-138"/>
                          <a:pt x="365" y="62"/>
                          <a:pt x="108" y="576"/>
                        </a:cubicBezTo>
                        <a:cubicBezTo>
                          <a:pt x="-149" y="1090"/>
                          <a:pt x="70" y="1719"/>
                          <a:pt x="584" y="1976"/>
                        </a:cubicBezTo>
                        <a:cubicBezTo>
                          <a:pt x="8471" y="5834"/>
                          <a:pt x="16605" y="9529"/>
                          <a:pt x="24930" y="13025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2" name="Google Shape;2133;p65">
                    <a:extLst>
                      <a:ext uri="{FF2B5EF4-FFF2-40B4-BE49-F238E27FC236}">
                        <a16:creationId xmlns:a16="http://schemas.microsoft.com/office/drawing/2014/main" id="{896D5DB8-677A-3DA1-F910-9967D160F44E}"/>
                      </a:ext>
                    </a:extLst>
                  </p:cNvPr>
                  <p:cNvSpPr/>
                  <p:nvPr/>
                </p:nvSpPr>
                <p:spPr>
                  <a:xfrm>
                    <a:off x="7795220" y="4174476"/>
                    <a:ext cx="146425" cy="54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6425" h="54838" extrusionOk="0">
                        <a:moveTo>
                          <a:pt x="52532" y="26315"/>
                        </a:moveTo>
                        <a:cubicBezTo>
                          <a:pt x="86260" y="40498"/>
                          <a:pt x="116873" y="49899"/>
                          <a:pt x="145201" y="54823"/>
                        </a:cubicBezTo>
                        <a:cubicBezTo>
                          <a:pt x="145773" y="54919"/>
                          <a:pt x="146306" y="54538"/>
                          <a:pt x="146411" y="53976"/>
                        </a:cubicBezTo>
                        <a:cubicBezTo>
                          <a:pt x="146506" y="53404"/>
                          <a:pt x="146134" y="52861"/>
                          <a:pt x="145563" y="52766"/>
                        </a:cubicBezTo>
                        <a:cubicBezTo>
                          <a:pt x="103558" y="45460"/>
                          <a:pt x="56447" y="28239"/>
                          <a:pt x="1526" y="112"/>
                        </a:cubicBezTo>
                        <a:cubicBezTo>
                          <a:pt x="1021" y="-145"/>
                          <a:pt x="383" y="55"/>
                          <a:pt x="116" y="569"/>
                        </a:cubicBezTo>
                        <a:cubicBezTo>
                          <a:pt x="-151" y="1083"/>
                          <a:pt x="59" y="1712"/>
                          <a:pt x="573" y="1979"/>
                        </a:cubicBezTo>
                        <a:cubicBezTo>
                          <a:pt x="18699" y="11256"/>
                          <a:pt x="35987" y="19352"/>
                          <a:pt x="52532" y="26315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3" name="Google Shape;2134;p65">
                    <a:extLst>
                      <a:ext uri="{FF2B5EF4-FFF2-40B4-BE49-F238E27FC236}">
                        <a16:creationId xmlns:a16="http://schemas.microsoft.com/office/drawing/2014/main" id="{2ACBA261-5383-E2E8-5876-B29D90BD46F5}"/>
                      </a:ext>
                    </a:extLst>
                  </p:cNvPr>
                  <p:cNvSpPr/>
                  <p:nvPr/>
                </p:nvSpPr>
                <p:spPr>
                  <a:xfrm>
                    <a:off x="7991471" y="4141447"/>
                    <a:ext cx="65985" cy="414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85" h="41403" extrusionOk="0">
                        <a:moveTo>
                          <a:pt x="64535" y="41323"/>
                        </a:moveTo>
                        <a:cubicBezTo>
                          <a:pt x="64945" y="41494"/>
                          <a:pt x="65440" y="41390"/>
                          <a:pt x="65745" y="41028"/>
                        </a:cubicBezTo>
                        <a:cubicBezTo>
                          <a:pt x="66117" y="40580"/>
                          <a:pt x="66050" y="39923"/>
                          <a:pt x="65602" y="39561"/>
                        </a:cubicBezTo>
                        <a:cubicBezTo>
                          <a:pt x="51562" y="27969"/>
                          <a:pt x="20006" y="7881"/>
                          <a:pt x="1670" y="175"/>
                        </a:cubicBezTo>
                        <a:cubicBezTo>
                          <a:pt x="1594" y="146"/>
                          <a:pt x="1518" y="108"/>
                          <a:pt x="1442" y="80"/>
                        </a:cubicBezTo>
                        <a:cubicBezTo>
                          <a:pt x="908" y="-139"/>
                          <a:pt x="299" y="108"/>
                          <a:pt x="80" y="642"/>
                        </a:cubicBezTo>
                        <a:cubicBezTo>
                          <a:pt x="-139" y="1175"/>
                          <a:pt x="108" y="1785"/>
                          <a:pt x="642" y="2004"/>
                        </a:cubicBezTo>
                        <a:cubicBezTo>
                          <a:pt x="642" y="2004"/>
                          <a:pt x="642" y="2004"/>
                          <a:pt x="642" y="2004"/>
                        </a:cubicBezTo>
                        <a:cubicBezTo>
                          <a:pt x="18787" y="9586"/>
                          <a:pt x="50277" y="29617"/>
                          <a:pt x="64269" y="41171"/>
                        </a:cubicBezTo>
                        <a:cubicBezTo>
                          <a:pt x="64355" y="41237"/>
                          <a:pt x="64440" y="41285"/>
                          <a:pt x="64535" y="4132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4" name="Google Shape;2135;p65">
                    <a:extLst>
                      <a:ext uri="{FF2B5EF4-FFF2-40B4-BE49-F238E27FC236}">
                        <a16:creationId xmlns:a16="http://schemas.microsoft.com/office/drawing/2014/main" id="{0E2901F7-8DDE-B048-4D06-355A2BA2B879}"/>
                      </a:ext>
                    </a:extLst>
                  </p:cNvPr>
                  <p:cNvSpPr/>
                  <p:nvPr/>
                </p:nvSpPr>
                <p:spPr>
                  <a:xfrm>
                    <a:off x="7991479" y="4091458"/>
                    <a:ext cx="60018" cy="5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018" h="52075" extrusionOk="0">
                        <a:moveTo>
                          <a:pt x="634" y="51993"/>
                        </a:moveTo>
                        <a:cubicBezTo>
                          <a:pt x="996" y="52145"/>
                          <a:pt x="1424" y="52088"/>
                          <a:pt x="1739" y="51812"/>
                        </a:cubicBezTo>
                        <a:cubicBezTo>
                          <a:pt x="10397" y="44097"/>
                          <a:pt x="20713" y="35324"/>
                          <a:pt x="30676" y="26837"/>
                        </a:cubicBezTo>
                        <a:cubicBezTo>
                          <a:pt x="40658" y="18341"/>
                          <a:pt x="50983" y="9559"/>
                          <a:pt x="59670" y="1825"/>
                        </a:cubicBezTo>
                        <a:cubicBezTo>
                          <a:pt x="60098" y="1444"/>
                          <a:pt x="60137" y="777"/>
                          <a:pt x="59755" y="348"/>
                        </a:cubicBezTo>
                        <a:cubicBezTo>
                          <a:pt x="59375" y="-80"/>
                          <a:pt x="58708" y="-118"/>
                          <a:pt x="58279" y="263"/>
                        </a:cubicBezTo>
                        <a:cubicBezTo>
                          <a:pt x="49612" y="7987"/>
                          <a:pt x="39306" y="16760"/>
                          <a:pt x="29323" y="25247"/>
                        </a:cubicBezTo>
                        <a:cubicBezTo>
                          <a:pt x="19341" y="33734"/>
                          <a:pt x="9025" y="42516"/>
                          <a:pt x="348" y="50250"/>
                        </a:cubicBezTo>
                        <a:cubicBezTo>
                          <a:pt x="-80" y="50631"/>
                          <a:pt x="-118" y="51298"/>
                          <a:pt x="263" y="51726"/>
                        </a:cubicBezTo>
                        <a:cubicBezTo>
                          <a:pt x="367" y="51841"/>
                          <a:pt x="491" y="51936"/>
                          <a:pt x="634" y="5199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5" name="Google Shape;2136;p65">
                    <a:extLst>
                      <a:ext uri="{FF2B5EF4-FFF2-40B4-BE49-F238E27FC236}">
                        <a16:creationId xmlns:a16="http://schemas.microsoft.com/office/drawing/2014/main" id="{19034020-D33C-9EE9-E5E3-500CBBFCC270}"/>
                      </a:ext>
                    </a:extLst>
                  </p:cNvPr>
                  <p:cNvSpPr/>
                  <p:nvPr/>
                </p:nvSpPr>
                <p:spPr>
                  <a:xfrm>
                    <a:off x="7795218" y="4074227"/>
                    <a:ext cx="103135" cy="102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135" h="102327" extrusionOk="0">
                        <a:moveTo>
                          <a:pt x="642" y="102247"/>
                        </a:moveTo>
                        <a:cubicBezTo>
                          <a:pt x="1051" y="102418"/>
                          <a:pt x="1547" y="102313"/>
                          <a:pt x="1851" y="101951"/>
                        </a:cubicBezTo>
                        <a:cubicBezTo>
                          <a:pt x="23511" y="75910"/>
                          <a:pt x="57477" y="42220"/>
                          <a:pt x="102788" y="1825"/>
                        </a:cubicBezTo>
                        <a:cubicBezTo>
                          <a:pt x="103216" y="1444"/>
                          <a:pt x="103254" y="777"/>
                          <a:pt x="102874" y="348"/>
                        </a:cubicBezTo>
                        <a:cubicBezTo>
                          <a:pt x="102493" y="-80"/>
                          <a:pt x="101826" y="-118"/>
                          <a:pt x="101397" y="263"/>
                        </a:cubicBezTo>
                        <a:cubicBezTo>
                          <a:pt x="56001" y="40725"/>
                          <a:pt x="21968" y="74491"/>
                          <a:pt x="241" y="100618"/>
                        </a:cubicBezTo>
                        <a:cubicBezTo>
                          <a:pt x="-130" y="101066"/>
                          <a:pt x="-63" y="101723"/>
                          <a:pt x="375" y="102085"/>
                        </a:cubicBezTo>
                        <a:cubicBezTo>
                          <a:pt x="451" y="102151"/>
                          <a:pt x="546" y="102209"/>
                          <a:pt x="642" y="102247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6" name="Google Shape;2137;p65">
                    <a:extLst>
                      <a:ext uri="{FF2B5EF4-FFF2-40B4-BE49-F238E27FC236}">
                        <a16:creationId xmlns:a16="http://schemas.microsoft.com/office/drawing/2014/main" id="{8AD242F4-C81B-5F59-19A6-A2806B3A6FC8}"/>
                      </a:ext>
                    </a:extLst>
                  </p:cNvPr>
                  <p:cNvSpPr/>
                  <p:nvPr/>
                </p:nvSpPr>
                <p:spPr>
                  <a:xfrm>
                    <a:off x="7572447" y="4082613"/>
                    <a:ext cx="146147" cy="1597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6147" h="159721" extrusionOk="0">
                        <a:moveTo>
                          <a:pt x="633" y="159640"/>
                        </a:moveTo>
                        <a:cubicBezTo>
                          <a:pt x="1061" y="159821"/>
                          <a:pt x="1576" y="159697"/>
                          <a:pt x="1871" y="159307"/>
                        </a:cubicBezTo>
                        <a:cubicBezTo>
                          <a:pt x="21616" y="133361"/>
                          <a:pt x="43048" y="108243"/>
                          <a:pt x="65565" y="84659"/>
                        </a:cubicBezTo>
                        <a:cubicBezTo>
                          <a:pt x="75518" y="74239"/>
                          <a:pt x="85901" y="63885"/>
                          <a:pt x="95940" y="53865"/>
                        </a:cubicBezTo>
                        <a:cubicBezTo>
                          <a:pt x="112704" y="37149"/>
                          <a:pt x="130030" y="19870"/>
                          <a:pt x="145889" y="1735"/>
                        </a:cubicBezTo>
                        <a:cubicBezTo>
                          <a:pt x="146270" y="1296"/>
                          <a:pt x="146222" y="639"/>
                          <a:pt x="145794" y="258"/>
                        </a:cubicBezTo>
                        <a:cubicBezTo>
                          <a:pt x="145356" y="-123"/>
                          <a:pt x="144698" y="-75"/>
                          <a:pt x="144317" y="353"/>
                        </a:cubicBezTo>
                        <a:cubicBezTo>
                          <a:pt x="128515" y="18432"/>
                          <a:pt x="111209" y="35691"/>
                          <a:pt x="94473" y="52379"/>
                        </a:cubicBezTo>
                        <a:cubicBezTo>
                          <a:pt x="84424" y="62399"/>
                          <a:pt x="74032" y="72763"/>
                          <a:pt x="64060" y="83202"/>
                        </a:cubicBezTo>
                        <a:cubicBezTo>
                          <a:pt x="41486" y="106843"/>
                          <a:pt x="20007" y="132018"/>
                          <a:pt x="214" y="158030"/>
                        </a:cubicBezTo>
                        <a:cubicBezTo>
                          <a:pt x="-139" y="158488"/>
                          <a:pt x="-44" y="159145"/>
                          <a:pt x="414" y="159497"/>
                        </a:cubicBezTo>
                        <a:cubicBezTo>
                          <a:pt x="480" y="159555"/>
                          <a:pt x="557" y="159602"/>
                          <a:pt x="633" y="159640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7" name="Google Shape;2138;p65">
                    <a:extLst>
                      <a:ext uri="{FF2B5EF4-FFF2-40B4-BE49-F238E27FC236}">
                        <a16:creationId xmlns:a16="http://schemas.microsoft.com/office/drawing/2014/main" id="{6907CEC7-74D9-432A-F9C5-D5C470FAAECC}"/>
                      </a:ext>
                    </a:extLst>
                  </p:cNvPr>
                  <p:cNvSpPr/>
                  <p:nvPr/>
                </p:nvSpPr>
                <p:spPr>
                  <a:xfrm>
                    <a:off x="7357079" y="4193549"/>
                    <a:ext cx="66646" cy="1410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646" h="141081" extrusionOk="0">
                        <a:moveTo>
                          <a:pt x="640" y="141002"/>
                        </a:moveTo>
                        <a:cubicBezTo>
                          <a:pt x="640" y="141012"/>
                          <a:pt x="650" y="141012"/>
                          <a:pt x="640" y="141002"/>
                        </a:cubicBezTo>
                        <a:cubicBezTo>
                          <a:pt x="1183" y="141221"/>
                          <a:pt x="1793" y="140974"/>
                          <a:pt x="2012" y="140440"/>
                        </a:cubicBezTo>
                        <a:lnTo>
                          <a:pt x="40588" y="46457"/>
                        </a:lnTo>
                        <a:cubicBezTo>
                          <a:pt x="46818" y="31284"/>
                          <a:pt x="53876" y="14091"/>
                          <a:pt x="66334" y="1785"/>
                        </a:cubicBezTo>
                        <a:cubicBezTo>
                          <a:pt x="66744" y="1375"/>
                          <a:pt x="66753" y="718"/>
                          <a:pt x="66344" y="308"/>
                        </a:cubicBezTo>
                        <a:cubicBezTo>
                          <a:pt x="65934" y="-101"/>
                          <a:pt x="65277" y="-101"/>
                          <a:pt x="64867" y="299"/>
                        </a:cubicBezTo>
                        <a:cubicBezTo>
                          <a:pt x="52104" y="12901"/>
                          <a:pt x="44960" y="30312"/>
                          <a:pt x="38655" y="45667"/>
                        </a:cubicBezTo>
                        <a:lnTo>
                          <a:pt x="78" y="139650"/>
                        </a:lnTo>
                        <a:cubicBezTo>
                          <a:pt x="-141" y="140174"/>
                          <a:pt x="116" y="140783"/>
                          <a:pt x="640" y="14100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8" name="Google Shape;2139;p65">
                    <a:extLst>
                      <a:ext uri="{FF2B5EF4-FFF2-40B4-BE49-F238E27FC236}">
                        <a16:creationId xmlns:a16="http://schemas.microsoft.com/office/drawing/2014/main" id="{16650526-43DA-1384-41DC-13F7E4BDD745}"/>
                      </a:ext>
                    </a:extLst>
                  </p:cNvPr>
                  <p:cNvSpPr/>
                  <p:nvPr/>
                </p:nvSpPr>
                <p:spPr>
                  <a:xfrm>
                    <a:off x="7020401" y="4135416"/>
                    <a:ext cx="1273335" cy="396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3335" h="396768" extrusionOk="0">
                        <a:moveTo>
                          <a:pt x="0" y="395816"/>
                        </a:moveTo>
                        <a:cubicBezTo>
                          <a:pt x="781" y="396140"/>
                          <a:pt x="1572" y="396454"/>
                          <a:pt x="2353" y="396769"/>
                        </a:cubicBezTo>
                        <a:cubicBezTo>
                          <a:pt x="16240" y="387472"/>
                          <a:pt x="31233" y="377605"/>
                          <a:pt x="47225" y="367299"/>
                        </a:cubicBezTo>
                        <a:cubicBezTo>
                          <a:pt x="52816" y="363708"/>
                          <a:pt x="58522" y="360050"/>
                          <a:pt x="64351" y="356354"/>
                        </a:cubicBezTo>
                        <a:cubicBezTo>
                          <a:pt x="72990" y="350868"/>
                          <a:pt x="81896" y="345267"/>
                          <a:pt x="91040" y="339590"/>
                        </a:cubicBezTo>
                        <a:cubicBezTo>
                          <a:pt x="103356" y="331942"/>
                          <a:pt x="116110" y="324131"/>
                          <a:pt x="129283" y="316216"/>
                        </a:cubicBezTo>
                        <a:cubicBezTo>
                          <a:pt x="142742" y="308129"/>
                          <a:pt x="156191" y="300166"/>
                          <a:pt x="169631" y="292356"/>
                        </a:cubicBezTo>
                        <a:cubicBezTo>
                          <a:pt x="171393" y="291337"/>
                          <a:pt x="173155" y="290308"/>
                          <a:pt x="174917" y="289298"/>
                        </a:cubicBezTo>
                        <a:cubicBezTo>
                          <a:pt x="175946" y="288698"/>
                          <a:pt x="176975" y="288107"/>
                          <a:pt x="177994" y="287517"/>
                        </a:cubicBezTo>
                        <a:lnTo>
                          <a:pt x="178003" y="287517"/>
                        </a:lnTo>
                        <a:cubicBezTo>
                          <a:pt x="181280" y="285622"/>
                          <a:pt x="184556" y="283736"/>
                          <a:pt x="187843" y="281869"/>
                        </a:cubicBezTo>
                        <a:cubicBezTo>
                          <a:pt x="193967" y="278364"/>
                          <a:pt x="200092" y="274877"/>
                          <a:pt x="206216" y="271439"/>
                        </a:cubicBezTo>
                        <a:cubicBezTo>
                          <a:pt x="206226" y="271439"/>
                          <a:pt x="206235" y="271429"/>
                          <a:pt x="206245" y="271429"/>
                        </a:cubicBezTo>
                        <a:cubicBezTo>
                          <a:pt x="212455" y="267934"/>
                          <a:pt x="218656" y="264476"/>
                          <a:pt x="224847" y="261047"/>
                        </a:cubicBezTo>
                        <a:cubicBezTo>
                          <a:pt x="225247" y="260818"/>
                          <a:pt x="225657" y="260599"/>
                          <a:pt x="226057" y="260380"/>
                        </a:cubicBezTo>
                        <a:cubicBezTo>
                          <a:pt x="271034" y="235530"/>
                          <a:pt x="315792" y="212336"/>
                          <a:pt x="359969" y="191010"/>
                        </a:cubicBezTo>
                        <a:cubicBezTo>
                          <a:pt x="362341" y="189857"/>
                          <a:pt x="364703" y="188724"/>
                          <a:pt x="367084" y="187590"/>
                        </a:cubicBezTo>
                        <a:cubicBezTo>
                          <a:pt x="371723" y="185361"/>
                          <a:pt x="376361" y="183161"/>
                          <a:pt x="380991" y="180980"/>
                        </a:cubicBezTo>
                        <a:cubicBezTo>
                          <a:pt x="387982" y="177684"/>
                          <a:pt x="394954" y="174436"/>
                          <a:pt x="401907" y="171236"/>
                        </a:cubicBezTo>
                        <a:cubicBezTo>
                          <a:pt x="409356" y="167816"/>
                          <a:pt x="416766" y="164444"/>
                          <a:pt x="424177" y="161139"/>
                        </a:cubicBezTo>
                        <a:cubicBezTo>
                          <a:pt x="482241" y="135165"/>
                          <a:pt x="539144" y="112562"/>
                          <a:pt x="594341" y="93540"/>
                        </a:cubicBezTo>
                        <a:cubicBezTo>
                          <a:pt x="611896" y="87492"/>
                          <a:pt x="629279" y="81806"/>
                          <a:pt x="646471" y="76481"/>
                        </a:cubicBezTo>
                        <a:cubicBezTo>
                          <a:pt x="655520" y="73681"/>
                          <a:pt x="664502" y="70985"/>
                          <a:pt x="673437" y="68394"/>
                        </a:cubicBezTo>
                        <a:cubicBezTo>
                          <a:pt x="673741" y="68309"/>
                          <a:pt x="674037" y="68213"/>
                          <a:pt x="674341" y="68137"/>
                        </a:cubicBezTo>
                        <a:cubicBezTo>
                          <a:pt x="675437" y="67813"/>
                          <a:pt x="676542" y="67499"/>
                          <a:pt x="677637" y="67185"/>
                        </a:cubicBezTo>
                        <a:cubicBezTo>
                          <a:pt x="711080" y="57574"/>
                          <a:pt x="743998" y="49001"/>
                          <a:pt x="776269" y="41496"/>
                        </a:cubicBezTo>
                        <a:cubicBezTo>
                          <a:pt x="777326" y="41248"/>
                          <a:pt x="778374" y="41000"/>
                          <a:pt x="779421" y="40762"/>
                        </a:cubicBezTo>
                        <a:cubicBezTo>
                          <a:pt x="834542" y="28018"/>
                          <a:pt x="887759" y="18360"/>
                          <a:pt x="938527" y="11902"/>
                        </a:cubicBezTo>
                        <a:cubicBezTo>
                          <a:pt x="940327" y="11673"/>
                          <a:pt x="942109" y="11444"/>
                          <a:pt x="943890" y="11225"/>
                        </a:cubicBezTo>
                        <a:cubicBezTo>
                          <a:pt x="953281" y="10073"/>
                          <a:pt x="962587" y="9025"/>
                          <a:pt x="971807" y="8092"/>
                        </a:cubicBezTo>
                        <a:lnTo>
                          <a:pt x="971817" y="8092"/>
                        </a:lnTo>
                        <a:cubicBezTo>
                          <a:pt x="972083" y="8063"/>
                          <a:pt x="972341" y="8034"/>
                          <a:pt x="972598" y="8016"/>
                        </a:cubicBezTo>
                        <a:cubicBezTo>
                          <a:pt x="973741" y="7901"/>
                          <a:pt x="974884" y="7777"/>
                          <a:pt x="976017" y="7663"/>
                        </a:cubicBezTo>
                        <a:cubicBezTo>
                          <a:pt x="1030377" y="2319"/>
                          <a:pt x="1081669" y="805"/>
                          <a:pt x="1128894" y="3177"/>
                        </a:cubicBezTo>
                        <a:cubicBezTo>
                          <a:pt x="1209942" y="7234"/>
                          <a:pt x="1255700" y="21741"/>
                          <a:pt x="1268292" y="26294"/>
                        </a:cubicBezTo>
                        <a:cubicBezTo>
                          <a:pt x="1270626" y="27142"/>
                          <a:pt x="1271816" y="27637"/>
                          <a:pt x="1271883" y="27666"/>
                        </a:cubicBezTo>
                        <a:cubicBezTo>
                          <a:pt x="1272407" y="27913"/>
                          <a:pt x="1273026" y="27646"/>
                          <a:pt x="1273255" y="27123"/>
                        </a:cubicBezTo>
                        <a:cubicBezTo>
                          <a:pt x="1273473" y="26589"/>
                          <a:pt x="1273235" y="25970"/>
                          <a:pt x="1272702" y="25751"/>
                        </a:cubicBezTo>
                        <a:cubicBezTo>
                          <a:pt x="1272474" y="25637"/>
                          <a:pt x="1259291" y="20112"/>
                          <a:pt x="1232650" y="14207"/>
                        </a:cubicBezTo>
                        <a:cubicBezTo>
                          <a:pt x="1208942" y="8949"/>
                          <a:pt x="1174557" y="3396"/>
                          <a:pt x="1129160" y="1100"/>
                        </a:cubicBezTo>
                        <a:cubicBezTo>
                          <a:pt x="1081650" y="-1300"/>
                          <a:pt x="1030014" y="233"/>
                          <a:pt x="975303" y="5634"/>
                        </a:cubicBezTo>
                        <a:cubicBezTo>
                          <a:pt x="974122" y="5749"/>
                          <a:pt x="972931" y="5863"/>
                          <a:pt x="971750" y="5996"/>
                        </a:cubicBezTo>
                        <a:cubicBezTo>
                          <a:pt x="962501" y="6930"/>
                          <a:pt x="953167" y="7977"/>
                          <a:pt x="943747" y="9139"/>
                        </a:cubicBezTo>
                        <a:cubicBezTo>
                          <a:pt x="941975" y="9358"/>
                          <a:pt x="940184" y="9587"/>
                          <a:pt x="938403" y="9816"/>
                        </a:cubicBezTo>
                        <a:cubicBezTo>
                          <a:pt x="887301" y="16302"/>
                          <a:pt x="833723" y="26046"/>
                          <a:pt x="778212" y="38905"/>
                        </a:cubicBezTo>
                        <a:cubicBezTo>
                          <a:pt x="777650" y="39029"/>
                          <a:pt x="777088" y="39162"/>
                          <a:pt x="776516" y="39305"/>
                        </a:cubicBezTo>
                        <a:cubicBezTo>
                          <a:pt x="775983" y="39429"/>
                          <a:pt x="775440" y="39553"/>
                          <a:pt x="774888" y="39686"/>
                        </a:cubicBezTo>
                        <a:cubicBezTo>
                          <a:pt x="774888" y="39676"/>
                          <a:pt x="774888" y="39676"/>
                          <a:pt x="774878" y="39686"/>
                        </a:cubicBezTo>
                        <a:cubicBezTo>
                          <a:pt x="742855" y="47163"/>
                          <a:pt x="710213" y="55679"/>
                          <a:pt x="677037" y="65194"/>
                        </a:cubicBezTo>
                        <a:cubicBezTo>
                          <a:pt x="675904" y="65518"/>
                          <a:pt x="674770" y="65842"/>
                          <a:pt x="673637" y="66175"/>
                        </a:cubicBezTo>
                        <a:cubicBezTo>
                          <a:pt x="672541" y="66489"/>
                          <a:pt x="671446" y="66813"/>
                          <a:pt x="670341" y="67128"/>
                        </a:cubicBezTo>
                        <a:cubicBezTo>
                          <a:pt x="661426" y="69737"/>
                          <a:pt x="652463" y="72433"/>
                          <a:pt x="643442" y="75243"/>
                        </a:cubicBezTo>
                        <a:cubicBezTo>
                          <a:pt x="627421" y="80225"/>
                          <a:pt x="611248" y="85520"/>
                          <a:pt x="594922" y="91140"/>
                        </a:cubicBezTo>
                        <a:cubicBezTo>
                          <a:pt x="581616" y="95712"/>
                          <a:pt x="568185" y="100503"/>
                          <a:pt x="554689" y="105494"/>
                        </a:cubicBezTo>
                        <a:cubicBezTo>
                          <a:pt x="553850" y="105799"/>
                          <a:pt x="553003" y="106123"/>
                          <a:pt x="552155" y="106437"/>
                        </a:cubicBezTo>
                        <a:cubicBezTo>
                          <a:pt x="509435" y="122287"/>
                          <a:pt x="465811" y="140194"/>
                          <a:pt x="421510" y="160053"/>
                        </a:cubicBezTo>
                        <a:cubicBezTo>
                          <a:pt x="414109" y="163359"/>
                          <a:pt x="406698" y="166740"/>
                          <a:pt x="399269" y="170159"/>
                        </a:cubicBezTo>
                        <a:cubicBezTo>
                          <a:pt x="392878" y="173112"/>
                          <a:pt x="386467" y="176094"/>
                          <a:pt x="380057" y="179113"/>
                        </a:cubicBezTo>
                        <a:cubicBezTo>
                          <a:pt x="377638" y="180256"/>
                          <a:pt x="375199" y="181408"/>
                          <a:pt x="372780" y="182561"/>
                        </a:cubicBezTo>
                        <a:cubicBezTo>
                          <a:pt x="370494" y="183647"/>
                          <a:pt x="368198" y="184733"/>
                          <a:pt x="365913" y="185838"/>
                        </a:cubicBezTo>
                        <a:cubicBezTo>
                          <a:pt x="319792" y="207936"/>
                          <a:pt x="273015" y="232072"/>
                          <a:pt x="225981" y="258037"/>
                        </a:cubicBezTo>
                        <a:cubicBezTo>
                          <a:pt x="225181" y="258475"/>
                          <a:pt x="224371" y="258923"/>
                          <a:pt x="223571" y="259371"/>
                        </a:cubicBezTo>
                        <a:cubicBezTo>
                          <a:pt x="216970" y="263019"/>
                          <a:pt x="210369" y="266705"/>
                          <a:pt x="203768" y="270429"/>
                        </a:cubicBezTo>
                        <a:cubicBezTo>
                          <a:pt x="203759" y="270429"/>
                          <a:pt x="203749" y="270439"/>
                          <a:pt x="203749" y="270448"/>
                        </a:cubicBezTo>
                        <a:cubicBezTo>
                          <a:pt x="197625" y="273887"/>
                          <a:pt x="191510" y="277373"/>
                          <a:pt x="185385" y="280878"/>
                        </a:cubicBezTo>
                        <a:cubicBezTo>
                          <a:pt x="181737" y="282964"/>
                          <a:pt x="178080" y="285069"/>
                          <a:pt x="174432" y="287184"/>
                        </a:cubicBezTo>
                        <a:lnTo>
                          <a:pt x="174422" y="287184"/>
                        </a:lnTo>
                        <a:cubicBezTo>
                          <a:pt x="173403" y="287774"/>
                          <a:pt x="172374" y="288365"/>
                          <a:pt x="171345" y="288965"/>
                        </a:cubicBezTo>
                        <a:cubicBezTo>
                          <a:pt x="171345" y="288965"/>
                          <a:pt x="171345" y="288965"/>
                          <a:pt x="171345" y="288974"/>
                        </a:cubicBezTo>
                        <a:cubicBezTo>
                          <a:pt x="170117" y="289679"/>
                          <a:pt x="168888" y="290394"/>
                          <a:pt x="167659" y="291108"/>
                        </a:cubicBezTo>
                        <a:cubicBezTo>
                          <a:pt x="154496" y="298766"/>
                          <a:pt x="141322" y="306558"/>
                          <a:pt x="128149" y="314482"/>
                        </a:cubicBezTo>
                        <a:cubicBezTo>
                          <a:pt x="114557" y="322664"/>
                          <a:pt x="101384" y="330722"/>
                          <a:pt x="88707" y="338609"/>
                        </a:cubicBezTo>
                        <a:cubicBezTo>
                          <a:pt x="79543" y="344305"/>
                          <a:pt x="70628" y="349915"/>
                          <a:pt x="61979" y="355421"/>
                        </a:cubicBezTo>
                        <a:cubicBezTo>
                          <a:pt x="56150" y="359117"/>
                          <a:pt x="50454" y="362774"/>
                          <a:pt x="44872" y="366375"/>
                        </a:cubicBezTo>
                        <a:cubicBezTo>
                          <a:pt x="28890" y="376642"/>
                          <a:pt x="13888" y="386520"/>
                          <a:pt x="0" y="39581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75" name="Google Shape;2140;p65">
                  <a:extLst>
                    <a:ext uri="{FF2B5EF4-FFF2-40B4-BE49-F238E27FC236}">
                      <a16:creationId xmlns:a16="http://schemas.microsoft.com/office/drawing/2014/main" id="{E058F985-F3F8-03F7-AB11-E4E1E3F88912}"/>
                    </a:ext>
                  </a:extLst>
                </p:cNvPr>
                <p:cNvGrpSpPr/>
                <p:nvPr/>
              </p:nvGrpSpPr>
              <p:grpSpPr>
                <a:xfrm>
                  <a:off x="4598223" y="2066132"/>
                  <a:ext cx="615844" cy="934771"/>
                  <a:chOff x="4598223" y="2066132"/>
                  <a:chExt cx="615844" cy="934771"/>
                </a:xfrm>
              </p:grpSpPr>
              <p:sp>
                <p:nvSpPr>
                  <p:cNvPr id="786" name="Google Shape;2141;p65">
                    <a:extLst>
                      <a:ext uri="{FF2B5EF4-FFF2-40B4-BE49-F238E27FC236}">
                        <a16:creationId xmlns:a16="http://schemas.microsoft.com/office/drawing/2014/main" id="{D928D7B2-647D-8A00-7E13-01CA9E870F22}"/>
                      </a:ext>
                    </a:extLst>
                  </p:cNvPr>
                  <p:cNvSpPr/>
                  <p:nvPr/>
                </p:nvSpPr>
                <p:spPr>
                  <a:xfrm>
                    <a:off x="4884017" y="2857437"/>
                    <a:ext cx="256406" cy="96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6406" h="96065" extrusionOk="0">
                        <a:moveTo>
                          <a:pt x="91043" y="14293"/>
                        </a:moveTo>
                        <a:cubicBezTo>
                          <a:pt x="72460" y="5902"/>
                          <a:pt x="52457" y="-2690"/>
                          <a:pt x="32369" y="796"/>
                        </a:cubicBezTo>
                        <a:cubicBezTo>
                          <a:pt x="12281" y="4282"/>
                          <a:pt x="-5903" y="25590"/>
                          <a:pt x="1813" y="44469"/>
                        </a:cubicBezTo>
                        <a:cubicBezTo>
                          <a:pt x="7223" y="57699"/>
                          <a:pt x="22139" y="63909"/>
                          <a:pt x="35750" y="68281"/>
                        </a:cubicBezTo>
                        <a:cubicBezTo>
                          <a:pt x="106711" y="91065"/>
                          <a:pt x="182083" y="100009"/>
                          <a:pt x="256406" y="94475"/>
                        </a:cubicBezTo>
                        <a:cubicBezTo>
                          <a:pt x="256397" y="94475"/>
                          <a:pt x="143621" y="38039"/>
                          <a:pt x="91043" y="14293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7" name="Google Shape;2142;p65">
                    <a:extLst>
                      <a:ext uri="{FF2B5EF4-FFF2-40B4-BE49-F238E27FC236}">
                        <a16:creationId xmlns:a16="http://schemas.microsoft.com/office/drawing/2014/main" id="{5770512C-0757-DBCA-691F-3B331304527D}"/>
                      </a:ext>
                    </a:extLst>
                  </p:cNvPr>
                  <p:cNvSpPr/>
                  <p:nvPr/>
                </p:nvSpPr>
                <p:spPr>
                  <a:xfrm>
                    <a:off x="5077938" y="2695661"/>
                    <a:ext cx="86082" cy="2442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082" h="244249" extrusionOk="0">
                        <a:moveTo>
                          <a:pt x="52303" y="244249"/>
                        </a:moveTo>
                        <a:cubicBezTo>
                          <a:pt x="9631" y="199482"/>
                          <a:pt x="3430" y="132216"/>
                          <a:pt x="278" y="70447"/>
                        </a:cubicBezTo>
                        <a:cubicBezTo>
                          <a:pt x="-1037" y="44643"/>
                          <a:pt x="1535" y="12477"/>
                          <a:pt x="25328" y="2438"/>
                        </a:cubicBezTo>
                        <a:cubicBezTo>
                          <a:pt x="44331" y="-5582"/>
                          <a:pt x="67029" y="7248"/>
                          <a:pt x="76821" y="25403"/>
                        </a:cubicBezTo>
                        <a:cubicBezTo>
                          <a:pt x="86603" y="43557"/>
                          <a:pt x="86641" y="65236"/>
                          <a:pt x="85688" y="85839"/>
                        </a:cubicBezTo>
                        <a:cubicBezTo>
                          <a:pt x="82917" y="145485"/>
                          <a:pt x="52303" y="244249"/>
                          <a:pt x="52303" y="244249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8" name="Google Shape;2143;p65">
                    <a:extLst>
                      <a:ext uri="{FF2B5EF4-FFF2-40B4-BE49-F238E27FC236}">
                        <a16:creationId xmlns:a16="http://schemas.microsoft.com/office/drawing/2014/main" id="{B40993BB-E69B-A98A-0536-A9E2EFEDB881}"/>
                      </a:ext>
                    </a:extLst>
                  </p:cNvPr>
                  <p:cNvSpPr/>
                  <p:nvPr/>
                </p:nvSpPr>
                <p:spPr>
                  <a:xfrm>
                    <a:off x="4779162" y="2735366"/>
                    <a:ext cx="244789" cy="114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789" h="114998" extrusionOk="0">
                        <a:moveTo>
                          <a:pt x="92075" y="13900"/>
                        </a:moveTo>
                        <a:cubicBezTo>
                          <a:pt x="76463" y="6738"/>
                          <a:pt x="60090" y="-177"/>
                          <a:pt x="42916" y="3"/>
                        </a:cubicBezTo>
                        <a:cubicBezTo>
                          <a:pt x="25743" y="185"/>
                          <a:pt x="7502" y="9300"/>
                          <a:pt x="1864" y="25521"/>
                        </a:cubicBezTo>
                        <a:cubicBezTo>
                          <a:pt x="-1118" y="34094"/>
                          <a:pt x="-280" y="43647"/>
                          <a:pt x="2664" y="52229"/>
                        </a:cubicBezTo>
                        <a:cubicBezTo>
                          <a:pt x="9988" y="73565"/>
                          <a:pt x="29515" y="88910"/>
                          <a:pt x="50670" y="96749"/>
                        </a:cubicBezTo>
                        <a:cubicBezTo>
                          <a:pt x="71825" y="104588"/>
                          <a:pt x="94723" y="106017"/>
                          <a:pt x="117240" y="107360"/>
                        </a:cubicBezTo>
                        <a:cubicBezTo>
                          <a:pt x="159760" y="109903"/>
                          <a:pt x="202279" y="112456"/>
                          <a:pt x="244789" y="114999"/>
                        </a:cubicBezTo>
                        <a:cubicBezTo>
                          <a:pt x="244789" y="114999"/>
                          <a:pt x="145262" y="38304"/>
                          <a:pt x="92075" y="13900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9" name="Google Shape;2144;p65">
                    <a:extLst>
                      <a:ext uri="{FF2B5EF4-FFF2-40B4-BE49-F238E27FC236}">
                        <a16:creationId xmlns:a16="http://schemas.microsoft.com/office/drawing/2014/main" id="{8EAEE7F1-CAF4-8818-E9E2-632917F4648D}"/>
                      </a:ext>
                    </a:extLst>
                  </p:cNvPr>
                  <p:cNvSpPr/>
                  <p:nvPr/>
                </p:nvSpPr>
                <p:spPr>
                  <a:xfrm>
                    <a:off x="4979950" y="2602490"/>
                    <a:ext cx="78981" cy="2294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981" h="229463" extrusionOk="0">
                        <a:moveTo>
                          <a:pt x="32523" y="229463"/>
                        </a:moveTo>
                        <a:cubicBezTo>
                          <a:pt x="-9596" y="166427"/>
                          <a:pt x="-10930" y="78616"/>
                          <a:pt x="29247" y="14332"/>
                        </a:cubicBezTo>
                        <a:cubicBezTo>
                          <a:pt x="32390" y="9312"/>
                          <a:pt x="36010" y="4207"/>
                          <a:pt x="41363" y="1673"/>
                        </a:cubicBezTo>
                        <a:cubicBezTo>
                          <a:pt x="58260" y="-6290"/>
                          <a:pt x="73690" y="15770"/>
                          <a:pt x="77129" y="34134"/>
                        </a:cubicBezTo>
                        <a:cubicBezTo>
                          <a:pt x="89893" y="102267"/>
                          <a:pt x="32523" y="229463"/>
                          <a:pt x="32523" y="229463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0" name="Google Shape;2145;p65">
                    <a:extLst>
                      <a:ext uri="{FF2B5EF4-FFF2-40B4-BE49-F238E27FC236}">
                        <a16:creationId xmlns:a16="http://schemas.microsoft.com/office/drawing/2014/main" id="{8EA04975-BFCF-7097-2DD9-B97F34CB83B5}"/>
                      </a:ext>
                    </a:extLst>
                  </p:cNvPr>
                  <p:cNvSpPr/>
                  <p:nvPr/>
                </p:nvSpPr>
                <p:spPr>
                  <a:xfrm>
                    <a:off x="4699057" y="2572386"/>
                    <a:ext cx="206260" cy="1263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6260" h="126303" extrusionOk="0">
                        <a:moveTo>
                          <a:pt x="206260" y="126304"/>
                        </a:moveTo>
                        <a:cubicBezTo>
                          <a:pt x="157797" y="83517"/>
                          <a:pt x="106029" y="44484"/>
                          <a:pt x="51565" y="9660"/>
                        </a:cubicBezTo>
                        <a:cubicBezTo>
                          <a:pt x="44516" y="5155"/>
                          <a:pt x="37020" y="583"/>
                          <a:pt x="28667" y="50"/>
                        </a:cubicBezTo>
                        <a:cubicBezTo>
                          <a:pt x="3483" y="-1550"/>
                          <a:pt x="-8119" y="35797"/>
                          <a:pt x="6264" y="56533"/>
                        </a:cubicBezTo>
                        <a:cubicBezTo>
                          <a:pt x="20647" y="77269"/>
                          <a:pt x="47621" y="84222"/>
                          <a:pt x="72263" y="89670"/>
                        </a:cubicBezTo>
                        <a:cubicBezTo>
                          <a:pt x="115706" y="99272"/>
                          <a:pt x="206260" y="126304"/>
                          <a:pt x="206260" y="126304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1" name="Google Shape;2146;p65">
                    <a:extLst>
                      <a:ext uri="{FF2B5EF4-FFF2-40B4-BE49-F238E27FC236}">
                        <a16:creationId xmlns:a16="http://schemas.microsoft.com/office/drawing/2014/main" id="{F5D3EF47-4211-8734-C0C6-1EF534591351}"/>
                      </a:ext>
                    </a:extLst>
                  </p:cNvPr>
                  <p:cNvSpPr/>
                  <p:nvPr/>
                </p:nvSpPr>
                <p:spPr>
                  <a:xfrm>
                    <a:off x="4883273" y="2480708"/>
                    <a:ext cx="69174" cy="1953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74" h="195339" extrusionOk="0">
                        <a:moveTo>
                          <a:pt x="9748" y="33205"/>
                        </a:moveTo>
                        <a:cubicBezTo>
                          <a:pt x="16225" y="16079"/>
                          <a:pt x="30008" y="-3056"/>
                          <a:pt x="47991" y="411"/>
                        </a:cubicBezTo>
                        <a:cubicBezTo>
                          <a:pt x="60383" y="2801"/>
                          <a:pt x="68355" y="15917"/>
                          <a:pt x="69098" y="28519"/>
                        </a:cubicBezTo>
                        <a:cubicBezTo>
                          <a:pt x="69841" y="41121"/>
                          <a:pt x="65060" y="53313"/>
                          <a:pt x="60364" y="65028"/>
                        </a:cubicBezTo>
                        <a:cubicBezTo>
                          <a:pt x="42943" y="108462"/>
                          <a:pt x="25521" y="151896"/>
                          <a:pt x="8100" y="195340"/>
                        </a:cubicBezTo>
                        <a:cubicBezTo>
                          <a:pt x="8100" y="195330"/>
                          <a:pt x="-11178" y="88507"/>
                          <a:pt x="9748" y="33205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2" name="Google Shape;2147;p65">
                    <a:extLst>
                      <a:ext uri="{FF2B5EF4-FFF2-40B4-BE49-F238E27FC236}">
                        <a16:creationId xmlns:a16="http://schemas.microsoft.com/office/drawing/2014/main" id="{6A3E7B17-E517-4913-E26D-6687378FC773}"/>
                      </a:ext>
                    </a:extLst>
                  </p:cNvPr>
                  <p:cNvSpPr/>
                  <p:nvPr/>
                </p:nvSpPr>
                <p:spPr>
                  <a:xfrm>
                    <a:off x="4640724" y="2466241"/>
                    <a:ext cx="176467" cy="807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467" h="80734" extrusionOk="0">
                        <a:moveTo>
                          <a:pt x="88733" y="24394"/>
                        </a:moveTo>
                        <a:cubicBezTo>
                          <a:pt x="72664" y="12430"/>
                          <a:pt x="55043" y="-66"/>
                          <a:pt x="35012" y="0"/>
                        </a:cubicBezTo>
                        <a:cubicBezTo>
                          <a:pt x="14981" y="67"/>
                          <a:pt x="-5688" y="19841"/>
                          <a:pt x="1436" y="38567"/>
                        </a:cubicBezTo>
                        <a:cubicBezTo>
                          <a:pt x="6828" y="52731"/>
                          <a:pt x="23754" y="58046"/>
                          <a:pt x="38565" y="61217"/>
                        </a:cubicBezTo>
                        <a:cubicBezTo>
                          <a:pt x="83999" y="70933"/>
                          <a:pt x="130119" y="77457"/>
                          <a:pt x="176468" y="80734"/>
                        </a:cubicBezTo>
                        <a:cubicBezTo>
                          <a:pt x="176468" y="80734"/>
                          <a:pt x="111164" y="41101"/>
                          <a:pt x="88733" y="24394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3" name="Google Shape;2148;p65">
                    <a:extLst>
                      <a:ext uri="{FF2B5EF4-FFF2-40B4-BE49-F238E27FC236}">
                        <a16:creationId xmlns:a16="http://schemas.microsoft.com/office/drawing/2014/main" id="{2139E64E-6ECB-C5C0-5CAD-11333E9668FE}"/>
                      </a:ext>
                    </a:extLst>
                  </p:cNvPr>
                  <p:cNvSpPr/>
                  <p:nvPr/>
                </p:nvSpPr>
                <p:spPr>
                  <a:xfrm>
                    <a:off x="4800174" y="2314423"/>
                    <a:ext cx="71175" cy="2089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175" h="208967" extrusionOk="0">
                        <a:moveTo>
                          <a:pt x="12313" y="208968"/>
                        </a:moveTo>
                        <a:cubicBezTo>
                          <a:pt x="-5937" y="150008"/>
                          <a:pt x="-3832" y="84962"/>
                          <a:pt x="18180" y="27307"/>
                        </a:cubicBezTo>
                        <a:cubicBezTo>
                          <a:pt x="22647" y="15601"/>
                          <a:pt x="29639" y="2751"/>
                          <a:pt x="41945" y="351"/>
                        </a:cubicBezTo>
                        <a:cubicBezTo>
                          <a:pt x="56299" y="-2440"/>
                          <a:pt x="69377" y="11886"/>
                          <a:pt x="70939" y="26421"/>
                        </a:cubicBezTo>
                        <a:cubicBezTo>
                          <a:pt x="72501" y="40956"/>
                          <a:pt x="66043" y="55025"/>
                          <a:pt x="59747" y="68226"/>
                        </a:cubicBezTo>
                        <a:cubicBezTo>
                          <a:pt x="39335" y="111022"/>
                          <a:pt x="12313" y="208968"/>
                          <a:pt x="12313" y="208968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4" name="Google Shape;2149;p65">
                    <a:extLst>
                      <a:ext uri="{FF2B5EF4-FFF2-40B4-BE49-F238E27FC236}">
                        <a16:creationId xmlns:a16="http://schemas.microsoft.com/office/drawing/2014/main" id="{FC4A1AFA-B3E9-CF84-A406-1D7EBD57B6D5}"/>
                      </a:ext>
                    </a:extLst>
                  </p:cNvPr>
                  <p:cNvSpPr/>
                  <p:nvPr/>
                </p:nvSpPr>
                <p:spPr>
                  <a:xfrm>
                    <a:off x="4598223" y="2278094"/>
                    <a:ext cx="174449" cy="1629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449" h="162972" extrusionOk="0">
                        <a:moveTo>
                          <a:pt x="174449" y="162972"/>
                        </a:moveTo>
                        <a:cubicBezTo>
                          <a:pt x="156723" y="114052"/>
                          <a:pt x="128710" y="68894"/>
                          <a:pt x="92772" y="31260"/>
                        </a:cubicBezTo>
                        <a:cubicBezTo>
                          <a:pt x="80780" y="18707"/>
                          <a:pt x="67264" y="6610"/>
                          <a:pt x="50586" y="1819"/>
                        </a:cubicBezTo>
                        <a:cubicBezTo>
                          <a:pt x="33898" y="-2972"/>
                          <a:pt x="13391" y="1628"/>
                          <a:pt x="4456" y="16506"/>
                        </a:cubicBezTo>
                        <a:cubicBezTo>
                          <a:pt x="-4192" y="30908"/>
                          <a:pt x="627" y="50329"/>
                          <a:pt x="11372" y="63245"/>
                        </a:cubicBezTo>
                        <a:cubicBezTo>
                          <a:pt x="22116" y="76171"/>
                          <a:pt x="37575" y="84057"/>
                          <a:pt x="52586" y="91611"/>
                        </a:cubicBezTo>
                        <a:cubicBezTo>
                          <a:pt x="93163" y="112013"/>
                          <a:pt x="174449" y="162972"/>
                          <a:pt x="174449" y="162972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5" name="Google Shape;2150;p65">
                    <a:extLst>
                      <a:ext uri="{FF2B5EF4-FFF2-40B4-BE49-F238E27FC236}">
                        <a16:creationId xmlns:a16="http://schemas.microsoft.com/office/drawing/2014/main" id="{D7D5070C-FE7D-161E-570C-2D425366C272}"/>
                      </a:ext>
                    </a:extLst>
                  </p:cNvPr>
                  <p:cNvSpPr/>
                  <p:nvPr/>
                </p:nvSpPr>
                <p:spPr>
                  <a:xfrm>
                    <a:off x="4635679" y="2066132"/>
                    <a:ext cx="105886" cy="2371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5886" h="237164" extrusionOk="0">
                        <a:moveTo>
                          <a:pt x="97046" y="237164"/>
                        </a:moveTo>
                        <a:cubicBezTo>
                          <a:pt x="109057" y="180072"/>
                          <a:pt x="108828" y="120445"/>
                          <a:pt x="96370" y="63448"/>
                        </a:cubicBezTo>
                        <a:cubicBezTo>
                          <a:pt x="89959" y="34120"/>
                          <a:pt x="72948" y="-265"/>
                          <a:pt x="42925" y="2"/>
                        </a:cubicBezTo>
                        <a:cubicBezTo>
                          <a:pt x="17379" y="230"/>
                          <a:pt x="-585" y="28262"/>
                          <a:pt x="15" y="53808"/>
                        </a:cubicBezTo>
                        <a:cubicBezTo>
                          <a:pt x="615" y="79354"/>
                          <a:pt x="14131" y="102519"/>
                          <a:pt x="26504" y="124874"/>
                        </a:cubicBezTo>
                        <a:cubicBezTo>
                          <a:pt x="46582" y="161136"/>
                          <a:pt x="97046" y="237164"/>
                          <a:pt x="97046" y="237164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6" name="Google Shape;2151;p65">
                    <a:extLst>
                      <a:ext uri="{FF2B5EF4-FFF2-40B4-BE49-F238E27FC236}">
                        <a16:creationId xmlns:a16="http://schemas.microsoft.com/office/drawing/2014/main" id="{285DFFF9-DED1-0307-29E4-F10D4CAF6260}"/>
                      </a:ext>
                    </a:extLst>
                  </p:cNvPr>
                  <p:cNvSpPr/>
                  <p:nvPr/>
                </p:nvSpPr>
                <p:spPr>
                  <a:xfrm>
                    <a:off x="4731682" y="2302245"/>
                    <a:ext cx="482385" cy="6986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2385" h="698658" extrusionOk="0">
                        <a:moveTo>
                          <a:pt x="482293" y="698054"/>
                        </a:moveTo>
                        <a:cubicBezTo>
                          <a:pt x="482284" y="698063"/>
                          <a:pt x="482284" y="698073"/>
                          <a:pt x="482274" y="698082"/>
                        </a:cubicBezTo>
                        <a:cubicBezTo>
                          <a:pt x="482017" y="698597"/>
                          <a:pt x="481388" y="698806"/>
                          <a:pt x="480874" y="698549"/>
                        </a:cubicBezTo>
                        <a:cubicBezTo>
                          <a:pt x="480655" y="698444"/>
                          <a:pt x="458824" y="687471"/>
                          <a:pt x="424667" y="663364"/>
                        </a:cubicBezTo>
                        <a:cubicBezTo>
                          <a:pt x="393168" y="641132"/>
                          <a:pt x="344409" y="602832"/>
                          <a:pt x="291031" y="546673"/>
                        </a:cubicBezTo>
                        <a:cubicBezTo>
                          <a:pt x="231052" y="483560"/>
                          <a:pt x="177579" y="411199"/>
                          <a:pt x="132107" y="331608"/>
                        </a:cubicBezTo>
                        <a:cubicBezTo>
                          <a:pt x="75271" y="232129"/>
                          <a:pt x="30827" y="121001"/>
                          <a:pt x="33" y="1309"/>
                        </a:cubicBezTo>
                        <a:cubicBezTo>
                          <a:pt x="-110" y="747"/>
                          <a:pt x="224" y="185"/>
                          <a:pt x="786" y="33"/>
                        </a:cubicBezTo>
                        <a:cubicBezTo>
                          <a:pt x="1347" y="-110"/>
                          <a:pt x="1909" y="224"/>
                          <a:pt x="2052" y="785"/>
                        </a:cubicBezTo>
                        <a:cubicBezTo>
                          <a:pt x="32799" y="120267"/>
                          <a:pt x="77157" y="231205"/>
                          <a:pt x="133888" y="330503"/>
                        </a:cubicBezTo>
                        <a:cubicBezTo>
                          <a:pt x="179265" y="409941"/>
                          <a:pt x="232624" y="482160"/>
                          <a:pt x="292479" y="545158"/>
                        </a:cubicBezTo>
                        <a:cubicBezTo>
                          <a:pt x="345733" y="601203"/>
                          <a:pt x="394378" y="639418"/>
                          <a:pt x="425801" y="661601"/>
                        </a:cubicBezTo>
                        <a:cubicBezTo>
                          <a:pt x="459852" y="685643"/>
                          <a:pt x="481598" y="696568"/>
                          <a:pt x="481808" y="696682"/>
                        </a:cubicBezTo>
                        <a:cubicBezTo>
                          <a:pt x="482312" y="696939"/>
                          <a:pt x="482522" y="697539"/>
                          <a:pt x="482293" y="69805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7" name="Google Shape;2152;p65">
                    <a:extLst>
                      <a:ext uri="{FF2B5EF4-FFF2-40B4-BE49-F238E27FC236}">
                        <a16:creationId xmlns:a16="http://schemas.microsoft.com/office/drawing/2014/main" id="{DF95ED16-CCCD-C0DA-5E3B-3D41B14B6943}"/>
                      </a:ext>
                    </a:extLst>
                  </p:cNvPr>
                  <p:cNvSpPr/>
                  <p:nvPr/>
                </p:nvSpPr>
                <p:spPr>
                  <a:xfrm>
                    <a:off x="4731682" y="2302245"/>
                    <a:ext cx="482385" cy="6986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2385" h="698658" extrusionOk="0">
                        <a:moveTo>
                          <a:pt x="482293" y="698054"/>
                        </a:moveTo>
                        <a:cubicBezTo>
                          <a:pt x="482284" y="698063"/>
                          <a:pt x="482284" y="698073"/>
                          <a:pt x="482274" y="698082"/>
                        </a:cubicBezTo>
                        <a:cubicBezTo>
                          <a:pt x="482017" y="698597"/>
                          <a:pt x="481388" y="698806"/>
                          <a:pt x="480874" y="698549"/>
                        </a:cubicBezTo>
                        <a:cubicBezTo>
                          <a:pt x="480655" y="698444"/>
                          <a:pt x="458824" y="687471"/>
                          <a:pt x="424667" y="663364"/>
                        </a:cubicBezTo>
                        <a:cubicBezTo>
                          <a:pt x="393168" y="641132"/>
                          <a:pt x="344409" y="602832"/>
                          <a:pt x="291031" y="546673"/>
                        </a:cubicBezTo>
                        <a:cubicBezTo>
                          <a:pt x="231052" y="483560"/>
                          <a:pt x="177579" y="411199"/>
                          <a:pt x="132107" y="331608"/>
                        </a:cubicBezTo>
                        <a:cubicBezTo>
                          <a:pt x="75271" y="232129"/>
                          <a:pt x="30827" y="121001"/>
                          <a:pt x="33" y="1309"/>
                        </a:cubicBezTo>
                        <a:cubicBezTo>
                          <a:pt x="-110" y="747"/>
                          <a:pt x="224" y="185"/>
                          <a:pt x="786" y="33"/>
                        </a:cubicBezTo>
                        <a:cubicBezTo>
                          <a:pt x="1347" y="-110"/>
                          <a:pt x="1909" y="224"/>
                          <a:pt x="2052" y="785"/>
                        </a:cubicBezTo>
                        <a:cubicBezTo>
                          <a:pt x="32799" y="120267"/>
                          <a:pt x="77157" y="231205"/>
                          <a:pt x="133888" y="330503"/>
                        </a:cubicBezTo>
                        <a:cubicBezTo>
                          <a:pt x="179265" y="409941"/>
                          <a:pt x="232624" y="482160"/>
                          <a:pt x="292479" y="545158"/>
                        </a:cubicBezTo>
                        <a:cubicBezTo>
                          <a:pt x="345733" y="601203"/>
                          <a:pt x="394378" y="639418"/>
                          <a:pt x="425801" y="661601"/>
                        </a:cubicBezTo>
                        <a:cubicBezTo>
                          <a:pt x="459852" y="685643"/>
                          <a:pt x="481598" y="696568"/>
                          <a:pt x="481808" y="696682"/>
                        </a:cubicBezTo>
                        <a:cubicBezTo>
                          <a:pt x="482312" y="696939"/>
                          <a:pt x="482522" y="697539"/>
                          <a:pt x="482293" y="698054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76" name="Google Shape;2153;p65">
                  <a:extLst>
                    <a:ext uri="{FF2B5EF4-FFF2-40B4-BE49-F238E27FC236}">
                      <a16:creationId xmlns:a16="http://schemas.microsoft.com/office/drawing/2014/main" id="{70465B87-6F9D-59B9-F053-EC3C6F1FDC95}"/>
                    </a:ext>
                  </a:extLst>
                </p:cNvPr>
                <p:cNvGrpSpPr/>
                <p:nvPr/>
              </p:nvGrpSpPr>
              <p:grpSpPr>
                <a:xfrm>
                  <a:off x="4342323" y="2520067"/>
                  <a:ext cx="725572" cy="862272"/>
                  <a:chOff x="4342323" y="2520067"/>
                  <a:chExt cx="725572" cy="862272"/>
                </a:xfrm>
              </p:grpSpPr>
              <p:sp>
                <p:nvSpPr>
                  <p:cNvPr id="777" name="Google Shape;2154;p65">
                    <a:extLst>
                      <a:ext uri="{FF2B5EF4-FFF2-40B4-BE49-F238E27FC236}">
                        <a16:creationId xmlns:a16="http://schemas.microsoft.com/office/drawing/2014/main" id="{FC69188F-128E-2EF7-7AE8-13F323B9268E}"/>
                      </a:ext>
                    </a:extLst>
                  </p:cNvPr>
                  <p:cNvSpPr/>
                  <p:nvPr/>
                </p:nvSpPr>
                <p:spPr>
                  <a:xfrm>
                    <a:off x="4342323" y="2520067"/>
                    <a:ext cx="653281" cy="6711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3281" h="671194" extrusionOk="0">
                        <a:moveTo>
                          <a:pt x="604276" y="649186"/>
                        </a:moveTo>
                        <a:cubicBezTo>
                          <a:pt x="611905" y="643861"/>
                          <a:pt x="618820" y="637451"/>
                          <a:pt x="624850" y="629822"/>
                        </a:cubicBezTo>
                        <a:cubicBezTo>
                          <a:pt x="648919" y="599332"/>
                          <a:pt x="656473" y="558155"/>
                          <a:pt x="652110" y="519560"/>
                        </a:cubicBezTo>
                        <a:cubicBezTo>
                          <a:pt x="644947" y="456238"/>
                          <a:pt x="608819" y="400002"/>
                          <a:pt x="568862" y="350358"/>
                        </a:cubicBezTo>
                        <a:cubicBezTo>
                          <a:pt x="425663" y="172440"/>
                          <a:pt x="221418" y="52054"/>
                          <a:pt x="0" y="0"/>
                        </a:cubicBezTo>
                        <a:cubicBezTo>
                          <a:pt x="107804" y="94831"/>
                          <a:pt x="141827" y="243554"/>
                          <a:pt x="191005" y="372323"/>
                        </a:cubicBezTo>
                        <a:cubicBezTo>
                          <a:pt x="232572" y="481165"/>
                          <a:pt x="294189" y="591988"/>
                          <a:pt x="399336" y="642195"/>
                        </a:cubicBezTo>
                        <a:cubicBezTo>
                          <a:pt x="454885" y="668722"/>
                          <a:pt x="548459" y="688134"/>
                          <a:pt x="604276" y="649186"/>
                        </a:cubicBezTo>
                        <a:close/>
                      </a:path>
                    </a:pathLst>
                  </a:custGeom>
                  <a:solidFill>
                    <a:srgbClr val="2CBF7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8" name="Google Shape;2155;p65">
                    <a:extLst>
                      <a:ext uri="{FF2B5EF4-FFF2-40B4-BE49-F238E27FC236}">
                        <a16:creationId xmlns:a16="http://schemas.microsoft.com/office/drawing/2014/main" id="{19480ED3-B2A8-D95A-8B35-3AA7A8FFD0CE}"/>
                      </a:ext>
                    </a:extLst>
                  </p:cNvPr>
                  <p:cNvSpPr/>
                  <p:nvPr/>
                </p:nvSpPr>
                <p:spPr>
                  <a:xfrm>
                    <a:off x="4357600" y="2521180"/>
                    <a:ext cx="710295" cy="861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0295" h="861159" extrusionOk="0">
                        <a:moveTo>
                          <a:pt x="710071" y="860766"/>
                        </a:moveTo>
                        <a:cubicBezTo>
                          <a:pt x="710290" y="860490"/>
                          <a:pt x="710366" y="860099"/>
                          <a:pt x="710223" y="859747"/>
                        </a:cubicBezTo>
                        <a:cubicBezTo>
                          <a:pt x="658302" y="725682"/>
                          <a:pt x="576025" y="605334"/>
                          <a:pt x="496453" y="488957"/>
                        </a:cubicBezTo>
                        <a:cubicBezTo>
                          <a:pt x="473536" y="455439"/>
                          <a:pt x="449848" y="420787"/>
                          <a:pt x="424835" y="387878"/>
                        </a:cubicBezTo>
                        <a:cubicBezTo>
                          <a:pt x="370247" y="316050"/>
                          <a:pt x="305992" y="247499"/>
                          <a:pt x="228401" y="178299"/>
                        </a:cubicBezTo>
                        <a:cubicBezTo>
                          <a:pt x="164307" y="121130"/>
                          <a:pt x="90127" y="62876"/>
                          <a:pt x="1649" y="191"/>
                        </a:cubicBezTo>
                        <a:cubicBezTo>
                          <a:pt x="1182" y="-142"/>
                          <a:pt x="515" y="-28"/>
                          <a:pt x="191" y="439"/>
                        </a:cubicBezTo>
                        <a:cubicBezTo>
                          <a:pt x="-142" y="906"/>
                          <a:pt x="-28" y="1563"/>
                          <a:pt x="439" y="1896"/>
                        </a:cubicBezTo>
                        <a:cubicBezTo>
                          <a:pt x="88860" y="64533"/>
                          <a:pt x="162974" y="122740"/>
                          <a:pt x="227010" y="179852"/>
                        </a:cubicBezTo>
                        <a:cubicBezTo>
                          <a:pt x="304496" y="248956"/>
                          <a:pt x="368666" y="317412"/>
                          <a:pt x="423168" y="389135"/>
                        </a:cubicBezTo>
                        <a:cubicBezTo>
                          <a:pt x="448152" y="422006"/>
                          <a:pt x="471831" y="456639"/>
                          <a:pt x="494729" y="490129"/>
                        </a:cubicBezTo>
                        <a:cubicBezTo>
                          <a:pt x="574235" y="606410"/>
                          <a:pt x="656445" y="726654"/>
                          <a:pt x="708280" y="860490"/>
                        </a:cubicBezTo>
                        <a:cubicBezTo>
                          <a:pt x="708490" y="861023"/>
                          <a:pt x="709090" y="861299"/>
                          <a:pt x="709632" y="861089"/>
                        </a:cubicBezTo>
                        <a:cubicBezTo>
                          <a:pt x="709813" y="861023"/>
                          <a:pt x="709966" y="860909"/>
                          <a:pt x="710071" y="86076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9" name="Google Shape;2156;p65">
                    <a:extLst>
                      <a:ext uri="{FF2B5EF4-FFF2-40B4-BE49-F238E27FC236}">
                        <a16:creationId xmlns:a16="http://schemas.microsoft.com/office/drawing/2014/main" id="{9C0670A0-252C-497B-3D31-E013361C8ECE}"/>
                      </a:ext>
                    </a:extLst>
                  </p:cNvPr>
                  <p:cNvSpPr/>
                  <p:nvPr/>
                </p:nvSpPr>
                <p:spPr>
                  <a:xfrm>
                    <a:off x="4906395" y="2871350"/>
                    <a:ext cx="27041" cy="2474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41" h="247401" extrusionOk="0">
                        <a:moveTo>
                          <a:pt x="26821" y="247011"/>
                        </a:moveTo>
                        <a:cubicBezTo>
                          <a:pt x="26964" y="246830"/>
                          <a:pt x="27050" y="246601"/>
                          <a:pt x="27040" y="246354"/>
                        </a:cubicBezTo>
                        <a:cubicBezTo>
                          <a:pt x="26031" y="164162"/>
                          <a:pt x="17630" y="81562"/>
                          <a:pt x="2066" y="847"/>
                        </a:cubicBezTo>
                        <a:cubicBezTo>
                          <a:pt x="1961" y="275"/>
                          <a:pt x="1409" y="-87"/>
                          <a:pt x="847" y="18"/>
                        </a:cubicBezTo>
                        <a:cubicBezTo>
                          <a:pt x="275" y="123"/>
                          <a:pt x="-87" y="675"/>
                          <a:pt x="18" y="1237"/>
                        </a:cubicBezTo>
                        <a:cubicBezTo>
                          <a:pt x="15563" y="81828"/>
                          <a:pt x="23945" y="164305"/>
                          <a:pt x="24954" y="246373"/>
                        </a:cubicBezTo>
                        <a:cubicBezTo>
                          <a:pt x="24964" y="246954"/>
                          <a:pt x="25431" y="247411"/>
                          <a:pt x="26012" y="247401"/>
                        </a:cubicBezTo>
                        <a:cubicBezTo>
                          <a:pt x="26336" y="247401"/>
                          <a:pt x="26631" y="247249"/>
                          <a:pt x="26821" y="247011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0" name="Google Shape;2157;p65">
                    <a:extLst>
                      <a:ext uri="{FF2B5EF4-FFF2-40B4-BE49-F238E27FC236}">
                        <a16:creationId xmlns:a16="http://schemas.microsoft.com/office/drawing/2014/main" id="{F94DF410-A2F5-E0E7-90A7-3D162E68CB34}"/>
                      </a:ext>
                    </a:extLst>
                  </p:cNvPr>
                  <p:cNvSpPr/>
                  <p:nvPr/>
                </p:nvSpPr>
                <p:spPr>
                  <a:xfrm>
                    <a:off x="4773367" y="2730493"/>
                    <a:ext cx="33133" cy="212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133" h="212544" extrusionOk="0">
                        <a:moveTo>
                          <a:pt x="32909" y="212141"/>
                        </a:moveTo>
                        <a:cubicBezTo>
                          <a:pt x="33071" y="211941"/>
                          <a:pt x="33157" y="211674"/>
                          <a:pt x="33128" y="211398"/>
                        </a:cubicBezTo>
                        <a:cubicBezTo>
                          <a:pt x="31309" y="192491"/>
                          <a:pt x="11544" y="40920"/>
                          <a:pt x="2058" y="800"/>
                        </a:cubicBezTo>
                        <a:cubicBezTo>
                          <a:pt x="1924" y="238"/>
                          <a:pt x="1362" y="-105"/>
                          <a:pt x="800" y="29"/>
                        </a:cubicBezTo>
                        <a:cubicBezTo>
                          <a:pt x="238" y="162"/>
                          <a:pt x="-105" y="724"/>
                          <a:pt x="29" y="1286"/>
                        </a:cubicBezTo>
                        <a:cubicBezTo>
                          <a:pt x="9497" y="41329"/>
                          <a:pt x="29232" y="192719"/>
                          <a:pt x="31052" y="211598"/>
                        </a:cubicBezTo>
                        <a:cubicBezTo>
                          <a:pt x="31109" y="212169"/>
                          <a:pt x="31614" y="212589"/>
                          <a:pt x="32195" y="212541"/>
                        </a:cubicBezTo>
                        <a:cubicBezTo>
                          <a:pt x="32480" y="212503"/>
                          <a:pt x="32738" y="212360"/>
                          <a:pt x="32909" y="212141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1" name="Google Shape;2158;p65">
                    <a:extLst>
                      <a:ext uri="{FF2B5EF4-FFF2-40B4-BE49-F238E27FC236}">
                        <a16:creationId xmlns:a16="http://schemas.microsoft.com/office/drawing/2014/main" id="{D8A1D233-86E8-BA19-7AD3-343D171709F2}"/>
                      </a:ext>
                    </a:extLst>
                  </p:cNvPr>
                  <p:cNvSpPr/>
                  <p:nvPr/>
                </p:nvSpPr>
                <p:spPr>
                  <a:xfrm>
                    <a:off x="4576534" y="2604192"/>
                    <a:ext cx="64540" cy="1488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540" h="148881" extrusionOk="0">
                        <a:moveTo>
                          <a:pt x="64313" y="148476"/>
                        </a:moveTo>
                        <a:cubicBezTo>
                          <a:pt x="64503" y="148237"/>
                          <a:pt x="64589" y="147914"/>
                          <a:pt x="64513" y="147590"/>
                        </a:cubicBezTo>
                        <a:cubicBezTo>
                          <a:pt x="53540" y="100946"/>
                          <a:pt x="31318" y="37786"/>
                          <a:pt x="1867" y="400"/>
                        </a:cubicBezTo>
                        <a:cubicBezTo>
                          <a:pt x="1505" y="-57"/>
                          <a:pt x="857" y="-133"/>
                          <a:pt x="400" y="228"/>
                        </a:cubicBezTo>
                        <a:cubicBezTo>
                          <a:pt x="-57" y="590"/>
                          <a:pt x="-134" y="1238"/>
                          <a:pt x="228" y="1695"/>
                        </a:cubicBezTo>
                        <a:cubicBezTo>
                          <a:pt x="29470" y="38814"/>
                          <a:pt x="51559" y="101651"/>
                          <a:pt x="62474" y="148076"/>
                        </a:cubicBezTo>
                        <a:cubicBezTo>
                          <a:pt x="62608" y="148638"/>
                          <a:pt x="63170" y="148980"/>
                          <a:pt x="63732" y="148857"/>
                        </a:cubicBezTo>
                        <a:cubicBezTo>
                          <a:pt x="63970" y="148790"/>
                          <a:pt x="64170" y="148657"/>
                          <a:pt x="64313" y="14847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2" name="Google Shape;2159;p65">
                    <a:extLst>
                      <a:ext uri="{FF2B5EF4-FFF2-40B4-BE49-F238E27FC236}">
                        <a16:creationId xmlns:a16="http://schemas.microsoft.com/office/drawing/2014/main" id="{099286FD-26E1-D5B2-228D-F19FC43CCA21}"/>
                      </a:ext>
                    </a:extLst>
                  </p:cNvPr>
                  <p:cNvSpPr/>
                  <p:nvPr/>
                </p:nvSpPr>
                <p:spPr>
                  <a:xfrm>
                    <a:off x="4464311" y="2707845"/>
                    <a:ext cx="176809" cy="45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809" h="45854" extrusionOk="0">
                        <a:moveTo>
                          <a:pt x="176583" y="45460"/>
                        </a:moveTo>
                        <a:cubicBezTo>
                          <a:pt x="176688" y="45327"/>
                          <a:pt x="176754" y="45175"/>
                          <a:pt x="176792" y="45003"/>
                        </a:cubicBezTo>
                        <a:cubicBezTo>
                          <a:pt x="176897" y="44432"/>
                          <a:pt x="176516" y="43889"/>
                          <a:pt x="175954" y="43784"/>
                        </a:cubicBezTo>
                        <a:lnTo>
                          <a:pt x="101812" y="30258"/>
                        </a:lnTo>
                        <a:cubicBezTo>
                          <a:pt x="66188" y="23762"/>
                          <a:pt x="28669" y="12485"/>
                          <a:pt x="1475" y="93"/>
                        </a:cubicBezTo>
                        <a:cubicBezTo>
                          <a:pt x="951" y="-145"/>
                          <a:pt x="332" y="93"/>
                          <a:pt x="94" y="607"/>
                        </a:cubicBezTo>
                        <a:cubicBezTo>
                          <a:pt x="-144" y="1131"/>
                          <a:pt x="85" y="1750"/>
                          <a:pt x="609" y="1988"/>
                        </a:cubicBezTo>
                        <a:cubicBezTo>
                          <a:pt x="27955" y="14447"/>
                          <a:pt x="65655" y="25782"/>
                          <a:pt x="101440" y="32306"/>
                        </a:cubicBezTo>
                        <a:lnTo>
                          <a:pt x="175583" y="45832"/>
                        </a:lnTo>
                        <a:cubicBezTo>
                          <a:pt x="175964" y="45917"/>
                          <a:pt x="176345" y="45756"/>
                          <a:pt x="176583" y="45460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3" name="Google Shape;2160;p65">
                    <a:extLst>
                      <a:ext uri="{FF2B5EF4-FFF2-40B4-BE49-F238E27FC236}">
                        <a16:creationId xmlns:a16="http://schemas.microsoft.com/office/drawing/2014/main" id="{84EDFC9F-B46D-4F3E-12DA-BDF1479974D8}"/>
                      </a:ext>
                    </a:extLst>
                  </p:cNvPr>
                  <p:cNvSpPr/>
                  <p:nvPr/>
                </p:nvSpPr>
                <p:spPr>
                  <a:xfrm>
                    <a:off x="4526823" y="2876626"/>
                    <a:ext cx="279676" cy="690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9676" h="69039" extrusionOk="0">
                        <a:moveTo>
                          <a:pt x="279453" y="66008"/>
                        </a:moveTo>
                        <a:cubicBezTo>
                          <a:pt x="279634" y="65779"/>
                          <a:pt x="279710" y="65484"/>
                          <a:pt x="279663" y="65179"/>
                        </a:cubicBezTo>
                        <a:cubicBezTo>
                          <a:pt x="279568" y="64607"/>
                          <a:pt x="279025" y="64226"/>
                          <a:pt x="278453" y="64331"/>
                        </a:cubicBezTo>
                        <a:cubicBezTo>
                          <a:pt x="226046" y="73437"/>
                          <a:pt x="177012" y="57911"/>
                          <a:pt x="125091" y="41461"/>
                        </a:cubicBezTo>
                        <a:cubicBezTo>
                          <a:pt x="117938" y="39195"/>
                          <a:pt x="110537" y="36851"/>
                          <a:pt x="103231" y="34613"/>
                        </a:cubicBezTo>
                        <a:cubicBezTo>
                          <a:pt x="87439" y="29774"/>
                          <a:pt x="69598" y="23459"/>
                          <a:pt x="52339" y="17344"/>
                        </a:cubicBezTo>
                        <a:cubicBezTo>
                          <a:pt x="35061" y="11229"/>
                          <a:pt x="17192" y="4905"/>
                          <a:pt x="1352" y="47"/>
                        </a:cubicBezTo>
                        <a:cubicBezTo>
                          <a:pt x="799" y="-125"/>
                          <a:pt x="218" y="190"/>
                          <a:pt x="47" y="742"/>
                        </a:cubicBezTo>
                        <a:cubicBezTo>
                          <a:pt x="-125" y="1295"/>
                          <a:pt x="190" y="1876"/>
                          <a:pt x="742" y="2047"/>
                        </a:cubicBezTo>
                        <a:cubicBezTo>
                          <a:pt x="16535" y="6886"/>
                          <a:pt x="34384" y="13201"/>
                          <a:pt x="51644" y="19316"/>
                        </a:cubicBezTo>
                        <a:cubicBezTo>
                          <a:pt x="68922" y="25431"/>
                          <a:pt x="86791" y="31756"/>
                          <a:pt x="102622" y="36604"/>
                        </a:cubicBezTo>
                        <a:cubicBezTo>
                          <a:pt x="109918" y="38842"/>
                          <a:pt x="117309" y="41185"/>
                          <a:pt x="124462" y="43443"/>
                        </a:cubicBezTo>
                        <a:cubicBezTo>
                          <a:pt x="174335" y="59235"/>
                          <a:pt x="225904" y="75571"/>
                          <a:pt x="278815" y="66379"/>
                        </a:cubicBezTo>
                        <a:cubicBezTo>
                          <a:pt x="279072" y="66341"/>
                          <a:pt x="279291" y="66198"/>
                          <a:pt x="279453" y="6600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4" name="Google Shape;2161;p65">
                    <a:extLst>
                      <a:ext uri="{FF2B5EF4-FFF2-40B4-BE49-F238E27FC236}">
                        <a16:creationId xmlns:a16="http://schemas.microsoft.com/office/drawing/2014/main" id="{14D9405E-121C-4387-1F32-8DE149A60A88}"/>
                      </a:ext>
                    </a:extLst>
                  </p:cNvPr>
                  <p:cNvSpPr/>
                  <p:nvPr/>
                </p:nvSpPr>
                <p:spPr>
                  <a:xfrm>
                    <a:off x="4631265" y="3067746"/>
                    <a:ext cx="298379" cy="445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379" h="44556" extrusionOk="0">
                        <a:moveTo>
                          <a:pt x="298160" y="44147"/>
                        </a:moveTo>
                        <a:cubicBezTo>
                          <a:pt x="298293" y="43976"/>
                          <a:pt x="298379" y="43757"/>
                          <a:pt x="298379" y="43528"/>
                        </a:cubicBezTo>
                        <a:cubicBezTo>
                          <a:pt x="298389" y="42947"/>
                          <a:pt x="297941" y="42471"/>
                          <a:pt x="297360" y="42461"/>
                        </a:cubicBezTo>
                        <a:cubicBezTo>
                          <a:pt x="197462" y="40080"/>
                          <a:pt x="97859" y="25812"/>
                          <a:pt x="1313" y="37"/>
                        </a:cubicBezTo>
                        <a:cubicBezTo>
                          <a:pt x="751" y="-115"/>
                          <a:pt x="180" y="218"/>
                          <a:pt x="37" y="780"/>
                        </a:cubicBezTo>
                        <a:cubicBezTo>
                          <a:pt x="-115" y="1342"/>
                          <a:pt x="218" y="1913"/>
                          <a:pt x="780" y="2056"/>
                        </a:cubicBezTo>
                        <a:cubicBezTo>
                          <a:pt x="97487" y="27869"/>
                          <a:pt x="197252" y="42176"/>
                          <a:pt x="297312" y="44557"/>
                        </a:cubicBezTo>
                        <a:cubicBezTo>
                          <a:pt x="297655" y="44557"/>
                          <a:pt x="297969" y="44395"/>
                          <a:pt x="298160" y="44147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5" name="Google Shape;2162;p65">
                    <a:extLst>
                      <a:ext uri="{FF2B5EF4-FFF2-40B4-BE49-F238E27FC236}">
                        <a16:creationId xmlns:a16="http://schemas.microsoft.com/office/drawing/2014/main" id="{EFB19DAF-407E-FA59-F94C-6F5408726CD4}"/>
                      </a:ext>
                    </a:extLst>
                  </p:cNvPr>
                  <p:cNvSpPr/>
                  <p:nvPr/>
                </p:nvSpPr>
                <p:spPr>
                  <a:xfrm>
                    <a:off x="4357600" y="2521180"/>
                    <a:ext cx="710295" cy="8611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0295" h="861159" extrusionOk="0">
                        <a:moveTo>
                          <a:pt x="710071" y="860766"/>
                        </a:moveTo>
                        <a:cubicBezTo>
                          <a:pt x="710290" y="860490"/>
                          <a:pt x="710366" y="860099"/>
                          <a:pt x="710223" y="859747"/>
                        </a:cubicBezTo>
                        <a:cubicBezTo>
                          <a:pt x="658302" y="725682"/>
                          <a:pt x="576025" y="605334"/>
                          <a:pt x="496453" y="488957"/>
                        </a:cubicBezTo>
                        <a:cubicBezTo>
                          <a:pt x="473536" y="455439"/>
                          <a:pt x="449848" y="420787"/>
                          <a:pt x="424835" y="387878"/>
                        </a:cubicBezTo>
                        <a:cubicBezTo>
                          <a:pt x="370247" y="316050"/>
                          <a:pt x="305992" y="247499"/>
                          <a:pt x="228401" y="178299"/>
                        </a:cubicBezTo>
                        <a:cubicBezTo>
                          <a:pt x="164307" y="121130"/>
                          <a:pt x="90127" y="62876"/>
                          <a:pt x="1649" y="191"/>
                        </a:cubicBezTo>
                        <a:cubicBezTo>
                          <a:pt x="1182" y="-142"/>
                          <a:pt x="515" y="-28"/>
                          <a:pt x="191" y="439"/>
                        </a:cubicBezTo>
                        <a:cubicBezTo>
                          <a:pt x="-142" y="906"/>
                          <a:pt x="-28" y="1563"/>
                          <a:pt x="439" y="1896"/>
                        </a:cubicBezTo>
                        <a:cubicBezTo>
                          <a:pt x="88860" y="64533"/>
                          <a:pt x="162974" y="122740"/>
                          <a:pt x="227010" y="179852"/>
                        </a:cubicBezTo>
                        <a:cubicBezTo>
                          <a:pt x="304496" y="248956"/>
                          <a:pt x="368666" y="317412"/>
                          <a:pt x="423168" y="389135"/>
                        </a:cubicBezTo>
                        <a:cubicBezTo>
                          <a:pt x="448152" y="422006"/>
                          <a:pt x="471831" y="456639"/>
                          <a:pt x="494729" y="490129"/>
                        </a:cubicBezTo>
                        <a:cubicBezTo>
                          <a:pt x="574235" y="606410"/>
                          <a:pt x="656445" y="726654"/>
                          <a:pt x="708280" y="860490"/>
                        </a:cubicBezTo>
                        <a:cubicBezTo>
                          <a:pt x="708490" y="861023"/>
                          <a:pt x="709090" y="861299"/>
                          <a:pt x="709632" y="861089"/>
                        </a:cubicBezTo>
                        <a:cubicBezTo>
                          <a:pt x="709813" y="861023"/>
                          <a:pt x="709966" y="860909"/>
                          <a:pt x="710071" y="86076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67" name="Google Shape;2163;p65">
                <a:extLst>
                  <a:ext uri="{FF2B5EF4-FFF2-40B4-BE49-F238E27FC236}">
                    <a16:creationId xmlns:a16="http://schemas.microsoft.com/office/drawing/2014/main" id="{F6EBD172-685E-CED6-CEB4-7134816B3DC2}"/>
                  </a:ext>
                </a:extLst>
              </p:cNvPr>
              <p:cNvGrpSpPr/>
              <p:nvPr/>
            </p:nvGrpSpPr>
            <p:grpSpPr>
              <a:xfrm>
                <a:off x="2943439" y="2811414"/>
                <a:ext cx="1083686" cy="837847"/>
                <a:chOff x="3924585" y="3748552"/>
                <a:chExt cx="1444914" cy="1117130"/>
              </a:xfrm>
            </p:grpSpPr>
            <p:grpSp>
              <p:nvGrpSpPr>
                <p:cNvPr id="727" name="Google Shape;2164;p65">
                  <a:extLst>
                    <a:ext uri="{FF2B5EF4-FFF2-40B4-BE49-F238E27FC236}">
                      <a16:creationId xmlns:a16="http://schemas.microsoft.com/office/drawing/2014/main" id="{843E9AE9-A8E2-9E5D-2A56-C983FE109DEC}"/>
                    </a:ext>
                  </a:extLst>
                </p:cNvPr>
                <p:cNvGrpSpPr/>
                <p:nvPr/>
              </p:nvGrpSpPr>
              <p:grpSpPr>
                <a:xfrm>
                  <a:off x="4740209" y="4251799"/>
                  <a:ext cx="462271" cy="613883"/>
                  <a:chOff x="4740209" y="4251799"/>
                  <a:chExt cx="462271" cy="613883"/>
                </a:xfrm>
              </p:grpSpPr>
              <p:sp>
                <p:nvSpPr>
                  <p:cNvPr id="763" name="Google Shape;2165;p65">
                    <a:extLst>
                      <a:ext uri="{FF2B5EF4-FFF2-40B4-BE49-F238E27FC236}">
                        <a16:creationId xmlns:a16="http://schemas.microsoft.com/office/drawing/2014/main" id="{6BE264E1-7CFB-1252-DFF9-42AD6B1E674C}"/>
                      </a:ext>
                    </a:extLst>
                  </p:cNvPr>
                  <p:cNvSpPr/>
                  <p:nvPr/>
                </p:nvSpPr>
                <p:spPr>
                  <a:xfrm>
                    <a:off x="4741064" y="4346266"/>
                    <a:ext cx="417942" cy="5181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942" h="518160" extrusionOk="0">
                        <a:moveTo>
                          <a:pt x="189980" y="22356"/>
                        </a:moveTo>
                        <a:cubicBezTo>
                          <a:pt x="179303" y="29557"/>
                          <a:pt x="169254" y="37901"/>
                          <a:pt x="159910" y="46483"/>
                        </a:cubicBezTo>
                        <a:cubicBezTo>
                          <a:pt x="29665" y="166136"/>
                          <a:pt x="-21656" y="346101"/>
                          <a:pt x="8291" y="518161"/>
                        </a:cubicBezTo>
                        <a:cubicBezTo>
                          <a:pt x="173474" y="504416"/>
                          <a:pt x="332398" y="381315"/>
                          <a:pt x="398559" y="232077"/>
                        </a:cubicBezTo>
                        <a:cubicBezTo>
                          <a:pt x="412685" y="200207"/>
                          <a:pt x="423324" y="164612"/>
                          <a:pt x="415028" y="130751"/>
                        </a:cubicBezTo>
                        <a:cubicBezTo>
                          <a:pt x="405369" y="91355"/>
                          <a:pt x="372375" y="62532"/>
                          <a:pt x="339961" y="38158"/>
                        </a:cubicBezTo>
                        <a:cubicBezTo>
                          <a:pt x="315320" y="19632"/>
                          <a:pt x="288078" y="1401"/>
                          <a:pt x="257275" y="77"/>
                        </a:cubicBezTo>
                        <a:cubicBezTo>
                          <a:pt x="233043" y="-961"/>
                          <a:pt x="210383" y="8602"/>
                          <a:pt x="189980" y="22356"/>
                        </a:cubicBezTo>
                        <a:close/>
                      </a:path>
                    </a:pathLst>
                  </a:custGeom>
                  <a:solidFill>
                    <a:srgbClr val="2CBF7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4" name="Google Shape;2166;p65">
                    <a:extLst>
                      <a:ext uri="{FF2B5EF4-FFF2-40B4-BE49-F238E27FC236}">
                        <a16:creationId xmlns:a16="http://schemas.microsoft.com/office/drawing/2014/main" id="{C7AB5BEC-1135-203E-14B2-C6DAE179315A}"/>
                      </a:ext>
                    </a:extLst>
                  </p:cNvPr>
                  <p:cNvSpPr/>
                  <p:nvPr/>
                </p:nvSpPr>
                <p:spPr>
                  <a:xfrm>
                    <a:off x="4751120" y="4251808"/>
                    <a:ext cx="451360" cy="6114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1360" h="611402" extrusionOk="0">
                        <a:moveTo>
                          <a:pt x="451244" y="1513"/>
                        </a:moveTo>
                        <a:cubicBezTo>
                          <a:pt x="451197" y="1609"/>
                          <a:pt x="451130" y="1695"/>
                          <a:pt x="451044" y="1780"/>
                        </a:cubicBezTo>
                        <a:cubicBezTo>
                          <a:pt x="360605" y="89648"/>
                          <a:pt x="276632" y="185889"/>
                          <a:pt x="201461" y="287835"/>
                        </a:cubicBezTo>
                        <a:cubicBezTo>
                          <a:pt x="126290" y="389781"/>
                          <a:pt x="59176" y="498452"/>
                          <a:pt x="1969" y="610828"/>
                        </a:cubicBezTo>
                        <a:cubicBezTo>
                          <a:pt x="1674" y="611371"/>
                          <a:pt x="1074" y="611542"/>
                          <a:pt x="569" y="611285"/>
                        </a:cubicBezTo>
                        <a:cubicBezTo>
                          <a:pt x="55" y="611028"/>
                          <a:pt x="-145" y="610399"/>
                          <a:pt x="112" y="609885"/>
                        </a:cubicBezTo>
                        <a:cubicBezTo>
                          <a:pt x="57357" y="497404"/>
                          <a:pt x="124546" y="388638"/>
                          <a:pt x="199775" y="286606"/>
                        </a:cubicBezTo>
                        <a:cubicBezTo>
                          <a:pt x="275013" y="184565"/>
                          <a:pt x="359062" y="88239"/>
                          <a:pt x="449587" y="294"/>
                        </a:cubicBezTo>
                        <a:cubicBezTo>
                          <a:pt x="450006" y="-106"/>
                          <a:pt x="450663" y="-96"/>
                          <a:pt x="451063" y="313"/>
                        </a:cubicBezTo>
                        <a:cubicBezTo>
                          <a:pt x="451387" y="628"/>
                          <a:pt x="451445" y="1123"/>
                          <a:pt x="451244" y="151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5" name="Google Shape;2167;p65">
                    <a:extLst>
                      <a:ext uri="{FF2B5EF4-FFF2-40B4-BE49-F238E27FC236}">
                        <a16:creationId xmlns:a16="http://schemas.microsoft.com/office/drawing/2014/main" id="{A9DB230C-E128-D93D-F2EA-BEDD67FF0AC6}"/>
                      </a:ext>
                    </a:extLst>
                  </p:cNvPr>
                  <p:cNvSpPr/>
                  <p:nvPr/>
                </p:nvSpPr>
                <p:spPr>
                  <a:xfrm>
                    <a:off x="4837478" y="4683404"/>
                    <a:ext cx="16880" cy="162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80" h="162520" extrusionOk="0">
                        <a:moveTo>
                          <a:pt x="1974" y="161963"/>
                        </a:moveTo>
                        <a:cubicBezTo>
                          <a:pt x="1774" y="162344"/>
                          <a:pt x="1345" y="162582"/>
                          <a:pt x="888" y="162506"/>
                        </a:cubicBezTo>
                        <a:cubicBezTo>
                          <a:pt x="317" y="162420"/>
                          <a:pt x="-74" y="161887"/>
                          <a:pt x="12" y="161315"/>
                        </a:cubicBezTo>
                        <a:lnTo>
                          <a:pt x="3526" y="138236"/>
                        </a:lnTo>
                        <a:cubicBezTo>
                          <a:pt x="10727" y="90926"/>
                          <a:pt x="14623" y="43482"/>
                          <a:pt x="14795" y="1038"/>
                        </a:cubicBezTo>
                        <a:cubicBezTo>
                          <a:pt x="14795" y="457"/>
                          <a:pt x="15271" y="-9"/>
                          <a:pt x="15842" y="0"/>
                        </a:cubicBezTo>
                        <a:cubicBezTo>
                          <a:pt x="16423" y="0"/>
                          <a:pt x="16881" y="476"/>
                          <a:pt x="16881" y="1048"/>
                        </a:cubicBezTo>
                        <a:cubicBezTo>
                          <a:pt x="16709" y="43596"/>
                          <a:pt x="12794" y="91145"/>
                          <a:pt x="5584" y="138551"/>
                        </a:cubicBezTo>
                        <a:lnTo>
                          <a:pt x="2069" y="161630"/>
                        </a:lnTo>
                        <a:cubicBezTo>
                          <a:pt x="2060" y="161754"/>
                          <a:pt x="2022" y="161868"/>
                          <a:pt x="1974" y="16196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6" name="Google Shape;2168;p65">
                    <a:extLst>
                      <a:ext uri="{FF2B5EF4-FFF2-40B4-BE49-F238E27FC236}">
                        <a16:creationId xmlns:a16="http://schemas.microsoft.com/office/drawing/2014/main" id="{E03FB639-810A-1497-F780-A95D0B1BC664}"/>
                      </a:ext>
                    </a:extLst>
                  </p:cNvPr>
                  <p:cNvSpPr/>
                  <p:nvPr/>
                </p:nvSpPr>
                <p:spPr>
                  <a:xfrm>
                    <a:off x="4937411" y="4549639"/>
                    <a:ext cx="12918" cy="2523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18" h="252369" extrusionOk="0">
                        <a:moveTo>
                          <a:pt x="1968" y="251808"/>
                        </a:moveTo>
                        <a:cubicBezTo>
                          <a:pt x="1739" y="252246"/>
                          <a:pt x="1225" y="252475"/>
                          <a:pt x="739" y="252322"/>
                        </a:cubicBezTo>
                        <a:cubicBezTo>
                          <a:pt x="186" y="252151"/>
                          <a:pt x="-119" y="251570"/>
                          <a:pt x="43" y="251018"/>
                        </a:cubicBezTo>
                        <a:cubicBezTo>
                          <a:pt x="5273" y="233910"/>
                          <a:pt x="6311" y="212841"/>
                          <a:pt x="7216" y="194239"/>
                        </a:cubicBezTo>
                        <a:cubicBezTo>
                          <a:pt x="7425" y="189962"/>
                          <a:pt x="7625" y="185924"/>
                          <a:pt x="7863" y="181952"/>
                        </a:cubicBezTo>
                        <a:cubicBezTo>
                          <a:pt x="11340" y="124935"/>
                          <a:pt x="13578" y="58879"/>
                          <a:pt x="3815" y="1215"/>
                        </a:cubicBezTo>
                        <a:cubicBezTo>
                          <a:pt x="3720" y="643"/>
                          <a:pt x="4101" y="110"/>
                          <a:pt x="4673" y="15"/>
                        </a:cubicBezTo>
                        <a:cubicBezTo>
                          <a:pt x="5244" y="-81"/>
                          <a:pt x="5777" y="300"/>
                          <a:pt x="5873" y="872"/>
                        </a:cubicBezTo>
                        <a:cubicBezTo>
                          <a:pt x="15674" y="58746"/>
                          <a:pt x="13436" y="124954"/>
                          <a:pt x="9949" y="182085"/>
                        </a:cubicBezTo>
                        <a:cubicBezTo>
                          <a:pt x="9711" y="186047"/>
                          <a:pt x="9511" y="190076"/>
                          <a:pt x="9302" y="194344"/>
                        </a:cubicBezTo>
                        <a:cubicBezTo>
                          <a:pt x="8387" y="213060"/>
                          <a:pt x="7349" y="234272"/>
                          <a:pt x="2034" y="251627"/>
                        </a:cubicBezTo>
                        <a:cubicBezTo>
                          <a:pt x="2025" y="251694"/>
                          <a:pt x="1996" y="251751"/>
                          <a:pt x="1968" y="25180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7" name="Google Shape;2169;p65">
                    <a:extLst>
                      <a:ext uri="{FF2B5EF4-FFF2-40B4-BE49-F238E27FC236}">
                        <a16:creationId xmlns:a16="http://schemas.microsoft.com/office/drawing/2014/main" id="{AEB46D04-F015-A3CD-A22D-673CF88A661D}"/>
                      </a:ext>
                    </a:extLst>
                  </p:cNvPr>
                  <p:cNvSpPr/>
                  <p:nvPr/>
                </p:nvSpPr>
                <p:spPr>
                  <a:xfrm>
                    <a:off x="5043377" y="4421537"/>
                    <a:ext cx="16081" cy="297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81" h="297850" extrusionOk="0">
                        <a:moveTo>
                          <a:pt x="1968" y="297291"/>
                        </a:moveTo>
                        <a:cubicBezTo>
                          <a:pt x="1758" y="297681"/>
                          <a:pt x="1320" y="297919"/>
                          <a:pt x="863" y="297834"/>
                        </a:cubicBezTo>
                        <a:cubicBezTo>
                          <a:pt x="291" y="297729"/>
                          <a:pt x="-80" y="297186"/>
                          <a:pt x="15" y="296624"/>
                        </a:cubicBezTo>
                        <a:cubicBezTo>
                          <a:pt x="12254" y="228225"/>
                          <a:pt x="13083" y="157626"/>
                          <a:pt x="13883" y="89341"/>
                        </a:cubicBezTo>
                        <a:cubicBezTo>
                          <a:pt x="14217" y="60861"/>
                          <a:pt x="14598" y="28581"/>
                          <a:pt x="348" y="1530"/>
                        </a:cubicBezTo>
                        <a:cubicBezTo>
                          <a:pt x="81" y="1025"/>
                          <a:pt x="272" y="387"/>
                          <a:pt x="786" y="120"/>
                        </a:cubicBezTo>
                        <a:cubicBezTo>
                          <a:pt x="1301" y="-147"/>
                          <a:pt x="1929" y="44"/>
                          <a:pt x="2196" y="558"/>
                        </a:cubicBezTo>
                        <a:cubicBezTo>
                          <a:pt x="16693" y="28076"/>
                          <a:pt x="16312" y="60642"/>
                          <a:pt x="15979" y="89369"/>
                        </a:cubicBezTo>
                        <a:cubicBezTo>
                          <a:pt x="15169" y="157740"/>
                          <a:pt x="14340" y="228435"/>
                          <a:pt x="2072" y="296995"/>
                        </a:cubicBezTo>
                        <a:cubicBezTo>
                          <a:pt x="2053" y="297091"/>
                          <a:pt x="2025" y="297195"/>
                          <a:pt x="1968" y="297291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8" name="Google Shape;2170;p65">
                    <a:extLst>
                      <a:ext uri="{FF2B5EF4-FFF2-40B4-BE49-F238E27FC236}">
                        <a16:creationId xmlns:a16="http://schemas.microsoft.com/office/drawing/2014/main" id="{F619C40D-9E46-147B-4956-612F29070281}"/>
                      </a:ext>
                    </a:extLst>
                  </p:cNvPr>
                  <p:cNvSpPr/>
                  <p:nvPr/>
                </p:nvSpPr>
                <p:spPr>
                  <a:xfrm>
                    <a:off x="4740209" y="4683415"/>
                    <a:ext cx="114154" cy="763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154" h="76305" extrusionOk="0">
                        <a:moveTo>
                          <a:pt x="114036" y="1522"/>
                        </a:moveTo>
                        <a:cubicBezTo>
                          <a:pt x="113921" y="1742"/>
                          <a:pt x="113731" y="1922"/>
                          <a:pt x="113474" y="2018"/>
                        </a:cubicBezTo>
                        <a:cubicBezTo>
                          <a:pt x="72945" y="17172"/>
                          <a:pt x="36407" y="41375"/>
                          <a:pt x="1784" y="75998"/>
                        </a:cubicBezTo>
                        <a:cubicBezTo>
                          <a:pt x="1374" y="76408"/>
                          <a:pt x="717" y="76408"/>
                          <a:pt x="307" y="75998"/>
                        </a:cubicBezTo>
                        <a:cubicBezTo>
                          <a:pt x="-102" y="75589"/>
                          <a:pt x="-102" y="74932"/>
                          <a:pt x="307" y="74522"/>
                        </a:cubicBezTo>
                        <a:cubicBezTo>
                          <a:pt x="35150" y="39680"/>
                          <a:pt x="71926" y="15324"/>
                          <a:pt x="112740" y="65"/>
                        </a:cubicBezTo>
                        <a:cubicBezTo>
                          <a:pt x="113283" y="-135"/>
                          <a:pt x="113883" y="141"/>
                          <a:pt x="114083" y="675"/>
                        </a:cubicBezTo>
                        <a:cubicBezTo>
                          <a:pt x="114198" y="960"/>
                          <a:pt x="114169" y="1265"/>
                          <a:pt x="114036" y="152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9" name="Google Shape;2171;p65">
                    <a:extLst>
                      <a:ext uri="{FF2B5EF4-FFF2-40B4-BE49-F238E27FC236}">
                        <a16:creationId xmlns:a16="http://schemas.microsoft.com/office/drawing/2014/main" id="{E1E6754A-1F37-8C67-5538-0F28D07AD1B3}"/>
                      </a:ext>
                    </a:extLst>
                  </p:cNvPr>
                  <p:cNvSpPr/>
                  <p:nvPr/>
                </p:nvSpPr>
                <p:spPr>
                  <a:xfrm>
                    <a:off x="4769654" y="4549813"/>
                    <a:ext cx="173833" cy="418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833" h="41839" extrusionOk="0">
                        <a:moveTo>
                          <a:pt x="173706" y="1613"/>
                        </a:moveTo>
                        <a:cubicBezTo>
                          <a:pt x="173487" y="2032"/>
                          <a:pt x="173011" y="2260"/>
                          <a:pt x="172534" y="2136"/>
                        </a:cubicBezTo>
                        <a:cubicBezTo>
                          <a:pt x="168791" y="1213"/>
                          <a:pt x="132949" y="7928"/>
                          <a:pt x="90924" y="17414"/>
                        </a:cubicBezTo>
                        <a:cubicBezTo>
                          <a:pt x="55777" y="25358"/>
                          <a:pt x="11276" y="36484"/>
                          <a:pt x="1532" y="41713"/>
                        </a:cubicBezTo>
                        <a:cubicBezTo>
                          <a:pt x="1027" y="41989"/>
                          <a:pt x="389" y="41798"/>
                          <a:pt x="122" y="41284"/>
                        </a:cubicBezTo>
                        <a:cubicBezTo>
                          <a:pt x="-144" y="40779"/>
                          <a:pt x="37" y="40141"/>
                          <a:pt x="551" y="39874"/>
                        </a:cubicBezTo>
                        <a:cubicBezTo>
                          <a:pt x="19915" y="29492"/>
                          <a:pt x="164181" y="-2074"/>
                          <a:pt x="173039" y="108"/>
                        </a:cubicBezTo>
                        <a:cubicBezTo>
                          <a:pt x="173601" y="241"/>
                          <a:pt x="173944" y="813"/>
                          <a:pt x="173801" y="1374"/>
                        </a:cubicBezTo>
                        <a:cubicBezTo>
                          <a:pt x="173773" y="1460"/>
                          <a:pt x="173744" y="1536"/>
                          <a:pt x="173706" y="161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0" name="Google Shape;2172;p65">
                    <a:extLst>
                      <a:ext uri="{FF2B5EF4-FFF2-40B4-BE49-F238E27FC236}">
                        <a16:creationId xmlns:a16="http://schemas.microsoft.com/office/drawing/2014/main" id="{1CFF7FFB-A984-97BA-E789-402E8216EECC}"/>
                      </a:ext>
                    </a:extLst>
                  </p:cNvPr>
                  <p:cNvSpPr/>
                  <p:nvPr/>
                </p:nvSpPr>
                <p:spPr>
                  <a:xfrm>
                    <a:off x="4852622" y="4416302"/>
                    <a:ext cx="200156" cy="259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156" h="25913" extrusionOk="0">
                        <a:moveTo>
                          <a:pt x="200038" y="1536"/>
                        </a:moveTo>
                        <a:cubicBezTo>
                          <a:pt x="199885" y="1822"/>
                          <a:pt x="199609" y="2031"/>
                          <a:pt x="199266" y="2088"/>
                        </a:cubicBezTo>
                        <a:cubicBezTo>
                          <a:pt x="155670" y="8784"/>
                          <a:pt x="111074" y="11394"/>
                          <a:pt x="73212" y="13061"/>
                        </a:cubicBezTo>
                        <a:lnTo>
                          <a:pt x="72289" y="13099"/>
                        </a:lnTo>
                        <a:cubicBezTo>
                          <a:pt x="48133" y="14166"/>
                          <a:pt x="23149" y="15261"/>
                          <a:pt x="1508" y="25806"/>
                        </a:cubicBezTo>
                        <a:cubicBezTo>
                          <a:pt x="994" y="26063"/>
                          <a:pt x="365" y="25844"/>
                          <a:pt x="108" y="25320"/>
                        </a:cubicBezTo>
                        <a:cubicBezTo>
                          <a:pt x="-149" y="24805"/>
                          <a:pt x="70" y="24177"/>
                          <a:pt x="584" y="23920"/>
                        </a:cubicBezTo>
                        <a:cubicBezTo>
                          <a:pt x="22616" y="13185"/>
                          <a:pt x="47819" y="12070"/>
                          <a:pt x="72193" y="11004"/>
                        </a:cubicBezTo>
                        <a:lnTo>
                          <a:pt x="73117" y="10965"/>
                        </a:lnTo>
                        <a:cubicBezTo>
                          <a:pt x="110931" y="9299"/>
                          <a:pt x="155451" y="6698"/>
                          <a:pt x="198952" y="12"/>
                        </a:cubicBezTo>
                        <a:cubicBezTo>
                          <a:pt x="199523" y="-74"/>
                          <a:pt x="200057" y="317"/>
                          <a:pt x="200143" y="888"/>
                        </a:cubicBezTo>
                        <a:cubicBezTo>
                          <a:pt x="200181" y="1117"/>
                          <a:pt x="200143" y="1345"/>
                          <a:pt x="200038" y="153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1" name="Google Shape;2173;p65">
                    <a:extLst>
                      <a:ext uri="{FF2B5EF4-FFF2-40B4-BE49-F238E27FC236}">
                        <a16:creationId xmlns:a16="http://schemas.microsoft.com/office/drawing/2014/main" id="{B9E83B60-F09D-47FD-B342-18207C90DA83}"/>
                      </a:ext>
                    </a:extLst>
                  </p:cNvPr>
                  <p:cNvSpPr/>
                  <p:nvPr/>
                </p:nvSpPr>
                <p:spPr>
                  <a:xfrm>
                    <a:off x="4748433" y="4251799"/>
                    <a:ext cx="454046" cy="6138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4046" h="613883" extrusionOk="0">
                        <a:moveTo>
                          <a:pt x="453930" y="1523"/>
                        </a:moveTo>
                        <a:cubicBezTo>
                          <a:pt x="453883" y="1618"/>
                          <a:pt x="453816" y="1704"/>
                          <a:pt x="453730" y="1790"/>
                        </a:cubicBezTo>
                        <a:cubicBezTo>
                          <a:pt x="363043" y="89886"/>
                          <a:pt x="278623" y="186546"/>
                          <a:pt x="202804" y="289083"/>
                        </a:cubicBezTo>
                        <a:cubicBezTo>
                          <a:pt x="126594" y="392153"/>
                          <a:pt x="59034" y="501233"/>
                          <a:pt x="1979" y="613314"/>
                        </a:cubicBezTo>
                        <a:cubicBezTo>
                          <a:pt x="1979" y="613314"/>
                          <a:pt x="1979" y="613323"/>
                          <a:pt x="1969" y="613323"/>
                        </a:cubicBezTo>
                        <a:cubicBezTo>
                          <a:pt x="1703" y="613828"/>
                          <a:pt x="1083" y="614028"/>
                          <a:pt x="569" y="613771"/>
                        </a:cubicBezTo>
                        <a:cubicBezTo>
                          <a:pt x="55" y="613514"/>
                          <a:pt x="-145" y="612885"/>
                          <a:pt x="112" y="612371"/>
                        </a:cubicBezTo>
                        <a:cubicBezTo>
                          <a:pt x="57205" y="500195"/>
                          <a:pt x="124842" y="391000"/>
                          <a:pt x="201118" y="287844"/>
                        </a:cubicBezTo>
                        <a:cubicBezTo>
                          <a:pt x="277004" y="185213"/>
                          <a:pt x="361500" y="88467"/>
                          <a:pt x="452264" y="294"/>
                        </a:cubicBezTo>
                        <a:cubicBezTo>
                          <a:pt x="452683" y="-106"/>
                          <a:pt x="453340" y="-96"/>
                          <a:pt x="453740" y="313"/>
                        </a:cubicBezTo>
                        <a:cubicBezTo>
                          <a:pt x="454073" y="637"/>
                          <a:pt x="454131" y="1133"/>
                          <a:pt x="453930" y="152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28" name="Google Shape;2174;p65">
                  <a:extLst>
                    <a:ext uri="{FF2B5EF4-FFF2-40B4-BE49-F238E27FC236}">
                      <a16:creationId xmlns:a16="http://schemas.microsoft.com/office/drawing/2014/main" id="{67F6BEF1-9DBE-0860-6214-892257E727E5}"/>
                    </a:ext>
                  </a:extLst>
                </p:cNvPr>
                <p:cNvGrpSpPr/>
                <p:nvPr/>
              </p:nvGrpSpPr>
              <p:grpSpPr>
                <a:xfrm>
                  <a:off x="3924585" y="4048744"/>
                  <a:ext cx="1123423" cy="346956"/>
                  <a:chOff x="3924585" y="4048744"/>
                  <a:chExt cx="1123423" cy="346956"/>
                </a:xfrm>
              </p:grpSpPr>
              <p:sp>
                <p:nvSpPr>
                  <p:cNvPr id="754" name="Google Shape;2175;p65">
                    <a:extLst>
                      <a:ext uri="{FF2B5EF4-FFF2-40B4-BE49-F238E27FC236}">
                        <a16:creationId xmlns:a16="http://schemas.microsoft.com/office/drawing/2014/main" id="{195B6C37-2FCF-312D-5DC9-9F8CCFACC5D1}"/>
                      </a:ext>
                    </a:extLst>
                  </p:cNvPr>
                  <p:cNvSpPr/>
                  <p:nvPr/>
                </p:nvSpPr>
                <p:spPr>
                  <a:xfrm>
                    <a:off x="3924585" y="4048744"/>
                    <a:ext cx="880085" cy="3469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0085" h="346956" extrusionOk="0">
                        <a:moveTo>
                          <a:pt x="880072" y="199701"/>
                        </a:moveTo>
                        <a:cubicBezTo>
                          <a:pt x="880224" y="208998"/>
                          <a:pt x="879081" y="218361"/>
                          <a:pt x="876424" y="227714"/>
                        </a:cubicBezTo>
                        <a:cubicBezTo>
                          <a:pt x="865803" y="265081"/>
                          <a:pt x="836847" y="295313"/>
                          <a:pt x="802996" y="314373"/>
                        </a:cubicBezTo>
                        <a:cubicBezTo>
                          <a:pt x="747474" y="345643"/>
                          <a:pt x="680733" y="349282"/>
                          <a:pt x="617096" y="345957"/>
                        </a:cubicBezTo>
                        <a:cubicBezTo>
                          <a:pt x="389020" y="334042"/>
                          <a:pt x="171841" y="238963"/>
                          <a:pt x="0" y="89945"/>
                        </a:cubicBezTo>
                        <a:cubicBezTo>
                          <a:pt x="139998" y="121815"/>
                          <a:pt x="280483" y="62313"/>
                          <a:pt x="413661" y="26785"/>
                        </a:cubicBezTo>
                        <a:cubicBezTo>
                          <a:pt x="526237" y="-3248"/>
                          <a:pt x="652148" y="-18183"/>
                          <a:pt x="754409" y="37652"/>
                        </a:cubicBezTo>
                        <a:cubicBezTo>
                          <a:pt x="808444" y="67161"/>
                          <a:pt x="878957" y="131645"/>
                          <a:pt x="880072" y="199701"/>
                        </a:cubicBezTo>
                        <a:close/>
                      </a:path>
                    </a:pathLst>
                  </a:custGeom>
                  <a:solidFill>
                    <a:srgbClr val="2CBF7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5" name="Google Shape;2176;p65">
                    <a:extLst>
                      <a:ext uri="{FF2B5EF4-FFF2-40B4-BE49-F238E27FC236}">
                        <a16:creationId xmlns:a16="http://schemas.microsoft.com/office/drawing/2014/main" id="{BFBE5971-4469-33C7-8377-577354B79DAF}"/>
                      </a:ext>
                    </a:extLst>
                  </p:cNvPr>
                  <p:cNvSpPr/>
                  <p:nvPr/>
                </p:nvSpPr>
                <p:spPr>
                  <a:xfrm>
                    <a:off x="3934824" y="4149613"/>
                    <a:ext cx="1113184" cy="1185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3184" h="118503" extrusionOk="0">
                        <a:moveTo>
                          <a:pt x="1113140" y="72448"/>
                        </a:moveTo>
                        <a:cubicBezTo>
                          <a:pt x="1113045" y="72791"/>
                          <a:pt x="1112769" y="73077"/>
                          <a:pt x="1112397" y="73172"/>
                        </a:cubicBezTo>
                        <a:cubicBezTo>
                          <a:pt x="973313" y="109586"/>
                          <a:pt x="827580" y="113339"/>
                          <a:pt x="686649" y="116977"/>
                        </a:cubicBezTo>
                        <a:cubicBezTo>
                          <a:pt x="646063" y="118025"/>
                          <a:pt x="604095" y="119111"/>
                          <a:pt x="562766" y="118101"/>
                        </a:cubicBezTo>
                        <a:cubicBezTo>
                          <a:pt x="472574" y="115901"/>
                          <a:pt x="379382" y="103957"/>
                          <a:pt x="277855" y="81573"/>
                        </a:cubicBezTo>
                        <a:cubicBezTo>
                          <a:pt x="193987" y="63085"/>
                          <a:pt x="103328" y="37062"/>
                          <a:pt x="706" y="2030"/>
                        </a:cubicBezTo>
                        <a:cubicBezTo>
                          <a:pt x="163" y="1839"/>
                          <a:pt x="-133" y="1239"/>
                          <a:pt x="58" y="706"/>
                        </a:cubicBezTo>
                        <a:cubicBezTo>
                          <a:pt x="248" y="163"/>
                          <a:pt x="839" y="-133"/>
                          <a:pt x="1382" y="58"/>
                        </a:cubicBezTo>
                        <a:cubicBezTo>
                          <a:pt x="103928" y="35062"/>
                          <a:pt x="194511" y="61056"/>
                          <a:pt x="278312" y="79535"/>
                        </a:cubicBezTo>
                        <a:cubicBezTo>
                          <a:pt x="379705" y="101890"/>
                          <a:pt x="472774" y="113825"/>
                          <a:pt x="562824" y="116015"/>
                        </a:cubicBezTo>
                        <a:cubicBezTo>
                          <a:pt x="604095" y="117015"/>
                          <a:pt x="646034" y="115939"/>
                          <a:pt x="686601" y="114891"/>
                        </a:cubicBezTo>
                        <a:cubicBezTo>
                          <a:pt x="827419" y="111262"/>
                          <a:pt x="973027" y="107500"/>
                          <a:pt x="1111873" y="71153"/>
                        </a:cubicBezTo>
                        <a:cubicBezTo>
                          <a:pt x="1112435" y="71010"/>
                          <a:pt x="1113007" y="71343"/>
                          <a:pt x="1113149" y="71896"/>
                        </a:cubicBezTo>
                        <a:cubicBezTo>
                          <a:pt x="1113197" y="72086"/>
                          <a:pt x="1113197" y="72277"/>
                          <a:pt x="1113140" y="7244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6" name="Google Shape;2177;p65">
                    <a:extLst>
                      <a:ext uri="{FF2B5EF4-FFF2-40B4-BE49-F238E27FC236}">
                        <a16:creationId xmlns:a16="http://schemas.microsoft.com/office/drawing/2014/main" id="{2D37291B-0C53-F531-2ADB-2E2C70F3A12F}"/>
                      </a:ext>
                    </a:extLst>
                  </p:cNvPr>
                  <p:cNvSpPr/>
                  <p:nvPr/>
                </p:nvSpPr>
                <p:spPr>
                  <a:xfrm>
                    <a:off x="4540019" y="4266047"/>
                    <a:ext cx="215577" cy="1255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5577" h="125506" extrusionOk="0">
                        <a:moveTo>
                          <a:pt x="215537" y="1343"/>
                        </a:moveTo>
                        <a:cubicBezTo>
                          <a:pt x="215470" y="1562"/>
                          <a:pt x="215336" y="1762"/>
                          <a:pt x="215136" y="1905"/>
                        </a:cubicBezTo>
                        <a:cubicBezTo>
                          <a:pt x="147918" y="49216"/>
                          <a:pt x="76033" y="90764"/>
                          <a:pt x="1491" y="125407"/>
                        </a:cubicBezTo>
                        <a:cubicBezTo>
                          <a:pt x="967" y="125654"/>
                          <a:pt x="348" y="125426"/>
                          <a:pt x="100" y="124902"/>
                        </a:cubicBezTo>
                        <a:cubicBezTo>
                          <a:pt x="-148" y="124378"/>
                          <a:pt x="81" y="123759"/>
                          <a:pt x="605" y="123511"/>
                        </a:cubicBezTo>
                        <a:cubicBezTo>
                          <a:pt x="75043" y="88916"/>
                          <a:pt x="146814" y="47425"/>
                          <a:pt x="213927" y="191"/>
                        </a:cubicBezTo>
                        <a:cubicBezTo>
                          <a:pt x="214393" y="-142"/>
                          <a:pt x="215051" y="-28"/>
                          <a:pt x="215384" y="448"/>
                        </a:cubicBezTo>
                        <a:cubicBezTo>
                          <a:pt x="215575" y="724"/>
                          <a:pt x="215622" y="1058"/>
                          <a:pt x="215537" y="134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7" name="Google Shape;2178;p65">
                    <a:extLst>
                      <a:ext uri="{FF2B5EF4-FFF2-40B4-BE49-F238E27FC236}">
                        <a16:creationId xmlns:a16="http://schemas.microsoft.com/office/drawing/2014/main" id="{4478FDAF-675F-BEB9-5343-08644284284D}"/>
                      </a:ext>
                    </a:extLst>
                  </p:cNvPr>
                  <p:cNvSpPr/>
                  <p:nvPr/>
                </p:nvSpPr>
                <p:spPr>
                  <a:xfrm>
                    <a:off x="4347949" y="4266045"/>
                    <a:ext cx="190868" cy="1001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68" h="100141" extrusionOk="0">
                        <a:moveTo>
                          <a:pt x="190827" y="1336"/>
                        </a:moveTo>
                        <a:cubicBezTo>
                          <a:pt x="190761" y="1583"/>
                          <a:pt x="190589" y="1812"/>
                          <a:pt x="190351" y="1945"/>
                        </a:cubicBezTo>
                        <a:cubicBezTo>
                          <a:pt x="173959" y="11537"/>
                          <a:pt x="39513" y="84260"/>
                          <a:pt x="1442" y="100062"/>
                        </a:cubicBezTo>
                        <a:cubicBezTo>
                          <a:pt x="908" y="100281"/>
                          <a:pt x="299" y="100034"/>
                          <a:pt x="80" y="99500"/>
                        </a:cubicBezTo>
                        <a:cubicBezTo>
                          <a:pt x="-139" y="98967"/>
                          <a:pt x="108" y="98357"/>
                          <a:pt x="642" y="98138"/>
                        </a:cubicBezTo>
                        <a:cubicBezTo>
                          <a:pt x="38646" y="82365"/>
                          <a:pt x="172930" y="9727"/>
                          <a:pt x="189303" y="145"/>
                        </a:cubicBezTo>
                        <a:cubicBezTo>
                          <a:pt x="189799" y="-150"/>
                          <a:pt x="190437" y="21"/>
                          <a:pt x="190732" y="517"/>
                        </a:cubicBezTo>
                        <a:cubicBezTo>
                          <a:pt x="190875" y="773"/>
                          <a:pt x="190903" y="1069"/>
                          <a:pt x="190827" y="1336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8" name="Google Shape;2179;p65">
                    <a:extLst>
                      <a:ext uri="{FF2B5EF4-FFF2-40B4-BE49-F238E27FC236}">
                        <a16:creationId xmlns:a16="http://schemas.microsoft.com/office/drawing/2014/main" id="{81398792-A214-1AA7-80BC-753CD2403EDD}"/>
                      </a:ext>
                    </a:extLst>
                  </p:cNvPr>
                  <p:cNvSpPr/>
                  <p:nvPr/>
                </p:nvSpPr>
                <p:spPr>
                  <a:xfrm>
                    <a:off x="4130325" y="4243174"/>
                    <a:ext cx="157637" cy="375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637" h="37550" extrusionOk="0">
                        <a:moveTo>
                          <a:pt x="157601" y="1327"/>
                        </a:moveTo>
                        <a:cubicBezTo>
                          <a:pt x="157516" y="1623"/>
                          <a:pt x="157306" y="1880"/>
                          <a:pt x="157001" y="2004"/>
                        </a:cubicBezTo>
                        <a:cubicBezTo>
                          <a:pt x="112767" y="20415"/>
                          <a:pt x="48559" y="39389"/>
                          <a:pt x="1001" y="37408"/>
                        </a:cubicBezTo>
                        <a:cubicBezTo>
                          <a:pt x="420" y="37380"/>
                          <a:pt x="-18" y="36894"/>
                          <a:pt x="1" y="36322"/>
                        </a:cubicBezTo>
                        <a:cubicBezTo>
                          <a:pt x="29" y="35741"/>
                          <a:pt x="515" y="35303"/>
                          <a:pt x="1086" y="35322"/>
                        </a:cubicBezTo>
                        <a:cubicBezTo>
                          <a:pt x="48302" y="37294"/>
                          <a:pt x="112167" y="18406"/>
                          <a:pt x="156201" y="80"/>
                        </a:cubicBezTo>
                        <a:cubicBezTo>
                          <a:pt x="156734" y="-139"/>
                          <a:pt x="157344" y="108"/>
                          <a:pt x="157563" y="642"/>
                        </a:cubicBezTo>
                        <a:cubicBezTo>
                          <a:pt x="157649" y="870"/>
                          <a:pt x="157658" y="1108"/>
                          <a:pt x="157601" y="1327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9" name="Google Shape;2180;p65">
                    <a:extLst>
                      <a:ext uri="{FF2B5EF4-FFF2-40B4-BE49-F238E27FC236}">
                        <a16:creationId xmlns:a16="http://schemas.microsoft.com/office/drawing/2014/main" id="{852734B3-2252-09AB-B84E-9F1C11A989CE}"/>
                      </a:ext>
                    </a:extLst>
                  </p:cNvPr>
                  <p:cNvSpPr/>
                  <p:nvPr/>
                </p:nvSpPr>
                <p:spPr>
                  <a:xfrm>
                    <a:off x="4148651" y="4126796"/>
                    <a:ext cx="139859" cy="1181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859" h="118122" extrusionOk="0">
                        <a:moveTo>
                          <a:pt x="139818" y="117362"/>
                        </a:moveTo>
                        <a:cubicBezTo>
                          <a:pt x="139770" y="117524"/>
                          <a:pt x="139694" y="117667"/>
                          <a:pt x="139570" y="117801"/>
                        </a:cubicBezTo>
                        <a:cubicBezTo>
                          <a:pt x="139170" y="118219"/>
                          <a:pt x="138513" y="118229"/>
                          <a:pt x="138094" y="117829"/>
                        </a:cubicBezTo>
                        <a:lnTo>
                          <a:pt x="83725" y="65642"/>
                        </a:lnTo>
                        <a:cubicBezTo>
                          <a:pt x="57598" y="40562"/>
                          <a:pt x="26489" y="16759"/>
                          <a:pt x="524" y="1957"/>
                        </a:cubicBezTo>
                        <a:cubicBezTo>
                          <a:pt x="19" y="1672"/>
                          <a:pt x="-142" y="1034"/>
                          <a:pt x="134" y="529"/>
                        </a:cubicBezTo>
                        <a:cubicBezTo>
                          <a:pt x="419" y="24"/>
                          <a:pt x="1058" y="-148"/>
                          <a:pt x="1562" y="138"/>
                        </a:cubicBezTo>
                        <a:cubicBezTo>
                          <a:pt x="27671" y="15016"/>
                          <a:pt x="58932" y="38933"/>
                          <a:pt x="85182" y="64127"/>
                        </a:cubicBezTo>
                        <a:lnTo>
                          <a:pt x="139551" y="116315"/>
                        </a:lnTo>
                        <a:cubicBezTo>
                          <a:pt x="139827" y="116600"/>
                          <a:pt x="139923" y="117000"/>
                          <a:pt x="139818" y="117362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0" name="Google Shape;2181;p65">
                    <a:extLst>
                      <a:ext uri="{FF2B5EF4-FFF2-40B4-BE49-F238E27FC236}">
                        <a16:creationId xmlns:a16="http://schemas.microsoft.com/office/drawing/2014/main" id="{0030513F-0988-6B86-B03E-4B10B976763B}"/>
                      </a:ext>
                    </a:extLst>
                  </p:cNvPr>
                  <p:cNvSpPr/>
                  <p:nvPr/>
                </p:nvSpPr>
                <p:spPr>
                  <a:xfrm>
                    <a:off x="4322059" y="4078667"/>
                    <a:ext cx="216762" cy="1894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762" h="189469" extrusionOk="0">
                        <a:moveTo>
                          <a:pt x="216717" y="188714"/>
                        </a:moveTo>
                        <a:cubicBezTo>
                          <a:pt x="216641" y="188990"/>
                          <a:pt x="216450" y="189228"/>
                          <a:pt x="216174" y="189361"/>
                        </a:cubicBezTo>
                        <a:cubicBezTo>
                          <a:pt x="215660" y="189618"/>
                          <a:pt x="215031" y="189399"/>
                          <a:pt x="214774" y="188885"/>
                        </a:cubicBezTo>
                        <a:cubicBezTo>
                          <a:pt x="191476" y="141069"/>
                          <a:pt x="150166" y="110408"/>
                          <a:pt x="106436" y="77947"/>
                        </a:cubicBezTo>
                        <a:cubicBezTo>
                          <a:pt x="100407" y="73471"/>
                          <a:pt x="94178" y="68851"/>
                          <a:pt x="88082" y="64231"/>
                        </a:cubicBezTo>
                        <a:cubicBezTo>
                          <a:pt x="74909" y="54259"/>
                          <a:pt x="59345" y="43495"/>
                          <a:pt x="44286" y="33084"/>
                        </a:cubicBezTo>
                        <a:cubicBezTo>
                          <a:pt x="29208" y="22655"/>
                          <a:pt x="13615" y="11872"/>
                          <a:pt x="414" y="1880"/>
                        </a:cubicBezTo>
                        <a:cubicBezTo>
                          <a:pt x="-44" y="1538"/>
                          <a:pt x="-139" y="881"/>
                          <a:pt x="214" y="414"/>
                        </a:cubicBezTo>
                        <a:cubicBezTo>
                          <a:pt x="566" y="-44"/>
                          <a:pt x="1214" y="-139"/>
                          <a:pt x="1680" y="214"/>
                        </a:cubicBezTo>
                        <a:cubicBezTo>
                          <a:pt x="14854" y="10186"/>
                          <a:pt x="30427" y="20950"/>
                          <a:pt x="45486" y="31370"/>
                        </a:cubicBezTo>
                        <a:cubicBezTo>
                          <a:pt x="60564" y="41800"/>
                          <a:pt x="76147" y="52573"/>
                          <a:pt x="89358" y="62574"/>
                        </a:cubicBezTo>
                        <a:cubicBezTo>
                          <a:pt x="95445" y="67184"/>
                          <a:pt x="101674" y="71804"/>
                          <a:pt x="107694" y="76271"/>
                        </a:cubicBezTo>
                        <a:cubicBezTo>
                          <a:pt x="149699" y="107456"/>
                          <a:pt x="193143" y="139698"/>
                          <a:pt x="216660" y="187971"/>
                        </a:cubicBezTo>
                        <a:cubicBezTo>
                          <a:pt x="216774" y="188209"/>
                          <a:pt x="216793" y="188475"/>
                          <a:pt x="216717" y="18871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1" name="Google Shape;2182;p65">
                    <a:extLst>
                      <a:ext uri="{FF2B5EF4-FFF2-40B4-BE49-F238E27FC236}">
                        <a16:creationId xmlns:a16="http://schemas.microsoft.com/office/drawing/2014/main" id="{85730EC9-865B-E63D-85E5-2D19DB2A6494}"/>
                      </a:ext>
                    </a:extLst>
                  </p:cNvPr>
                  <p:cNvSpPr/>
                  <p:nvPr/>
                </p:nvSpPr>
                <p:spPr>
                  <a:xfrm>
                    <a:off x="4538143" y="4051454"/>
                    <a:ext cx="209998" cy="2174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998" h="217416" extrusionOk="0">
                        <a:moveTo>
                          <a:pt x="209954" y="216660"/>
                        </a:moveTo>
                        <a:cubicBezTo>
                          <a:pt x="209897" y="216870"/>
                          <a:pt x="209764" y="217060"/>
                          <a:pt x="209583" y="217203"/>
                        </a:cubicBezTo>
                        <a:cubicBezTo>
                          <a:pt x="209126" y="217555"/>
                          <a:pt x="208469" y="217460"/>
                          <a:pt x="208116" y="217003"/>
                        </a:cubicBezTo>
                        <a:cubicBezTo>
                          <a:pt x="147699" y="137412"/>
                          <a:pt x="77805" y="65022"/>
                          <a:pt x="385" y="1852"/>
                        </a:cubicBezTo>
                        <a:cubicBezTo>
                          <a:pt x="-62" y="1490"/>
                          <a:pt x="-129" y="833"/>
                          <a:pt x="233" y="386"/>
                        </a:cubicBezTo>
                        <a:cubicBezTo>
                          <a:pt x="595" y="-62"/>
                          <a:pt x="1252" y="-129"/>
                          <a:pt x="1700" y="233"/>
                        </a:cubicBezTo>
                        <a:cubicBezTo>
                          <a:pt x="79252" y="63508"/>
                          <a:pt x="149261" y="136012"/>
                          <a:pt x="209773" y="215736"/>
                        </a:cubicBezTo>
                        <a:cubicBezTo>
                          <a:pt x="209992" y="216013"/>
                          <a:pt x="210050" y="216355"/>
                          <a:pt x="209954" y="216660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2" name="Google Shape;2183;p65">
                    <a:extLst>
                      <a:ext uri="{FF2B5EF4-FFF2-40B4-BE49-F238E27FC236}">
                        <a16:creationId xmlns:a16="http://schemas.microsoft.com/office/drawing/2014/main" id="{483181EA-954A-BC1D-E958-34932BFB8CEE}"/>
                      </a:ext>
                    </a:extLst>
                  </p:cNvPr>
                  <p:cNvSpPr/>
                  <p:nvPr/>
                </p:nvSpPr>
                <p:spPr>
                  <a:xfrm>
                    <a:off x="3934824" y="4149613"/>
                    <a:ext cx="1113184" cy="1185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3184" h="118503" extrusionOk="0">
                        <a:moveTo>
                          <a:pt x="1113140" y="72448"/>
                        </a:moveTo>
                        <a:cubicBezTo>
                          <a:pt x="1113045" y="72791"/>
                          <a:pt x="1112769" y="73077"/>
                          <a:pt x="1112397" y="73172"/>
                        </a:cubicBezTo>
                        <a:cubicBezTo>
                          <a:pt x="973313" y="109586"/>
                          <a:pt x="827580" y="113339"/>
                          <a:pt x="686649" y="116977"/>
                        </a:cubicBezTo>
                        <a:cubicBezTo>
                          <a:pt x="646063" y="118025"/>
                          <a:pt x="604095" y="119111"/>
                          <a:pt x="562766" y="118101"/>
                        </a:cubicBezTo>
                        <a:cubicBezTo>
                          <a:pt x="472574" y="115901"/>
                          <a:pt x="379382" y="103957"/>
                          <a:pt x="277855" y="81573"/>
                        </a:cubicBezTo>
                        <a:cubicBezTo>
                          <a:pt x="193987" y="63085"/>
                          <a:pt x="103328" y="37062"/>
                          <a:pt x="706" y="2030"/>
                        </a:cubicBezTo>
                        <a:cubicBezTo>
                          <a:pt x="163" y="1839"/>
                          <a:pt x="-133" y="1239"/>
                          <a:pt x="58" y="706"/>
                        </a:cubicBezTo>
                        <a:cubicBezTo>
                          <a:pt x="248" y="163"/>
                          <a:pt x="839" y="-133"/>
                          <a:pt x="1382" y="58"/>
                        </a:cubicBezTo>
                        <a:cubicBezTo>
                          <a:pt x="103928" y="35062"/>
                          <a:pt x="194511" y="61056"/>
                          <a:pt x="278312" y="79535"/>
                        </a:cubicBezTo>
                        <a:cubicBezTo>
                          <a:pt x="379705" y="101890"/>
                          <a:pt x="472774" y="113825"/>
                          <a:pt x="562824" y="116015"/>
                        </a:cubicBezTo>
                        <a:cubicBezTo>
                          <a:pt x="604095" y="117015"/>
                          <a:pt x="646034" y="115939"/>
                          <a:pt x="686601" y="114891"/>
                        </a:cubicBezTo>
                        <a:cubicBezTo>
                          <a:pt x="827419" y="111262"/>
                          <a:pt x="973027" y="107500"/>
                          <a:pt x="1111873" y="71153"/>
                        </a:cubicBezTo>
                        <a:cubicBezTo>
                          <a:pt x="1112435" y="71010"/>
                          <a:pt x="1113007" y="71343"/>
                          <a:pt x="1113149" y="71896"/>
                        </a:cubicBezTo>
                        <a:cubicBezTo>
                          <a:pt x="1113197" y="72086"/>
                          <a:pt x="1113197" y="72277"/>
                          <a:pt x="1113140" y="72448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29" name="Google Shape;2184;p65">
                  <a:extLst>
                    <a:ext uri="{FF2B5EF4-FFF2-40B4-BE49-F238E27FC236}">
                      <a16:creationId xmlns:a16="http://schemas.microsoft.com/office/drawing/2014/main" id="{9B2BA5CE-2CCB-C156-06B3-FB90899ED950}"/>
                    </a:ext>
                  </a:extLst>
                </p:cNvPr>
                <p:cNvGrpSpPr/>
                <p:nvPr/>
              </p:nvGrpSpPr>
              <p:grpSpPr>
                <a:xfrm>
                  <a:off x="4152345" y="4246620"/>
                  <a:ext cx="1217154" cy="539335"/>
                  <a:chOff x="4152345" y="4246620"/>
                  <a:chExt cx="1217154" cy="539335"/>
                </a:xfrm>
              </p:grpSpPr>
              <p:sp>
                <p:nvSpPr>
                  <p:cNvPr id="743" name="Google Shape;2185;p65">
                    <a:extLst>
                      <a:ext uri="{FF2B5EF4-FFF2-40B4-BE49-F238E27FC236}">
                        <a16:creationId xmlns:a16="http://schemas.microsoft.com/office/drawing/2014/main" id="{886456B7-3520-2E76-B13F-866F798A4FC5}"/>
                      </a:ext>
                    </a:extLst>
                  </p:cNvPr>
                  <p:cNvSpPr/>
                  <p:nvPr/>
                </p:nvSpPr>
                <p:spPr>
                  <a:xfrm>
                    <a:off x="4153385" y="4246620"/>
                    <a:ext cx="962005" cy="5383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2005" h="538301" extrusionOk="0">
                        <a:moveTo>
                          <a:pt x="943870" y="44783"/>
                        </a:moveTo>
                        <a:cubicBezTo>
                          <a:pt x="768210" y="-39285"/>
                          <a:pt x="551983" y="2473"/>
                          <a:pt x="388344" y="108029"/>
                        </a:cubicBezTo>
                        <a:cubicBezTo>
                          <a:pt x="224704" y="213585"/>
                          <a:pt x="104966" y="374281"/>
                          <a:pt x="0" y="538302"/>
                        </a:cubicBezTo>
                        <a:cubicBezTo>
                          <a:pt x="70399" y="466293"/>
                          <a:pt x="158620" y="411829"/>
                          <a:pt x="254546" y="381158"/>
                        </a:cubicBezTo>
                        <a:cubicBezTo>
                          <a:pt x="386267" y="339048"/>
                          <a:pt x="528276" y="341991"/>
                          <a:pt x="662588" y="309063"/>
                        </a:cubicBezTo>
                        <a:cubicBezTo>
                          <a:pt x="796900" y="276135"/>
                          <a:pt x="934631" y="190496"/>
                          <a:pt x="962006" y="54946"/>
                        </a:cubicBezTo>
                        <a:lnTo>
                          <a:pt x="943870" y="44783"/>
                        </a:ln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4" name="Google Shape;2186;p65">
                    <a:extLst>
                      <a:ext uri="{FF2B5EF4-FFF2-40B4-BE49-F238E27FC236}">
                        <a16:creationId xmlns:a16="http://schemas.microsoft.com/office/drawing/2014/main" id="{F5CD9B76-842D-D436-E36A-8D8AF75FC548}"/>
                      </a:ext>
                    </a:extLst>
                  </p:cNvPr>
                  <p:cNvSpPr/>
                  <p:nvPr/>
                </p:nvSpPr>
                <p:spPr>
                  <a:xfrm>
                    <a:off x="4152345" y="4259494"/>
                    <a:ext cx="1217154" cy="526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7154" h="526461" extrusionOk="0">
                        <a:moveTo>
                          <a:pt x="1217154" y="0"/>
                        </a:moveTo>
                        <a:cubicBezTo>
                          <a:pt x="1216754" y="743"/>
                          <a:pt x="1216345" y="1486"/>
                          <a:pt x="1215954" y="2229"/>
                        </a:cubicBezTo>
                        <a:cubicBezTo>
                          <a:pt x="1199323" y="3905"/>
                          <a:pt x="1181483" y="5839"/>
                          <a:pt x="1162586" y="8077"/>
                        </a:cubicBezTo>
                        <a:cubicBezTo>
                          <a:pt x="1155985" y="8858"/>
                          <a:pt x="1149260" y="9677"/>
                          <a:pt x="1142412" y="10535"/>
                        </a:cubicBezTo>
                        <a:cubicBezTo>
                          <a:pt x="1132258" y="11801"/>
                          <a:pt x="1121828" y="13154"/>
                          <a:pt x="1111151" y="14602"/>
                        </a:cubicBezTo>
                        <a:cubicBezTo>
                          <a:pt x="1096787" y="16545"/>
                          <a:pt x="1081975" y="18640"/>
                          <a:pt x="1066783" y="20917"/>
                        </a:cubicBezTo>
                        <a:cubicBezTo>
                          <a:pt x="1051257" y="23241"/>
                          <a:pt x="1035817" y="25679"/>
                          <a:pt x="1020482" y="28213"/>
                        </a:cubicBezTo>
                        <a:cubicBezTo>
                          <a:pt x="1018472" y="28546"/>
                          <a:pt x="1016462" y="28880"/>
                          <a:pt x="1014462" y="29213"/>
                        </a:cubicBezTo>
                        <a:cubicBezTo>
                          <a:pt x="1013291" y="29404"/>
                          <a:pt x="1012119" y="29604"/>
                          <a:pt x="1010957" y="29804"/>
                        </a:cubicBezTo>
                        <a:lnTo>
                          <a:pt x="1010948" y="29804"/>
                        </a:lnTo>
                        <a:cubicBezTo>
                          <a:pt x="1007214" y="30432"/>
                          <a:pt x="1003489" y="31061"/>
                          <a:pt x="999765" y="31709"/>
                        </a:cubicBezTo>
                        <a:cubicBezTo>
                          <a:pt x="992812" y="32909"/>
                          <a:pt x="985868" y="34119"/>
                          <a:pt x="978953" y="35366"/>
                        </a:cubicBezTo>
                        <a:cubicBezTo>
                          <a:pt x="978944" y="35366"/>
                          <a:pt x="978934" y="35376"/>
                          <a:pt x="978924" y="35376"/>
                        </a:cubicBezTo>
                        <a:cubicBezTo>
                          <a:pt x="971914" y="36633"/>
                          <a:pt x="964932" y="37919"/>
                          <a:pt x="957969" y="39214"/>
                        </a:cubicBezTo>
                        <a:cubicBezTo>
                          <a:pt x="957512" y="39300"/>
                          <a:pt x="957055" y="39386"/>
                          <a:pt x="956607" y="39471"/>
                        </a:cubicBezTo>
                        <a:cubicBezTo>
                          <a:pt x="906096" y="48949"/>
                          <a:pt x="856823" y="59560"/>
                          <a:pt x="809179" y="71247"/>
                        </a:cubicBezTo>
                        <a:cubicBezTo>
                          <a:pt x="806627" y="71866"/>
                          <a:pt x="804074" y="72504"/>
                          <a:pt x="801512" y="73142"/>
                        </a:cubicBezTo>
                        <a:cubicBezTo>
                          <a:pt x="796511" y="74381"/>
                          <a:pt x="791539" y="75638"/>
                          <a:pt x="786577" y="76895"/>
                        </a:cubicBezTo>
                        <a:cubicBezTo>
                          <a:pt x="779090" y="78800"/>
                          <a:pt x="771641" y="80743"/>
                          <a:pt x="764250" y="82705"/>
                        </a:cubicBezTo>
                        <a:cubicBezTo>
                          <a:pt x="756335" y="84811"/>
                          <a:pt x="748467" y="86935"/>
                          <a:pt x="740647" y="89097"/>
                        </a:cubicBezTo>
                        <a:cubicBezTo>
                          <a:pt x="679335" y="106032"/>
                          <a:pt x="621070" y="124835"/>
                          <a:pt x="566387" y="145313"/>
                        </a:cubicBezTo>
                        <a:cubicBezTo>
                          <a:pt x="548995" y="151819"/>
                          <a:pt x="531973" y="158505"/>
                          <a:pt x="515333" y="165354"/>
                        </a:cubicBezTo>
                        <a:cubicBezTo>
                          <a:pt x="506580" y="168954"/>
                          <a:pt x="497931" y="172593"/>
                          <a:pt x="489387" y="176289"/>
                        </a:cubicBezTo>
                        <a:cubicBezTo>
                          <a:pt x="489101" y="176412"/>
                          <a:pt x="488816" y="176536"/>
                          <a:pt x="488530" y="176660"/>
                        </a:cubicBezTo>
                        <a:cubicBezTo>
                          <a:pt x="487482" y="177108"/>
                          <a:pt x="486425" y="177575"/>
                          <a:pt x="485387" y="178022"/>
                        </a:cubicBezTo>
                        <a:cubicBezTo>
                          <a:pt x="453478" y="191910"/>
                          <a:pt x="422636" y="206254"/>
                          <a:pt x="392965" y="221009"/>
                        </a:cubicBezTo>
                        <a:cubicBezTo>
                          <a:pt x="391994" y="221494"/>
                          <a:pt x="391022" y="221970"/>
                          <a:pt x="390060" y="222447"/>
                        </a:cubicBezTo>
                        <a:cubicBezTo>
                          <a:pt x="339445" y="247707"/>
                          <a:pt x="292258" y="274148"/>
                          <a:pt x="248995" y="301485"/>
                        </a:cubicBezTo>
                        <a:cubicBezTo>
                          <a:pt x="247462" y="302447"/>
                          <a:pt x="245947" y="303419"/>
                          <a:pt x="244433" y="304381"/>
                        </a:cubicBezTo>
                        <a:cubicBezTo>
                          <a:pt x="236460" y="309467"/>
                          <a:pt x="228612" y="314592"/>
                          <a:pt x="220906" y="319735"/>
                        </a:cubicBezTo>
                        <a:lnTo>
                          <a:pt x="220896" y="319735"/>
                        </a:lnTo>
                        <a:cubicBezTo>
                          <a:pt x="220677" y="319878"/>
                          <a:pt x="220458" y="320030"/>
                          <a:pt x="220249" y="320173"/>
                        </a:cubicBezTo>
                        <a:cubicBezTo>
                          <a:pt x="219296" y="320812"/>
                          <a:pt x="218334" y="321440"/>
                          <a:pt x="217391" y="322088"/>
                        </a:cubicBezTo>
                        <a:cubicBezTo>
                          <a:pt x="172071" y="352577"/>
                          <a:pt x="131552" y="384067"/>
                          <a:pt x="96643" y="415966"/>
                        </a:cubicBezTo>
                        <a:cubicBezTo>
                          <a:pt x="36730" y="470697"/>
                          <a:pt x="10680" y="511026"/>
                          <a:pt x="3869" y="522541"/>
                        </a:cubicBezTo>
                        <a:cubicBezTo>
                          <a:pt x="2602" y="524685"/>
                          <a:pt x="2002" y="525828"/>
                          <a:pt x="1974" y="525894"/>
                        </a:cubicBezTo>
                        <a:cubicBezTo>
                          <a:pt x="1726" y="526418"/>
                          <a:pt x="1078" y="526609"/>
                          <a:pt x="564" y="526342"/>
                        </a:cubicBezTo>
                        <a:cubicBezTo>
                          <a:pt x="59" y="526075"/>
                          <a:pt x="-150" y="525446"/>
                          <a:pt x="116" y="524932"/>
                        </a:cubicBezTo>
                        <a:cubicBezTo>
                          <a:pt x="221" y="524704"/>
                          <a:pt x="6870" y="512045"/>
                          <a:pt x="23653" y="490528"/>
                        </a:cubicBezTo>
                        <a:cubicBezTo>
                          <a:pt x="38588" y="471373"/>
                          <a:pt x="61562" y="445198"/>
                          <a:pt x="95109" y="414538"/>
                        </a:cubicBezTo>
                        <a:cubicBezTo>
                          <a:pt x="130218" y="382438"/>
                          <a:pt x="171004" y="350739"/>
                          <a:pt x="216639" y="320078"/>
                        </a:cubicBezTo>
                        <a:cubicBezTo>
                          <a:pt x="217629" y="319421"/>
                          <a:pt x="218610" y="318745"/>
                          <a:pt x="219610" y="318087"/>
                        </a:cubicBezTo>
                        <a:cubicBezTo>
                          <a:pt x="227335" y="312915"/>
                          <a:pt x="235203" y="307781"/>
                          <a:pt x="243204" y="302685"/>
                        </a:cubicBezTo>
                        <a:cubicBezTo>
                          <a:pt x="244709" y="301723"/>
                          <a:pt x="246233" y="300761"/>
                          <a:pt x="247757" y="299799"/>
                        </a:cubicBezTo>
                        <a:cubicBezTo>
                          <a:pt x="291286" y="272272"/>
                          <a:pt x="338806" y="245659"/>
                          <a:pt x="389803" y="220237"/>
                        </a:cubicBezTo>
                        <a:cubicBezTo>
                          <a:pt x="390317" y="219980"/>
                          <a:pt x="390841" y="219723"/>
                          <a:pt x="391365" y="219465"/>
                        </a:cubicBezTo>
                        <a:cubicBezTo>
                          <a:pt x="391861" y="219218"/>
                          <a:pt x="392356" y="218970"/>
                          <a:pt x="392861" y="218722"/>
                        </a:cubicBezTo>
                        <a:cubicBezTo>
                          <a:pt x="392851" y="218722"/>
                          <a:pt x="392851" y="218722"/>
                          <a:pt x="392861" y="218713"/>
                        </a:cubicBezTo>
                        <a:cubicBezTo>
                          <a:pt x="422312" y="204092"/>
                          <a:pt x="452906" y="189871"/>
                          <a:pt x="484548" y="176089"/>
                        </a:cubicBezTo>
                        <a:cubicBezTo>
                          <a:pt x="485625" y="175622"/>
                          <a:pt x="486711" y="175146"/>
                          <a:pt x="487796" y="174679"/>
                        </a:cubicBezTo>
                        <a:cubicBezTo>
                          <a:pt x="488844" y="174222"/>
                          <a:pt x="489892" y="173774"/>
                          <a:pt x="490940" y="173317"/>
                        </a:cubicBezTo>
                        <a:cubicBezTo>
                          <a:pt x="499474" y="169650"/>
                          <a:pt x="508104" y="166030"/>
                          <a:pt x="516848" y="162449"/>
                        </a:cubicBezTo>
                        <a:cubicBezTo>
                          <a:pt x="532373" y="156086"/>
                          <a:pt x="548223" y="149876"/>
                          <a:pt x="564387" y="143808"/>
                        </a:cubicBezTo>
                        <a:cubicBezTo>
                          <a:pt x="577570" y="138865"/>
                          <a:pt x="590962" y="134007"/>
                          <a:pt x="604554" y="129264"/>
                        </a:cubicBezTo>
                        <a:cubicBezTo>
                          <a:pt x="605402" y="128968"/>
                          <a:pt x="606249" y="128673"/>
                          <a:pt x="607107" y="128378"/>
                        </a:cubicBezTo>
                        <a:cubicBezTo>
                          <a:pt x="650140" y="113395"/>
                          <a:pt x="695175" y="99431"/>
                          <a:pt x="741980" y="86544"/>
                        </a:cubicBezTo>
                        <a:cubicBezTo>
                          <a:pt x="749791" y="84382"/>
                          <a:pt x="757659" y="82267"/>
                          <a:pt x="765564" y="80172"/>
                        </a:cubicBezTo>
                        <a:cubicBezTo>
                          <a:pt x="772375" y="78381"/>
                          <a:pt x="779214" y="76600"/>
                          <a:pt x="786081" y="74847"/>
                        </a:cubicBezTo>
                        <a:cubicBezTo>
                          <a:pt x="788672" y="74190"/>
                          <a:pt x="791282" y="73523"/>
                          <a:pt x="793892" y="72876"/>
                        </a:cubicBezTo>
                        <a:cubicBezTo>
                          <a:pt x="796340" y="72257"/>
                          <a:pt x="798807" y="71637"/>
                          <a:pt x="801274" y="71028"/>
                        </a:cubicBezTo>
                        <a:cubicBezTo>
                          <a:pt x="850908" y="58703"/>
                          <a:pt x="902343" y="47530"/>
                          <a:pt x="955140" y="37614"/>
                        </a:cubicBezTo>
                        <a:cubicBezTo>
                          <a:pt x="956036" y="37443"/>
                          <a:pt x="956941" y="37271"/>
                          <a:pt x="957846" y="37109"/>
                        </a:cubicBezTo>
                        <a:cubicBezTo>
                          <a:pt x="965256" y="35719"/>
                          <a:pt x="972695" y="34357"/>
                          <a:pt x="980153" y="33023"/>
                        </a:cubicBezTo>
                        <a:cubicBezTo>
                          <a:pt x="980163" y="33023"/>
                          <a:pt x="980172" y="33014"/>
                          <a:pt x="980182" y="33023"/>
                        </a:cubicBezTo>
                        <a:cubicBezTo>
                          <a:pt x="987097" y="31785"/>
                          <a:pt x="994031" y="30566"/>
                          <a:pt x="1000984" y="29375"/>
                        </a:cubicBezTo>
                        <a:cubicBezTo>
                          <a:pt x="1005128" y="28661"/>
                          <a:pt x="1009290" y="27956"/>
                          <a:pt x="1013443" y="27261"/>
                        </a:cubicBezTo>
                        <a:lnTo>
                          <a:pt x="1013453" y="27261"/>
                        </a:lnTo>
                        <a:cubicBezTo>
                          <a:pt x="1014615" y="27061"/>
                          <a:pt x="1015786" y="26870"/>
                          <a:pt x="1016958" y="26670"/>
                        </a:cubicBezTo>
                        <a:cubicBezTo>
                          <a:pt x="1016958" y="26670"/>
                          <a:pt x="1016958" y="26670"/>
                          <a:pt x="1016967" y="26670"/>
                        </a:cubicBezTo>
                        <a:cubicBezTo>
                          <a:pt x="1018358" y="26432"/>
                          <a:pt x="1019768" y="26203"/>
                          <a:pt x="1021168" y="25965"/>
                        </a:cubicBezTo>
                        <a:cubicBezTo>
                          <a:pt x="1036198" y="23489"/>
                          <a:pt x="1051314" y="21117"/>
                          <a:pt x="1066516" y="18831"/>
                        </a:cubicBezTo>
                        <a:cubicBezTo>
                          <a:pt x="1082204" y="16478"/>
                          <a:pt x="1097492" y="14316"/>
                          <a:pt x="1112294" y="12325"/>
                        </a:cubicBezTo>
                        <a:cubicBezTo>
                          <a:pt x="1122990" y="10887"/>
                          <a:pt x="1133429" y="9534"/>
                          <a:pt x="1143602" y="8268"/>
                        </a:cubicBezTo>
                        <a:cubicBezTo>
                          <a:pt x="1150451" y="7410"/>
                          <a:pt x="1157175" y="6601"/>
                          <a:pt x="1163767" y="5820"/>
                        </a:cubicBezTo>
                        <a:cubicBezTo>
                          <a:pt x="1182674" y="3600"/>
                          <a:pt x="1200533" y="1676"/>
                          <a:pt x="1217154" y="0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5" name="Google Shape;2187;p65">
                    <a:extLst>
                      <a:ext uri="{FF2B5EF4-FFF2-40B4-BE49-F238E27FC236}">
                        <a16:creationId xmlns:a16="http://schemas.microsoft.com/office/drawing/2014/main" id="{65F02CD7-B917-5A61-581D-F44D6376D23F}"/>
                      </a:ext>
                    </a:extLst>
                  </p:cNvPr>
                  <p:cNvSpPr/>
                  <p:nvPr/>
                </p:nvSpPr>
                <p:spPr>
                  <a:xfrm>
                    <a:off x="4821461" y="4323521"/>
                    <a:ext cx="181985" cy="2269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985" h="226979" extrusionOk="0">
                        <a:moveTo>
                          <a:pt x="181869" y="1524"/>
                        </a:moveTo>
                        <a:cubicBezTo>
                          <a:pt x="181850" y="1562"/>
                          <a:pt x="181821" y="1600"/>
                          <a:pt x="181802" y="1639"/>
                        </a:cubicBezTo>
                        <a:cubicBezTo>
                          <a:pt x="127024" y="80239"/>
                          <a:pt x="66474" y="155934"/>
                          <a:pt x="1818" y="226638"/>
                        </a:cubicBezTo>
                        <a:cubicBezTo>
                          <a:pt x="1427" y="227067"/>
                          <a:pt x="770" y="227095"/>
                          <a:pt x="342" y="226705"/>
                        </a:cubicBezTo>
                        <a:cubicBezTo>
                          <a:pt x="-87" y="226314"/>
                          <a:pt x="-116" y="225657"/>
                          <a:pt x="275" y="225228"/>
                        </a:cubicBezTo>
                        <a:cubicBezTo>
                          <a:pt x="64864" y="154591"/>
                          <a:pt x="125357" y="78963"/>
                          <a:pt x="180078" y="448"/>
                        </a:cubicBezTo>
                        <a:cubicBezTo>
                          <a:pt x="180412" y="-28"/>
                          <a:pt x="181059" y="-142"/>
                          <a:pt x="181536" y="191"/>
                        </a:cubicBezTo>
                        <a:cubicBezTo>
                          <a:pt x="181974" y="486"/>
                          <a:pt x="182107" y="1067"/>
                          <a:pt x="181869" y="152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6" name="Google Shape;2188;p65">
                    <a:extLst>
                      <a:ext uri="{FF2B5EF4-FFF2-40B4-BE49-F238E27FC236}">
                        <a16:creationId xmlns:a16="http://schemas.microsoft.com/office/drawing/2014/main" id="{98BCA12D-276C-C569-E91F-05883824F11C}"/>
                      </a:ext>
                    </a:extLst>
                  </p:cNvPr>
                  <p:cNvSpPr/>
                  <p:nvPr/>
                </p:nvSpPr>
                <p:spPr>
                  <a:xfrm>
                    <a:off x="4620601" y="4391295"/>
                    <a:ext cx="151972" cy="1964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1972" h="196405" extrusionOk="0">
                        <a:moveTo>
                          <a:pt x="140127" y="25504"/>
                        </a:moveTo>
                        <a:cubicBezTo>
                          <a:pt x="106818" y="89074"/>
                          <a:pt x="56421" y="151482"/>
                          <a:pt x="1700" y="196173"/>
                        </a:cubicBezTo>
                        <a:cubicBezTo>
                          <a:pt x="1252" y="196535"/>
                          <a:pt x="595" y="196468"/>
                          <a:pt x="233" y="196020"/>
                        </a:cubicBezTo>
                        <a:cubicBezTo>
                          <a:pt x="-129" y="195573"/>
                          <a:pt x="-62" y="194915"/>
                          <a:pt x="385" y="194554"/>
                        </a:cubicBezTo>
                        <a:cubicBezTo>
                          <a:pt x="61755" y="144442"/>
                          <a:pt x="117676" y="71938"/>
                          <a:pt x="149975" y="615"/>
                        </a:cubicBezTo>
                        <a:cubicBezTo>
                          <a:pt x="150233" y="101"/>
                          <a:pt x="150833" y="-147"/>
                          <a:pt x="151357" y="91"/>
                        </a:cubicBezTo>
                        <a:cubicBezTo>
                          <a:pt x="151880" y="329"/>
                          <a:pt x="152119" y="948"/>
                          <a:pt x="151880" y="1472"/>
                        </a:cubicBezTo>
                        <a:cubicBezTo>
                          <a:pt x="148242" y="9473"/>
                          <a:pt x="144318" y="17503"/>
                          <a:pt x="140127" y="2550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7" name="Google Shape;2189;p65">
                    <a:extLst>
                      <a:ext uri="{FF2B5EF4-FFF2-40B4-BE49-F238E27FC236}">
                        <a16:creationId xmlns:a16="http://schemas.microsoft.com/office/drawing/2014/main" id="{AF506D93-06D2-ABED-1CEB-22FCDE037B4B}"/>
                      </a:ext>
                    </a:extLst>
                  </p:cNvPr>
                  <p:cNvSpPr/>
                  <p:nvPr/>
                </p:nvSpPr>
                <p:spPr>
                  <a:xfrm>
                    <a:off x="4465981" y="4478123"/>
                    <a:ext cx="79797" cy="1346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9797" h="134664" extrusionOk="0">
                        <a:moveTo>
                          <a:pt x="55146" y="53319"/>
                        </a:moveTo>
                        <a:cubicBezTo>
                          <a:pt x="38163" y="85733"/>
                          <a:pt x="20542" y="112469"/>
                          <a:pt x="1844" y="134301"/>
                        </a:cubicBezTo>
                        <a:cubicBezTo>
                          <a:pt x="1473" y="134739"/>
                          <a:pt x="806" y="134787"/>
                          <a:pt x="368" y="134415"/>
                        </a:cubicBezTo>
                        <a:cubicBezTo>
                          <a:pt x="-70" y="134044"/>
                          <a:pt x="-128" y="133377"/>
                          <a:pt x="253" y="132939"/>
                        </a:cubicBezTo>
                        <a:cubicBezTo>
                          <a:pt x="27990" y="100563"/>
                          <a:pt x="53355" y="57281"/>
                          <a:pt x="77796" y="627"/>
                        </a:cubicBezTo>
                        <a:cubicBezTo>
                          <a:pt x="78015" y="113"/>
                          <a:pt x="78635" y="-145"/>
                          <a:pt x="79168" y="84"/>
                        </a:cubicBezTo>
                        <a:cubicBezTo>
                          <a:pt x="79701" y="312"/>
                          <a:pt x="79940" y="932"/>
                          <a:pt x="79711" y="1455"/>
                        </a:cubicBezTo>
                        <a:cubicBezTo>
                          <a:pt x="71643" y="20172"/>
                          <a:pt x="63471" y="37422"/>
                          <a:pt x="55146" y="53319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8" name="Google Shape;2190;p65">
                    <a:extLst>
                      <a:ext uri="{FF2B5EF4-FFF2-40B4-BE49-F238E27FC236}">
                        <a16:creationId xmlns:a16="http://schemas.microsoft.com/office/drawing/2014/main" id="{906715AA-DC51-0377-316B-478235F4A81D}"/>
                      </a:ext>
                    </a:extLst>
                  </p:cNvPr>
                  <p:cNvSpPr/>
                  <p:nvPr/>
                </p:nvSpPr>
                <p:spPr>
                  <a:xfrm>
                    <a:off x="4347097" y="4577623"/>
                    <a:ext cx="26322" cy="73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322" h="73090" extrusionOk="0">
                        <a:moveTo>
                          <a:pt x="1970" y="72529"/>
                        </a:moveTo>
                        <a:cubicBezTo>
                          <a:pt x="1761" y="72929"/>
                          <a:pt x="1313" y="73158"/>
                          <a:pt x="846" y="73072"/>
                        </a:cubicBezTo>
                        <a:cubicBezTo>
                          <a:pt x="284" y="72967"/>
                          <a:pt x="-87" y="72415"/>
                          <a:pt x="18" y="71853"/>
                        </a:cubicBezTo>
                        <a:cubicBezTo>
                          <a:pt x="3466" y="53974"/>
                          <a:pt x="15010" y="18389"/>
                          <a:pt x="24240" y="777"/>
                        </a:cubicBezTo>
                        <a:cubicBezTo>
                          <a:pt x="24278" y="701"/>
                          <a:pt x="24316" y="635"/>
                          <a:pt x="24354" y="558"/>
                        </a:cubicBezTo>
                        <a:cubicBezTo>
                          <a:pt x="24621" y="44"/>
                          <a:pt x="25259" y="-146"/>
                          <a:pt x="25764" y="120"/>
                        </a:cubicBezTo>
                        <a:cubicBezTo>
                          <a:pt x="26278" y="387"/>
                          <a:pt x="26469" y="1015"/>
                          <a:pt x="26202" y="1530"/>
                        </a:cubicBezTo>
                        <a:cubicBezTo>
                          <a:pt x="26202" y="1530"/>
                          <a:pt x="26202" y="1530"/>
                          <a:pt x="26202" y="1530"/>
                        </a:cubicBezTo>
                        <a:cubicBezTo>
                          <a:pt x="17039" y="18922"/>
                          <a:pt x="5504" y="54432"/>
                          <a:pt x="2075" y="72243"/>
                        </a:cubicBezTo>
                        <a:cubicBezTo>
                          <a:pt x="2056" y="72339"/>
                          <a:pt x="2018" y="72434"/>
                          <a:pt x="1970" y="72529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9" name="Google Shape;2191;p65">
                    <a:extLst>
                      <a:ext uri="{FF2B5EF4-FFF2-40B4-BE49-F238E27FC236}">
                        <a16:creationId xmlns:a16="http://schemas.microsoft.com/office/drawing/2014/main" id="{967FDA24-EA8B-2295-055A-E1A7A657C4EF}"/>
                      </a:ext>
                    </a:extLst>
                  </p:cNvPr>
                  <p:cNvSpPr/>
                  <p:nvPr/>
                </p:nvSpPr>
                <p:spPr>
                  <a:xfrm>
                    <a:off x="4294840" y="4575960"/>
                    <a:ext cx="78583" cy="37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583" h="3744" extrusionOk="0">
                        <a:moveTo>
                          <a:pt x="78459" y="3183"/>
                        </a:moveTo>
                        <a:cubicBezTo>
                          <a:pt x="78278" y="3526"/>
                          <a:pt x="77906" y="3754"/>
                          <a:pt x="77497" y="3745"/>
                        </a:cubicBezTo>
                        <a:cubicBezTo>
                          <a:pt x="65905" y="3307"/>
                          <a:pt x="52370" y="3107"/>
                          <a:pt x="39282" y="2916"/>
                        </a:cubicBezTo>
                        <a:cubicBezTo>
                          <a:pt x="26176" y="2726"/>
                          <a:pt x="12622" y="2526"/>
                          <a:pt x="1001" y="2087"/>
                        </a:cubicBezTo>
                        <a:cubicBezTo>
                          <a:pt x="430" y="2068"/>
                          <a:pt x="-27" y="1583"/>
                          <a:pt x="1" y="1001"/>
                        </a:cubicBezTo>
                        <a:cubicBezTo>
                          <a:pt x="20" y="430"/>
                          <a:pt x="506" y="-27"/>
                          <a:pt x="1087" y="1"/>
                        </a:cubicBezTo>
                        <a:cubicBezTo>
                          <a:pt x="12689" y="440"/>
                          <a:pt x="26224" y="640"/>
                          <a:pt x="39320" y="830"/>
                        </a:cubicBezTo>
                        <a:cubicBezTo>
                          <a:pt x="52417" y="1021"/>
                          <a:pt x="65971" y="1221"/>
                          <a:pt x="77582" y="1659"/>
                        </a:cubicBezTo>
                        <a:cubicBezTo>
                          <a:pt x="78154" y="1678"/>
                          <a:pt x="78611" y="2164"/>
                          <a:pt x="78583" y="2745"/>
                        </a:cubicBezTo>
                        <a:cubicBezTo>
                          <a:pt x="78573" y="2897"/>
                          <a:pt x="78535" y="3049"/>
                          <a:pt x="78459" y="3183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0" name="Google Shape;2192;p65">
                    <a:extLst>
                      <a:ext uri="{FF2B5EF4-FFF2-40B4-BE49-F238E27FC236}">
                        <a16:creationId xmlns:a16="http://schemas.microsoft.com/office/drawing/2014/main" id="{58B55803-0892-5CF3-45A0-F492AB6E4132}"/>
                      </a:ext>
                    </a:extLst>
                  </p:cNvPr>
                  <p:cNvSpPr/>
                  <p:nvPr/>
                </p:nvSpPr>
                <p:spPr>
                  <a:xfrm>
                    <a:off x="4401958" y="4465166"/>
                    <a:ext cx="143830" cy="15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830" h="15049" extrusionOk="0">
                        <a:moveTo>
                          <a:pt x="143705" y="14489"/>
                        </a:moveTo>
                        <a:cubicBezTo>
                          <a:pt x="143495" y="14889"/>
                          <a:pt x="143048" y="15117"/>
                          <a:pt x="142590" y="15032"/>
                        </a:cubicBezTo>
                        <a:cubicBezTo>
                          <a:pt x="109301" y="8736"/>
                          <a:pt x="61666" y="4383"/>
                          <a:pt x="1001" y="2087"/>
                        </a:cubicBezTo>
                        <a:cubicBezTo>
                          <a:pt x="430" y="2068"/>
                          <a:pt x="-27" y="1583"/>
                          <a:pt x="1" y="1001"/>
                        </a:cubicBezTo>
                        <a:cubicBezTo>
                          <a:pt x="20" y="430"/>
                          <a:pt x="506" y="-27"/>
                          <a:pt x="1087" y="1"/>
                        </a:cubicBezTo>
                        <a:cubicBezTo>
                          <a:pt x="61857" y="2297"/>
                          <a:pt x="109596" y="6669"/>
                          <a:pt x="142981" y="12984"/>
                        </a:cubicBezTo>
                        <a:cubicBezTo>
                          <a:pt x="143553" y="13089"/>
                          <a:pt x="143924" y="13641"/>
                          <a:pt x="143810" y="14203"/>
                        </a:cubicBezTo>
                        <a:cubicBezTo>
                          <a:pt x="143791" y="14298"/>
                          <a:pt x="143753" y="14403"/>
                          <a:pt x="143705" y="14489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1" name="Google Shape;2193;p65">
                    <a:extLst>
                      <a:ext uri="{FF2B5EF4-FFF2-40B4-BE49-F238E27FC236}">
                        <a16:creationId xmlns:a16="http://schemas.microsoft.com/office/drawing/2014/main" id="{05F77FE7-2C7F-60D8-68D5-58537AA3CDC3}"/>
                      </a:ext>
                    </a:extLst>
                  </p:cNvPr>
                  <p:cNvSpPr/>
                  <p:nvPr/>
                </p:nvSpPr>
                <p:spPr>
                  <a:xfrm>
                    <a:off x="4545925" y="4357180"/>
                    <a:ext cx="213536" cy="319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536" h="31920" extrusionOk="0">
                        <a:moveTo>
                          <a:pt x="213403" y="31359"/>
                        </a:moveTo>
                        <a:cubicBezTo>
                          <a:pt x="213184" y="31769"/>
                          <a:pt x="212717" y="32007"/>
                          <a:pt x="212241" y="31892"/>
                        </a:cubicBezTo>
                        <a:cubicBezTo>
                          <a:pt x="180494" y="24453"/>
                          <a:pt x="147976" y="18729"/>
                          <a:pt x="115600" y="14881"/>
                        </a:cubicBezTo>
                        <a:cubicBezTo>
                          <a:pt x="101294" y="13175"/>
                          <a:pt x="86692" y="11804"/>
                          <a:pt x="72576" y="10480"/>
                        </a:cubicBezTo>
                        <a:cubicBezTo>
                          <a:pt x="49011" y="8261"/>
                          <a:pt x="24646" y="5975"/>
                          <a:pt x="872" y="2079"/>
                        </a:cubicBezTo>
                        <a:cubicBezTo>
                          <a:pt x="300" y="1984"/>
                          <a:pt x="-81" y="1450"/>
                          <a:pt x="15" y="879"/>
                        </a:cubicBezTo>
                        <a:cubicBezTo>
                          <a:pt x="110" y="307"/>
                          <a:pt x="643" y="-74"/>
                          <a:pt x="1215" y="12"/>
                        </a:cubicBezTo>
                        <a:cubicBezTo>
                          <a:pt x="24913" y="3889"/>
                          <a:pt x="49249" y="6175"/>
                          <a:pt x="72776" y="8394"/>
                        </a:cubicBezTo>
                        <a:cubicBezTo>
                          <a:pt x="86911" y="9727"/>
                          <a:pt x="101522" y="11099"/>
                          <a:pt x="115858" y="12804"/>
                        </a:cubicBezTo>
                        <a:cubicBezTo>
                          <a:pt x="148319" y="16662"/>
                          <a:pt x="180904" y="22405"/>
                          <a:pt x="212727" y="29854"/>
                        </a:cubicBezTo>
                        <a:cubicBezTo>
                          <a:pt x="213289" y="29987"/>
                          <a:pt x="213641" y="30549"/>
                          <a:pt x="213508" y="31111"/>
                        </a:cubicBezTo>
                        <a:cubicBezTo>
                          <a:pt x="213470" y="31197"/>
                          <a:pt x="213441" y="31283"/>
                          <a:pt x="213403" y="31359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2" name="Google Shape;2194;p65">
                    <a:extLst>
                      <a:ext uri="{FF2B5EF4-FFF2-40B4-BE49-F238E27FC236}">
                        <a16:creationId xmlns:a16="http://schemas.microsoft.com/office/drawing/2014/main" id="{4424BB72-9896-05D4-DB86-BF5EA772B66E}"/>
                      </a:ext>
                    </a:extLst>
                  </p:cNvPr>
                  <p:cNvSpPr/>
                  <p:nvPr/>
                </p:nvSpPr>
                <p:spPr>
                  <a:xfrm>
                    <a:off x="4843897" y="4254993"/>
                    <a:ext cx="140389" cy="68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389" h="68162" extrusionOk="0">
                        <a:moveTo>
                          <a:pt x="140269" y="67604"/>
                        </a:moveTo>
                        <a:cubicBezTo>
                          <a:pt x="140269" y="67604"/>
                          <a:pt x="140269" y="67604"/>
                          <a:pt x="140269" y="67604"/>
                        </a:cubicBezTo>
                        <a:cubicBezTo>
                          <a:pt x="139993" y="68118"/>
                          <a:pt x="139364" y="68309"/>
                          <a:pt x="138850" y="68042"/>
                        </a:cubicBezTo>
                        <a:lnTo>
                          <a:pt x="49257" y="20131"/>
                        </a:lnTo>
                        <a:cubicBezTo>
                          <a:pt x="34798" y="12397"/>
                          <a:pt x="18406" y="3634"/>
                          <a:pt x="956" y="2082"/>
                        </a:cubicBezTo>
                        <a:cubicBezTo>
                          <a:pt x="385" y="2034"/>
                          <a:pt x="-44" y="1520"/>
                          <a:pt x="4" y="948"/>
                        </a:cubicBezTo>
                        <a:cubicBezTo>
                          <a:pt x="61" y="377"/>
                          <a:pt x="566" y="-52"/>
                          <a:pt x="1137" y="5"/>
                        </a:cubicBezTo>
                        <a:cubicBezTo>
                          <a:pt x="19006" y="1596"/>
                          <a:pt x="35599" y="10473"/>
                          <a:pt x="50238" y="18303"/>
                        </a:cubicBezTo>
                        <a:lnTo>
                          <a:pt x="139831" y="66214"/>
                        </a:lnTo>
                        <a:cubicBezTo>
                          <a:pt x="140345" y="66471"/>
                          <a:pt x="140536" y="67099"/>
                          <a:pt x="140269" y="67604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3" name="Google Shape;2195;p65">
                    <a:extLst>
                      <a:ext uri="{FF2B5EF4-FFF2-40B4-BE49-F238E27FC236}">
                        <a16:creationId xmlns:a16="http://schemas.microsoft.com/office/drawing/2014/main" id="{9C3CB6BC-24F1-8BE2-AE7A-129E2AB8FFAD}"/>
                      </a:ext>
                    </a:extLst>
                  </p:cNvPr>
                  <p:cNvSpPr/>
                  <p:nvPr/>
                </p:nvSpPr>
                <p:spPr>
                  <a:xfrm>
                    <a:off x="4152345" y="4259494"/>
                    <a:ext cx="1217154" cy="5264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7154" h="526461" extrusionOk="0">
                        <a:moveTo>
                          <a:pt x="1217154" y="0"/>
                        </a:moveTo>
                        <a:cubicBezTo>
                          <a:pt x="1216754" y="743"/>
                          <a:pt x="1216345" y="1486"/>
                          <a:pt x="1215954" y="2229"/>
                        </a:cubicBezTo>
                        <a:cubicBezTo>
                          <a:pt x="1199323" y="3905"/>
                          <a:pt x="1181483" y="5839"/>
                          <a:pt x="1162586" y="8077"/>
                        </a:cubicBezTo>
                        <a:cubicBezTo>
                          <a:pt x="1155985" y="8858"/>
                          <a:pt x="1149260" y="9677"/>
                          <a:pt x="1142412" y="10535"/>
                        </a:cubicBezTo>
                        <a:cubicBezTo>
                          <a:pt x="1132258" y="11801"/>
                          <a:pt x="1121828" y="13154"/>
                          <a:pt x="1111151" y="14602"/>
                        </a:cubicBezTo>
                        <a:cubicBezTo>
                          <a:pt x="1096787" y="16545"/>
                          <a:pt x="1081975" y="18640"/>
                          <a:pt x="1066783" y="20917"/>
                        </a:cubicBezTo>
                        <a:cubicBezTo>
                          <a:pt x="1051257" y="23241"/>
                          <a:pt x="1035817" y="25679"/>
                          <a:pt x="1020482" y="28213"/>
                        </a:cubicBezTo>
                        <a:cubicBezTo>
                          <a:pt x="1018472" y="28546"/>
                          <a:pt x="1016462" y="28880"/>
                          <a:pt x="1014462" y="29213"/>
                        </a:cubicBezTo>
                        <a:cubicBezTo>
                          <a:pt x="1013291" y="29404"/>
                          <a:pt x="1012119" y="29604"/>
                          <a:pt x="1010957" y="29804"/>
                        </a:cubicBezTo>
                        <a:lnTo>
                          <a:pt x="1010948" y="29804"/>
                        </a:lnTo>
                        <a:cubicBezTo>
                          <a:pt x="1007214" y="30432"/>
                          <a:pt x="1003489" y="31061"/>
                          <a:pt x="999765" y="31709"/>
                        </a:cubicBezTo>
                        <a:cubicBezTo>
                          <a:pt x="992812" y="32909"/>
                          <a:pt x="985868" y="34119"/>
                          <a:pt x="978953" y="35366"/>
                        </a:cubicBezTo>
                        <a:cubicBezTo>
                          <a:pt x="978944" y="35366"/>
                          <a:pt x="978934" y="35376"/>
                          <a:pt x="978924" y="35376"/>
                        </a:cubicBezTo>
                        <a:cubicBezTo>
                          <a:pt x="971914" y="36633"/>
                          <a:pt x="964932" y="37919"/>
                          <a:pt x="957969" y="39214"/>
                        </a:cubicBezTo>
                        <a:cubicBezTo>
                          <a:pt x="957512" y="39300"/>
                          <a:pt x="957055" y="39386"/>
                          <a:pt x="956607" y="39471"/>
                        </a:cubicBezTo>
                        <a:cubicBezTo>
                          <a:pt x="906096" y="48949"/>
                          <a:pt x="856823" y="59560"/>
                          <a:pt x="809179" y="71247"/>
                        </a:cubicBezTo>
                        <a:cubicBezTo>
                          <a:pt x="806627" y="71866"/>
                          <a:pt x="804074" y="72504"/>
                          <a:pt x="801512" y="73142"/>
                        </a:cubicBezTo>
                        <a:cubicBezTo>
                          <a:pt x="796511" y="74381"/>
                          <a:pt x="791539" y="75638"/>
                          <a:pt x="786577" y="76895"/>
                        </a:cubicBezTo>
                        <a:cubicBezTo>
                          <a:pt x="779090" y="78800"/>
                          <a:pt x="771641" y="80743"/>
                          <a:pt x="764250" y="82705"/>
                        </a:cubicBezTo>
                        <a:cubicBezTo>
                          <a:pt x="756335" y="84811"/>
                          <a:pt x="748467" y="86935"/>
                          <a:pt x="740647" y="89097"/>
                        </a:cubicBezTo>
                        <a:cubicBezTo>
                          <a:pt x="679335" y="106032"/>
                          <a:pt x="621070" y="124835"/>
                          <a:pt x="566387" y="145313"/>
                        </a:cubicBezTo>
                        <a:cubicBezTo>
                          <a:pt x="548995" y="151819"/>
                          <a:pt x="531973" y="158505"/>
                          <a:pt x="515333" y="165354"/>
                        </a:cubicBezTo>
                        <a:cubicBezTo>
                          <a:pt x="506580" y="168954"/>
                          <a:pt x="497931" y="172593"/>
                          <a:pt x="489387" y="176289"/>
                        </a:cubicBezTo>
                        <a:cubicBezTo>
                          <a:pt x="489101" y="176412"/>
                          <a:pt x="488816" y="176536"/>
                          <a:pt x="488530" y="176660"/>
                        </a:cubicBezTo>
                        <a:cubicBezTo>
                          <a:pt x="487482" y="177108"/>
                          <a:pt x="486425" y="177575"/>
                          <a:pt x="485387" y="178022"/>
                        </a:cubicBezTo>
                        <a:cubicBezTo>
                          <a:pt x="453478" y="191910"/>
                          <a:pt x="422636" y="206254"/>
                          <a:pt x="392965" y="221009"/>
                        </a:cubicBezTo>
                        <a:cubicBezTo>
                          <a:pt x="391994" y="221494"/>
                          <a:pt x="391022" y="221970"/>
                          <a:pt x="390060" y="222447"/>
                        </a:cubicBezTo>
                        <a:cubicBezTo>
                          <a:pt x="339445" y="247707"/>
                          <a:pt x="292258" y="274148"/>
                          <a:pt x="248995" y="301485"/>
                        </a:cubicBezTo>
                        <a:cubicBezTo>
                          <a:pt x="247462" y="302447"/>
                          <a:pt x="245947" y="303419"/>
                          <a:pt x="244433" y="304381"/>
                        </a:cubicBezTo>
                        <a:cubicBezTo>
                          <a:pt x="236460" y="309467"/>
                          <a:pt x="228612" y="314592"/>
                          <a:pt x="220906" y="319735"/>
                        </a:cubicBezTo>
                        <a:lnTo>
                          <a:pt x="220896" y="319735"/>
                        </a:lnTo>
                        <a:cubicBezTo>
                          <a:pt x="220677" y="319878"/>
                          <a:pt x="220458" y="320030"/>
                          <a:pt x="220249" y="320173"/>
                        </a:cubicBezTo>
                        <a:cubicBezTo>
                          <a:pt x="219296" y="320812"/>
                          <a:pt x="218334" y="321440"/>
                          <a:pt x="217391" y="322088"/>
                        </a:cubicBezTo>
                        <a:cubicBezTo>
                          <a:pt x="172071" y="352577"/>
                          <a:pt x="131552" y="384067"/>
                          <a:pt x="96643" y="415966"/>
                        </a:cubicBezTo>
                        <a:cubicBezTo>
                          <a:pt x="36730" y="470697"/>
                          <a:pt x="10680" y="511026"/>
                          <a:pt x="3869" y="522541"/>
                        </a:cubicBezTo>
                        <a:cubicBezTo>
                          <a:pt x="2602" y="524685"/>
                          <a:pt x="2002" y="525828"/>
                          <a:pt x="1974" y="525894"/>
                        </a:cubicBezTo>
                        <a:cubicBezTo>
                          <a:pt x="1726" y="526418"/>
                          <a:pt x="1078" y="526609"/>
                          <a:pt x="564" y="526342"/>
                        </a:cubicBezTo>
                        <a:cubicBezTo>
                          <a:pt x="59" y="526075"/>
                          <a:pt x="-150" y="525446"/>
                          <a:pt x="116" y="524932"/>
                        </a:cubicBezTo>
                        <a:cubicBezTo>
                          <a:pt x="221" y="524704"/>
                          <a:pt x="6870" y="512045"/>
                          <a:pt x="23653" y="490528"/>
                        </a:cubicBezTo>
                        <a:cubicBezTo>
                          <a:pt x="38588" y="471373"/>
                          <a:pt x="61562" y="445198"/>
                          <a:pt x="95109" y="414538"/>
                        </a:cubicBezTo>
                        <a:cubicBezTo>
                          <a:pt x="130218" y="382438"/>
                          <a:pt x="171004" y="350739"/>
                          <a:pt x="216639" y="320078"/>
                        </a:cubicBezTo>
                        <a:cubicBezTo>
                          <a:pt x="217629" y="319421"/>
                          <a:pt x="218610" y="318745"/>
                          <a:pt x="219610" y="318087"/>
                        </a:cubicBezTo>
                        <a:cubicBezTo>
                          <a:pt x="227335" y="312915"/>
                          <a:pt x="235203" y="307781"/>
                          <a:pt x="243204" y="302685"/>
                        </a:cubicBezTo>
                        <a:cubicBezTo>
                          <a:pt x="244709" y="301723"/>
                          <a:pt x="246233" y="300761"/>
                          <a:pt x="247757" y="299799"/>
                        </a:cubicBezTo>
                        <a:cubicBezTo>
                          <a:pt x="291286" y="272272"/>
                          <a:pt x="338806" y="245659"/>
                          <a:pt x="389803" y="220237"/>
                        </a:cubicBezTo>
                        <a:cubicBezTo>
                          <a:pt x="390317" y="219980"/>
                          <a:pt x="390841" y="219723"/>
                          <a:pt x="391365" y="219465"/>
                        </a:cubicBezTo>
                        <a:cubicBezTo>
                          <a:pt x="391861" y="219218"/>
                          <a:pt x="392356" y="218970"/>
                          <a:pt x="392861" y="218722"/>
                        </a:cubicBezTo>
                        <a:cubicBezTo>
                          <a:pt x="392851" y="218722"/>
                          <a:pt x="392851" y="218722"/>
                          <a:pt x="392861" y="218713"/>
                        </a:cubicBezTo>
                        <a:cubicBezTo>
                          <a:pt x="422312" y="204092"/>
                          <a:pt x="452906" y="189871"/>
                          <a:pt x="484548" y="176089"/>
                        </a:cubicBezTo>
                        <a:cubicBezTo>
                          <a:pt x="485625" y="175622"/>
                          <a:pt x="486711" y="175146"/>
                          <a:pt x="487796" y="174679"/>
                        </a:cubicBezTo>
                        <a:cubicBezTo>
                          <a:pt x="488844" y="174222"/>
                          <a:pt x="489892" y="173774"/>
                          <a:pt x="490940" y="173317"/>
                        </a:cubicBezTo>
                        <a:cubicBezTo>
                          <a:pt x="499474" y="169650"/>
                          <a:pt x="508104" y="166030"/>
                          <a:pt x="516848" y="162449"/>
                        </a:cubicBezTo>
                        <a:cubicBezTo>
                          <a:pt x="532373" y="156086"/>
                          <a:pt x="548223" y="149876"/>
                          <a:pt x="564387" y="143808"/>
                        </a:cubicBezTo>
                        <a:cubicBezTo>
                          <a:pt x="577570" y="138865"/>
                          <a:pt x="590962" y="134007"/>
                          <a:pt x="604554" y="129264"/>
                        </a:cubicBezTo>
                        <a:cubicBezTo>
                          <a:pt x="605402" y="128968"/>
                          <a:pt x="606249" y="128673"/>
                          <a:pt x="607107" y="128378"/>
                        </a:cubicBezTo>
                        <a:cubicBezTo>
                          <a:pt x="650140" y="113395"/>
                          <a:pt x="695175" y="99431"/>
                          <a:pt x="741980" y="86544"/>
                        </a:cubicBezTo>
                        <a:cubicBezTo>
                          <a:pt x="749791" y="84382"/>
                          <a:pt x="757659" y="82267"/>
                          <a:pt x="765564" y="80172"/>
                        </a:cubicBezTo>
                        <a:cubicBezTo>
                          <a:pt x="772375" y="78381"/>
                          <a:pt x="779214" y="76600"/>
                          <a:pt x="786081" y="74847"/>
                        </a:cubicBezTo>
                        <a:cubicBezTo>
                          <a:pt x="788672" y="74190"/>
                          <a:pt x="791282" y="73523"/>
                          <a:pt x="793892" y="72876"/>
                        </a:cubicBezTo>
                        <a:cubicBezTo>
                          <a:pt x="796340" y="72257"/>
                          <a:pt x="798807" y="71637"/>
                          <a:pt x="801274" y="71028"/>
                        </a:cubicBezTo>
                        <a:cubicBezTo>
                          <a:pt x="850908" y="58703"/>
                          <a:pt x="902343" y="47530"/>
                          <a:pt x="955140" y="37614"/>
                        </a:cubicBezTo>
                        <a:cubicBezTo>
                          <a:pt x="956036" y="37443"/>
                          <a:pt x="956941" y="37271"/>
                          <a:pt x="957846" y="37109"/>
                        </a:cubicBezTo>
                        <a:cubicBezTo>
                          <a:pt x="965256" y="35719"/>
                          <a:pt x="972695" y="34357"/>
                          <a:pt x="980153" y="33023"/>
                        </a:cubicBezTo>
                        <a:cubicBezTo>
                          <a:pt x="980163" y="33023"/>
                          <a:pt x="980172" y="33014"/>
                          <a:pt x="980182" y="33023"/>
                        </a:cubicBezTo>
                        <a:cubicBezTo>
                          <a:pt x="987097" y="31785"/>
                          <a:pt x="994031" y="30566"/>
                          <a:pt x="1000984" y="29375"/>
                        </a:cubicBezTo>
                        <a:cubicBezTo>
                          <a:pt x="1005128" y="28661"/>
                          <a:pt x="1009290" y="27956"/>
                          <a:pt x="1013443" y="27261"/>
                        </a:cubicBezTo>
                        <a:lnTo>
                          <a:pt x="1013453" y="27261"/>
                        </a:lnTo>
                        <a:cubicBezTo>
                          <a:pt x="1014615" y="27061"/>
                          <a:pt x="1015786" y="26870"/>
                          <a:pt x="1016958" y="26670"/>
                        </a:cubicBezTo>
                        <a:cubicBezTo>
                          <a:pt x="1016958" y="26670"/>
                          <a:pt x="1016958" y="26670"/>
                          <a:pt x="1016967" y="26670"/>
                        </a:cubicBezTo>
                        <a:cubicBezTo>
                          <a:pt x="1018358" y="26432"/>
                          <a:pt x="1019768" y="26203"/>
                          <a:pt x="1021168" y="25965"/>
                        </a:cubicBezTo>
                        <a:cubicBezTo>
                          <a:pt x="1036198" y="23489"/>
                          <a:pt x="1051314" y="21117"/>
                          <a:pt x="1066516" y="18831"/>
                        </a:cubicBezTo>
                        <a:cubicBezTo>
                          <a:pt x="1082204" y="16478"/>
                          <a:pt x="1097492" y="14316"/>
                          <a:pt x="1112294" y="12325"/>
                        </a:cubicBezTo>
                        <a:cubicBezTo>
                          <a:pt x="1122990" y="10887"/>
                          <a:pt x="1133429" y="9534"/>
                          <a:pt x="1143602" y="8268"/>
                        </a:cubicBezTo>
                        <a:cubicBezTo>
                          <a:pt x="1150451" y="7410"/>
                          <a:pt x="1157175" y="6601"/>
                          <a:pt x="1163767" y="5820"/>
                        </a:cubicBezTo>
                        <a:cubicBezTo>
                          <a:pt x="1182674" y="3600"/>
                          <a:pt x="1200533" y="1676"/>
                          <a:pt x="1217154" y="0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0" name="Google Shape;2196;p65">
                  <a:extLst>
                    <a:ext uri="{FF2B5EF4-FFF2-40B4-BE49-F238E27FC236}">
                      <a16:creationId xmlns:a16="http://schemas.microsoft.com/office/drawing/2014/main" id="{E0FBF06A-D297-BAAC-A305-99C2D26A8A6D}"/>
                    </a:ext>
                  </a:extLst>
                </p:cNvPr>
                <p:cNvGrpSpPr/>
                <p:nvPr/>
              </p:nvGrpSpPr>
              <p:grpSpPr>
                <a:xfrm>
                  <a:off x="3963017" y="3748552"/>
                  <a:ext cx="1076517" cy="372401"/>
                  <a:chOff x="3963017" y="3748552"/>
                  <a:chExt cx="1076517" cy="372401"/>
                </a:xfrm>
              </p:grpSpPr>
              <p:sp>
                <p:nvSpPr>
                  <p:cNvPr id="731" name="Google Shape;2197;p65">
                    <a:extLst>
                      <a:ext uri="{FF2B5EF4-FFF2-40B4-BE49-F238E27FC236}">
                        <a16:creationId xmlns:a16="http://schemas.microsoft.com/office/drawing/2014/main" id="{B9BE207E-EEA9-9CDE-8416-9EBA44ED7D82}"/>
                      </a:ext>
                    </a:extLst>
                  </p:cNvPr>
                  <p:cNvSpPr/>
                  <p:nvPr/>
                </p:nvSpPr>
                <p:spPr>
                  <a:xfrm>
                    <a:off x="4782967" y="3800554"/>
                    <a:ext cx="181262" cy="2092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262" h="209288" extrusionOk="0">
                        <a:moveTo>
                          <a:pt x="38454" y="93627"/>
                        </a:moveTo>
                        <a:cubicBezTo>
                          <a:pt x="22966" y="80368"/>
                          <a:pt x="6697" y="65909"/>
                          <a:pt x="1316" y="46240"/>
                        </a:cubicBezTo>
                        <a:cubicBezTo>
                          <a:pt x="-4066" y="26571"/>
                          <a:pt x="7507" y="1063"/>
                          <a:pt x="27871" y="34"/>
                        </a:cubicBezTo>
                        <a:cubicBezTo>
                          <a:pt x="42140" y="-690"/>
                          <a:pt x="54103" y="10178"/>
                          <a:pt x="63838" y="20646"/>
                        </a:cubicBezTo>
                        <a:cubicBezTo>
                          <a:pt x="114597" y="75215"/>
                          <a:pt x="154706" y="139652"/>
                          <a:pt x="181262" y="209289"/>
                        </a:cubicBezTo>
                        <a:cubicBezTo>
                          <a:pt x="181262" y="209280"/>
                          <a:pt x="82278" y="131146"/>
                          <a:pt x="38454" y="93627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2" name="Google Shape;2198;p65">
                    <a:extLst>
                      <a:ext uri="{FF2B5EF4-FFF2-40B4-BE49-F238E27FC236}">
                        <a16:creationId xmlns:a16="http://schemas.microsoft.com/office/drawing/2014/main" id="{90105CB6-462D-7359-E1EC-83303CD873AC}"/>
                      </a:ext>
                    </a:extLst>
                  </p:cNvPr>
                  <p:cNvSpPr/>
                  <p:nvPr/>
                </p:nvSpPr>
                <p:spPr>
                  <a:xfrm>
                    <a:off x="4718658" y="3998305"/>
                    <a:ext cx="230398" cy="1226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398" h="122648" extrusionOk="0">
                        <a:moveTo>
                          <a:pt x="230399" y="7414"/>
                        </a:moveTo>
                        <a:cubicBezTo>
                          <a:pt x="171753" y="-12208"/>
                          <a:pt x="108212" y="10748"/>
                          <a:pt x="50957" y="34122"/>
                        </a:cubicBezTo>
                        <a:cubicBezTo>
                          <a:pt x="27040" y="43885"/>
                          <a:pt x="-992" y="59877"/>
                          <a:pt x="27" y="85690"/>
                        </a:cubicBezTo>
                        <a:cubicBezTo>
                          <a:pt x="837" y="106302"/>
                          <a:pt x="22087" y="121409"/>
                          <a:pt x="42680" y="122552"/>
                        </a:cubicBezTo>
                        <a:cubicBezTo>
                          <a:pt x="63273" y="123695"/>
                          <a:pt x="82914" y="114522"/>
                          <a:pt x="101163" y="104912"/>
                        </a:cubicBezTo>
                        <a:cubicBezTo>
                          <a:pt x="153980" y="77070"/>
                          <a:pt x="230399" y="7414"/>
                          <a:pt x="230399" y="7414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3" name="Google Shape;2199;p65">
                    <a:extLst>
                      <a:ext uri="{FF2B5EF4-FFF2-40B4-BE49-F238E27FC236}">
                        <a16:creationId xmlns:a16="http://schemas.microsoft.com/office/drawing/2014/main" id="{8BA54CE2-A6E3-CF7E-DC52-CEB102EA4F31}"/>
                      </a:ext>
                    </a:extLst>
                  </p:cNvPr>
                  <p:cNvSpPr/>
                  <p:nvPr/>
                </p:nvSpPr>
                <p:spPr>
                  <a:xfrm>
                    <a:off x="4628362" y="3754651"/>
                    <a:ext cx="194469" cy="192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469" h="192880" extrusionOk="0">
                        <a:moveTo>
                          <a:pt x="38097" y="97544"/>
                        </a:moveTo>
                        <a:cubicBezTo>
                          <a:pt x="24981" y="86457"/>
                          <a:pt x="11770" y="74570"/>
                          <a:pt x="4636" y="58949"/>
                        </a:cubicBezTo>
                        <a:cubicBezTo>
                          <a:pt x="-2498" y="43328"/>
                          <a:pt x="-1984" y="22944"/>
                          <a:pt x="10303" y="10952"/>
                        </a:cubicBezTo>
                        <a:cubicBezTo>
                          <a:pt x="16799" y="4619"/>
                          <a:pt x="25801" y="1313"/>
                          <a:pt x="34821" y="332"/>
                        </a:cubicBezTo>
                        <a:cubicBezTo>
                          <a:pt x="57243" y="-2097"/>
                          <a:pt x="79426" y="9067"/>
                          <a:pt x="95504" y="24888"/>
                        </a:cubicBezTo>
                        <a:cubicBezTo>
                          <a:pt x="111583" y="40709"/>
                          <a:pt x="122603" y="60835"/>
                          <a:pt x="133385" y="80647"/>
                        </a:cubicBezTo>
                        <a:cubicBezTo>
                          <a:pt x="153750" y="118061"/>
                          <a:pt x="174114" y="155466"/>
                          <a:pt x="194469" y="192880"/>
                        </a:cubicBezTo>
                        <a:cubicBezTo>
                          <a:pt x="194488" y="192870"/>
                          <a:pt x="82779" y="135330"/>
                          <a:pt x="38097" y="97544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4" name="Google Shape;2200;p65">
                    <a:extLst>
                      <a:ext uri="{FF2B5EF4-FFF2-40B4-BE49-F238E27FC236}">
                        <a16:creationId xmlns:a16="http://schemas.microsoft.com/office/drawing/2014/main" id="{48245FE0-B74F-B860-9051-8B9E76CD3785}"/>
                      </a:ext>
                    </a:extLst>
                  </p:cNvPr>
                  <p:cNvSpPr/>
                  <p:nvPr/>
                </p:nvSpPr>
                <p:spPr>
                  <a:xfrm>
                    <a:off x="4598822" y="3942873"/>
                    <a:ext cx="202472" cy="1271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472" h="127119" extrusionOk="0">
                        <a:moveTo>
                          <a:pt x="202473" y="2077"/>
                        </a:moveTo>
                        <a:cubicBezTo>
                          <a:pt x="127521" y="-9287"/>
                          <a:pt x="47454" y="26794"/>
                          <a:pt x="6315" y="90478"/>
                        </a:cubicBezTo>
                        <a:cubicBezTo>
                          <a:pt x="3096" y="95460"/>
                          <a:pt x="19" y="100899"/>
                          <a:pt x="0" y="106823"/>
                        </a:cubicBezTo>
                        <a:cubicBezTo>
                          <a:pt x="-38" y="125502"/>
                          <a:pt x="26499" y="130102"/>
                          <a:pt x="44577" y="125416"/>
                        </a:cubicBezTo>
                        <a:cubicBezTo>
                          <a:pt x="111690" y="108033"/>
                          <a:pt x="202473" y="2077"/>
                          <a:pt x="202473" y="2077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5" name="Google Shape;2201;p65">
                    <a:extLst>
                      <a:ext uri="{FF2B5EF4-FFF2-40B4-BE49-F238E27FC236}">
                        <a16:creationId xmlns:a16="http://schemas.microsoft.com/office/drawing/2014/main" id="{1539FE4F-6A06-5F00-7FFE-2A068198EC0D}"/>
                      </a:ext>
                    </a:extLst>
                  </p:cNvPr>
                  <p:cNvSpPr/>
                  <p:nvPr/>
                </p:nvSpPr>
                <p:spPr>
                  <a:xfrm>
                    <a:off x="4442568" y="3752648"/>
                    <a:ext cx="192582" cy="1518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2582" h="151877" extrusionOk="0">
                        <a:moveTo>
                          <a:pt x="192583" y="151877"/>
                        </a:moveTo>
                        <a:cubicBezTo>
                          <a:pt x="133270" y="126169"/>
                          <a:pt x="75940" y="95880"/>
                          <a:pt x="21285" y="61361"/>
                        </a:cubicBezTo>
                        <a:cubicBezTo>
                          <a:pt x="14208" y="56894"/>
                          <a:pt x="6893" y="52055"/>
                          <a:pt x="2864" y="44712"/>
                        </a:cubicBezTo>
                        <a:cubicBezTo>
                          <a:pt x="-9281" y="22585"/>
                          <a:pt x="19599" y="-3771"/>
                          <a:pt x="44488" y="449"/>
                        </a:cubicBezTo>
                        <a:cubicBezTo>
                          <a:pt x="69367" y="4668"/>
                          <a:pt x="87122" y="26138"/>
                          <a:pt x="102514" y="46131"/>
                        </a:cubicBezTo>
                        <a:cubicBezTo>
                          <a:pt x="129651" y="81383"/>
                          <a:pt x="192583" y="151877"/>
                          <a:pt x="192583" y="151877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6" name="Google Shape;2202;p65">
                    <a:extLst>
                      <a:ext uri="{FF2B5EF4-FFF2-40B4-BE49-F238E27FC236}">
                        <a16:creationId xmlns:a16="http://schemas.microsoft.com/office/drawing/2014/main" id="{64477AED-9FD4-5BCE-DAF4-D2C44578EEC3}"/>
                      </a:ext>
                    </a:extLst>
                  </p:cNvPr>
                  <p:cNvSpPr/>
                  <p:nvPr/>
                </p:nvSpPr>
                <p:spPr>
                  <a:xfrm>
                    <a:off x="4444906" y="3901516"/>
                    <a:ext cx="163802" cy="1285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3802" h="128565" extrusionOk="0">
                        <a:moveTo>
                          <a:pt x="17727" y="70352"/>
                        </a:moveTo>
                        <a:cubicBezTo>
                          <a:pt x="4973" y="83486"/>
                          <a:pt x="-6495" y="104099"/>
                          <a:pt x="4278" y="118901"/>
                        </a:cubicBezTo>
                        <a:cubicBezTo>
                          <a:pt x="11698" y="129111"/>
                          <a:pt x="26967" y="130750"/>
                          <a:pt x="38692" y="126073"/>
                        </a:cubicBezTo>
                        <a:cubicBezTo>
                          <a:pt x="50417" y="121396"/>
                          <a:pt x="59428" y="111890"/>
                          <a:pt x="68029" y="102660"/>
                        </a:cubicBezTo>
                        <a:cubicBezTo>
                          <a:pt x="99957" y="68437"/>
                          <a:pt x="131885" y="34223"/>
                          <a:pt x="163803" y="0"/>
                        </a:cubicBezTo>
                        <a:cubicBezTo>
                          <a:pt x="163803" y="10"/>
                          <a:pt x="58914" y="27918"/>
                          <a:pt x="17727" y="70352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2203;p65">
                    <a:extLst>
                      <a:ext uri="{FF2B5EF4-FFF2-40B4-BE49-F238E27FC236}">
                        <a16:creationId xmlns:a16="http://schemas.microsoft.com/office/drawing/2014/main" id="{14F7DEA6-F1B5-0FD9-B199-173603FEA4E9}"/>
                      </a:ext>
                    </a:extLst>
                  </p:cNvPr>
                  <p:cNvSpPr/>
                  <p:nvPr/>
                </p:nvSpPr>
                <p:spPr>
                  <a:xfrm>
                    <a:off x="4324055" y="3748552"/>
                    <a:ext cx="136311" cy="140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311" h="140629" extrusionOk="0">
                        <a:moveTo>
                          <a:pt x="48034" y="85117"/>
                        </a:moveTo>
                        <a:cubicBezTo>
                          <a:pt x="30384" y="75650"/>
                          <a:pt x="11582" y="65010"/>
                          <a:pt x="3143" y="46846"/>
                        </a:cubicBezTo>
                        <a:cubicBezTo>
                          <a:pt x="-5297" y="28682"/>
                          <a:pt x="3819" y="1574"/>
                          <a:pt x="23802" y="69"/>
                        </a:cubicBezTo>
                        <a:cubicBezTo>
                          <a:pt x="38909" y="-1064"/>
                          <a:pt x="50911" y="11994"/>
                          <a:pt x="60074" y="24072"/>
                        </a:cubicBezTo>
                        <a:cubicBezTo>
                          <a:pt x="88163" y="61086"/>
                          <a:pt x="113661" y="100062"/>
                          <a:pt x="136312" y="140629"/>
                        </a:cubicBezTo>
                        <a:cubicBezTo>
                          <a:pt x="136302" y="140629"/>
                          <a:pt x="72694" y="98338"/>
                          <a:pt x="48034" y="85117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8" name="Google Shape;2204;p65">
                    <a:extLst>
                      <a:ext uri="{FF2B5EF4-FFF2-40B4-BE49-F238E27FC236}">
                        <a16:creationId xmlns:a16="http://schemas.microsoft.com/office/drawing/2014/main" id="{DB364FBC-1E2E-EFA8-3640-DB4DB012699D}"/>
                      </a:ext>
                    </a:extLst>
                  </p:cNvPr>
                  <p:cNvSpPr/>
                  <p:nvPr/>
                </p:nvSpPr>
                <p:spPr>
                  <a:xfrm>
                    <a:off x="4260105" y="3894934"/>
                    <a:ext cx="176906" cy="1322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6906" h="132238" extrusionOk="0">
                        <a:moveTo>
                          <a:pt x="176906" y="0"/>
                        </a:moveTo>
                        <a:cubicBezTo>
                          <a:pt x="115784" y="8515"/>
                          <a:pt x="57786" y="38043"/>
                          <a:pt x="14933" y="82458"/>
                        </a:cubicBezTo>
                        <a:cubicBezTo>
                          <a:pt x="6237" y="91478"/>
                          <a:pt x="-2431" y="103261"/>
                          <a:pt x="627" y="115414"/>
                        </a:cubicBezTo>
                        <a:cubicBezTo>
                          <a:pt x="4189" y="129597"/>
                          <a:pt x="22715" y="135360"/>
                          <a:pt x="36546" y="130597"/>
                        </a:cubicBezTo>
                        <a:cubicBezTo>
                          <a:pt x="50376" y="125835"/>
                          <a:pt x="60368" y="114014"/>
                          <a:pt x="69645" y="102718"/>
                        </a:cubicBezTo>
                        <a:cubicBezTo>
                          <a:pt x="99715" y="66056"/>
                          <a:pt x="176906" y="0"/>
                          <a:pt x="176906" y="0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9" name="Google Shape;2205;p65">
                    <a:extLst>
                      <a:ext uri="{FF2B5EF4-FFF2-40B4-BE49-F238E27FC236}">
                        <a16:creationId xmlns:a16="http://schemas.microsoft.com/office/drawing/2014/main" id="{F035622B-1611-A943-1191-DCC94AC16D01}"/>
                      </a:ext>
                    </a:extLst>
                  </p:cNvPr>
                  <p:cNvSpPr/>
                  <p:nvPr/>
                </p:nvSpPr>
                <p:spPr>
                  <a:xfrm>
                    <a:off x="4135502" y="3786924"/>
                    <a:ext cx="210078" cy="108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0078" h="108464" extrusionOk="0">
                        <a:moveTo>
                          <a:pt x="210079" y="106925"/>
                        </a:moveTo>
                        <a:cubicBezTo>
                          <a:pt x="158263" y="111649"/>
                          <a:pt x="105475" y="105467"/>
                          <a:pt x="56145" y="88913"/>
                        </a:cubicBezTo>
                        <a:cubicBezTo>
                          <a:pt x="39686" y="83388"/>
                          <a:pt x="22989" y="76292"/>
                          <a:pt x="11568" y="63224"/>
                        </a:cubicBezTo>
                        <a:cubicBezTo>
                          <a:pt x="148" y="50155"/>
                          <a:pt x="-4405" y="29629"/>
                          <a:pt x="5272" y="15218"/>
                        </a:cubicBezTo>
                        <a:cubicBezTo>
                          <a:pt x="14645" y="1273"/>
                          <a:pt x="34266" y="-2613"/>
                          <a:pt x="50525" y="1626"/>
                        </a:cubicBezTo>
                        <a:cubicBezTo>
                          <a:pt x="66784" y="5864"/>
                          <a:pt x="80500" y="16504"/>
                          <a:pt x="93712" y="26895"/>
                        </a:cubicBezTo>
                        <a:cubicBezTo>
                          <a:pt x="129421" y="54975"/>
                          <a:pt x="210079" y="106925"/>
                          <a:pt x="210079" y="106925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2206;p65">
                    <a:extLst>
                      <a:ext uri="{FF2B5EF4-FFF2-40B4-BE49-F238E27FC236}">
                        <a16:creationId xmlns:a16="http://schemas.microsoft.com/office/drawing/2014/main" id="{0DA940E9-4D09-199A-C631-11042123E428}"/>
                      </a:ext>
                    </a:extLst>
                  </p:cNvPr>
                  <p:cNvSpPr/>
                  <p:nvPr/>
                </p:nvSpPr>
                <p:spPr>
                  <a:xfrm>
                    <a:off x="3963017" y="3898487"/>
                    <a:ext cx="240860" cy="943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860" h="94331" extrusionOk="0">
                        <a:moveTo>
                          <a:pt x="240861" y="17698"/>
                        </a:moveTo>
                        <a:cubicBezTo>
                          <a:pt x="194274" y="52816"/>
                          <a:pt x="140191" y="77934"/>
                          <a:pt x="83298" y="90859"/>
                        </a:cubicBezTo>
                        <a:cubicBezTo>
                          <a:pt x="54018" y="97508"/>
                          <a:pt x="15671" y="96717"/>
                          <a:pt x="3164" y="69418"/>
                        </a:cubicBezTo>
                        <a:cubicBezTo>
                          <a:pt x="-7485" y="46197"/>
                          <a:pt x="10270" y="18031"/>
                          <a:pt x="33654" y="7725"/>
                        </a:cubicBezTo>
                        <a:cubicBezTo>
                          <a:pt x="57038" y="-2581"/>
                          <a:pt x="83755" y="-181"/>
                          <a:pt x="109244" y="1524"/>
                        </a:cubicBezTo>
                        <a:cubicBezTo>
                          <a:pt x="150602" y="4305"/>
                          <a:pt x="240861" y="17698"/>
                          <a:pt x="240861" y="17698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1" name="Google Shape;2207;p65">
                    <a:extLst>
                      <a:ext uri="{FF2B5EF4-FFF2-40B4-BE49-F238E27FC236}">
                        <a16:creationId xmlns:a16="http://schemas.microsoft.com/office/drawing/2014/main" id="{4C6E3665-9B8F-0A6C-364E-95441CB29D18}"/>
                      </a:ext>
                    </a:extLst>
                  </p:cNvPr>
                  <p:cNvSpPr/>
                  <p:nvPr/>
                </p:nvSpPr>
                <p:spPr>
                  <a:xfrm>
                    <a:off x="4202847" y="3890519"/>
                    <a:ext cx="836687" cy="1657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6687" h="165726" extrusionOk="0">
                        <a:moveTo>
                          <a:pt x="836440" y="165359"/>
                        </a:moveTo>
                        <a:cubicBezTo>
                          <a:pt x="836449" y="165349"/>
                          <a:pt x="836459" y="165340"/>
                          <a:pt x="836459" y="165330"/>
                        </a:cubicBezTo>
                        <a:cubicBezTo>
                          <a:pt x="836821" y="164882"/>
                          <a:pt x="836744" y="164225"/>
                          <a:pt x="836287" y="163863"/>
                        </a:cubicBezTo>
                        <a:cubicBezTo>
                          <a:pt x="836097" y="163711"/>
                          <a:pt x="816894" y="148604"/>
                          <a:pt x="780566" y="127916"/>
                        </a:cubicBezTo>
                        <a:cubicBezTo>
                          <a:pt x="747057" y="108837"/>
                          <a:pt x="691679" y="80958"/>
                          <a:pt x="618174" y="56488"/>
                        </a:cubicBezTo>
                        <a:cubicBezTo>
                          <a:pt x="535564" y="28989"/>
                          <a:pt x="447343" y="11311"/>
                          <a:pt x="355970" y="3939"/>
                        </a:cubicBezTo>
                        <a:cubicBezTo>
                          <a:pt x="241765" y="-5272"/>
                          <a:pt x="122284" y="1691"/>
                          <a:pt x="849" y="24636"/>
                        </a:cubicBezTo>
                        <a:cubicBezTo>
                          <a:pt x="278" y="24741"/>
                          <a:pt x="-94" y="25294"/>
                          <a:pt x="21" y="25855"/>
                        </a:cubicBezTo>
                        <a:cubicBezTo>
                          <a:pt x="125" y="26417"/>
                          <a:pt x="678" y="26798"/>
                          <a:pt x="1240" y="26684"/>
                        </a:cubicBezTo>
                        <a:cubicBezTo>
                          <a:pt x="122474" y="3777"/>
                          <a:pt x="241737" y="-3177"/>
                          <a:pt x="355732" y="6015"/>
                        </a:cubicBezTo>
                        <a:cubicBezTo>
                          <a:pt x="446924" y="13359"/>
                          <a:pt x="534964" y="30999"/>
                          <a:pt x="617412" y="58431"/>
                        </a:cubicBezTo>
                        <a:cubicBezTo>
                          <a:pt x="690764" y="82844"/>
                          <a:pt x="746019" y="110647"/>
                          <a:pt x="779461" y="129678"/>
                        </a:cubicBezTo>
                        <a:cubicBezTo>
                          <a:pt x="815685" y="150300"/>
                          <a:pt x="834811" y="165340"/>
                          <a:pt x="835001" y="165492"/>
                        </a:cubicBezTo>
                        <a:cubicBezTo>
                          <a:pt x="835439" y="165854"/>
                          <a:pt x="836078" y="165787"/>
                          <a:pt x="836440" y="165359"/>
                        </a:cubicBezTo>
                        <a:close/>
                      </a:path>
                    </a:pathLst>
                  </a:custGeom>
                  <a:solidFill>
                    <a:srgbClr val="033A3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2" name="Google Shape;2208;p65">
                    <a:extLst>
                      <a:ext uri="{FF2B5EF4-FFF2-40B4-BE49-F238E27FC236}">
                        <a16:creationId xmlns:a16="http://schemas.microsoft.com/office/drawing/2014/main" id="{EA1876FC-A72B-B09C-6AB5-2CAC14C04814}"/>
                      </a:ext>
                    </a:extLst>
                  </p:cNvPr>
                  <p:cNvSpPr/>
                  <p:nvPr/>
                </p:nvSpPr>
                <p:spPr>
                  <a:xfrm>
                    <a:off x="4202847" y="3890519"/>
                    <a:ext cx="836687" cy="1657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6687" h="165726" extrusionOk="0">
                        <a:moveTo>
                          <a:pt x="836440" y="165359"/>
                        </a:moveTo>
                        <a:cubicBezTo>
                          <a:pt x="836449" y="165349"/>
                          <a:pt x="836459" y="165340"/>
                          <a:pt x="836459" y="165330"/>
                        </a:cubicBezTo>
                        <a:cubicBezTo>
                          <a:pt x="836821" y="164882"/>
                          <a:pt x="836744" y="164225"/>
                          <a:pt x="836287" y="163863"/>
                        </a:cubicBezTo>
                        <a:cubicBezTo>
                          <a:pt x="836097" y="163711"/>
                          <a:pt x="816894" y="148604"/>
                          <a:pt x="780566" y="127916"/>
                        </a:cubicBezTo>
                        <a:cubicBezTo>
                          <a:pt x="747057" y="108837"/>
                          <a:pt x="691679" y="80958"/>
                          <a:pt x="618174" y="56488"/>
                        </a:cubicBezTo>
                        <a:cubicBezTo>
                          <a:pt x="535564" y="28989"/>
                          <a:pt x="447343" y="11311"/>
                          <a:pt x="355970" y="3939"/>
                        </a:cubicBezTo>
                        <a:cubicBezTo>
                          <a:pt x="241765" y="-5272"/>
                          <a:pt x="122284" y="1691"/>
                          <a:pt x="849" y="24636"/>
                        </a:cubicBezTo>
                        <a:cubicBezTo>
                          <a:pt x="278" y="24741"/>
                          <a:pt x="-94" y="25294"/>
                          <a:pt x="21" y="25855"/>
                        </a:cubicBezTo>
                        <a:cubicBezTo>
                          <a:pt x="125" y="26417"/>
                          <a:pt x="678" y="26798"/>
                          <a:pt x="1240" y="26684"/>
                        </a:cubicBezTo>
                        <a:cubicBezTo>
                          <a:pt x="122474" y="3777"/>
                          <a:pt x="241737" y="-3177"/>
                          <a:pt x="355732" y="6015"/>
                        </a:cubicBezTo>
                        <a:cubicBezTo>
                          <a:pt x="446924" y="13359"/>
                          <a:pt x="534964" y="30999"/>
                          <a:pt x="617412" y="58431"/>
                        </a:cubicBezTo>
                        <a:cubicBezTo>
                          <a:pt x="690764" y="82844"/>
                          <a:pt x="746019" y="110647"/>
                          <a:pt x="779461" y="129678"/>
                        </a:cubicBezTo>
                        <a:cubicBezTo>
                          <a:pt x="815685" y="150300"/>
                          <a:pt x="834811" y="165340"/>
                          <a:pt x="835001" y="165492"/>
                        </a:cubicBezTo>
                        <a:cubicBezTo>
                          <a:pt x="835439" y="165854"/>
                          <a:pt x="836078" y="165787"/>
                          <a:pt x="836440" y="165359"/>
                        </a:cubicBezTo>
                        <a:close/>
                      </a:path>
                    </a:pathLst>
                  </a:custGeom>
                  <a:solidFill>
                    <a:srgbClr val="027369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68" name="Google Shape;2209;p65">
                <a:extLst>
                  <a:ext uri="{FF2B5EF4-FFF2-40B4-BE49-F238E27FC236}">
                    <a16:creationId xmlns:a16="http://schemas.microsoft.com/office/drawing/2014/main" id="{E41EB679-3699-74C3-76C9-5404409FE6D8}"/>
                  </a:ext>
                </a:extLst>
              </p:cNvPr>
              <p:cNvGrpSpPr/>
              <p:nvPr/>
            </p:nvGrpSpPr>
            <p:grpSpPr>
              <a:xfrm>
                <a:off x="3206415" y="1649288"/>
                <a:ext cx="2911664" cy="2047466"/>
                <a:chOff x="4275220" y="2199051"/>
                <a:chExt cx="3882218" cy="2729954"/>
              </a:xfrm>
            </p:grpSpPr>
            <p:grpSp>
              <p:nvGrpSpPr>
                <p:cNvPr id="721" name="Google Shape;2210;p65">
                  <a:extLst>
                    <a:ext uri="{FF2B5EF4-FFF2-40B4-BE49-F238E27FC236}">
                      <a16:creationId xmlns:a16="http://schemas.microsoft.com/office/drawing/2014/main" id="{FF92303B-C30E-5D30-5486-5F2E132D973A}"/>
                    </a:ext>
                  </a:extLst>
                </p:cNvPr>
                <p:cNvGrpSpPr/>
                <p:nvPr/>
              </p:nvGrpSpPr>
              <p:grpSpPr>
                <a:xfrm>
                  <a:off x="4275220" y="2220765"/>
                  <a:ext cx="3882218" cy="2692049"/>
                  <a:chOff x="4275220" y="2220765"/>
                  <a:chExt cx="3882218" cy="2692049"/>
                </a:xfrm>
              </p:grpSpPr>
              <p:sp>
                <p:nvSpPr>
                  <p:cNvPr id="724" name="Google Shape;2211;p65">
                    <a:extLst>
                      <a:ext uri="{FF2B5EF4-FFF2-40B4-BE49-F238E27FC236}">
                        <a16:creationId xmlns:a16="http://schemas.microsoft.com/office/drawing/2014/main" id="{A03C4643-655C-2046-64BB-E9B5BDCE3A29}"/>
                      </a:ext>
                    </a:extLst>
                  </p:cNvPr>
                  <p:cNvSpPr/>
                  <p:nvPr/>
                </p:nvSpPr>
                <p:spPr>
                  <a:xfrm>
                    <a:off x="6480124" y="3265284"/>
                    <a:ext cx="1677314" cy="16475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7314" h="1647510" extrusionOk="0">
                        <a:moveTo>
                          <a:pt x="1646606" y="1366904"/>
                        </a:moveTo>
                        <a:lnTo>
                          <a:pt x="1646606" y="1366904"/>
                        </a:lnTo>
                        <a:cubicBezTo>
                          <a:pt x="1629642" y="1366904"/>
                          <a:pt x="1615888" y="1380658"/>
                          <a:pt x="1615888" y="1397622"/>
                        </a:cubicBezTo>
                        <a:lnTo>
                          <a:pt x="1615888" y="1394965"/>
                        </a:lnTo>
                        <a:lnTo>
                          <a:pt x="1605410" y="1394965"/>
                        </a:lnTo>
                        <a:lnTo>
                          <a:pt x="1600048" y="1394965"/>
                        </a:lnTo>
                        <a:cubicBezTo>
                          <a:pt x="1576902" y="1394965"/>
                          <a:pt x="1555166" y="1383325"/>
                          <a:pt x="1542793" y="1363770"/>
                        </a:cubicBezTo>
                        <a:cubicBezTo>
                          <a:pt x="1529572" y="1342863"/>
                          <a:pt x="1506245" y="1328985"/>
                          <a:pt x="1479680" y="1328985"/>
                        </a:cubicBezTo>
                        <a:lnTo>
                          <a:pt x="1307916" y="1328985"/>
                        </a:lnTo>
                        <a:lnTo>
                          <a:pt x="1307916" y="1328985"/>
                        </a:lnTo>
                        <a:lnTo>
                          <a:pt x="1285789" y="1328985"/>
                        </a:lnTo>
                        <a:lnTo>
                          <a:pt x="1256300" y="1328985"/>
                        </a:lnTo>
                        <a:lnTo>
                          <a:pt x="1256300" y="1048322"/>
                        </a:lnTo>
                        <a:lnTo>
                          <a:pt x="1256300" y="1047503"/>
                        </a:lnTo>
                        <a:cubicBezTo>
                          <a:pt x="1256300" y="1009412"/>
                          <a:pt x="1232278" y="976951"/>
                          <a:pt x="1198569" y="964397"/>
                        </a:cubicBezTo>
                        <a:lnTo>
                          <a:pt x="1198569" y="930078"/>
                        </a:lnTo>
                        <a:lnTo>
                          <a:pt x="1203893" y="867661"/>
                        </a:lnTo>
                        <a:cubicBezTo>
                          <a:pt x="1206141" y="841305"/>
                          <a:pt x="1207351" y="814883"/>
                          <a:pt x="1207503" y="788460"/>
                        </a:cubicBezTo>
                        <a:cubicBezTo>
                          <a:pt x="1207770" y="744427"/>
                          <a:pt x="1205132" y="700392"/>
                          <a:pt x="1199597" y="656654"/>
                        </a:cubicBezTo>
                        <a:lnTo>
                          <a:pt x="1174604" y="459048"/>
                        </a:lnTo>
                        <a:cubicBezTo>
                          <a:pt x="1174375" y="457209"/>
                          <a:pt x="1174014" y="455409"/>
                          <a:pt x="1173556" y="453647"/>
                        </a:cubicBezTo>
                        <a:cubicBezTo>
                          <a:pt x="1173347" y="452857"/>
                          <a:pt x="1173128" y="452066"/>
                          <a:pt x="1172880" y="451285"/>
                        </a:cubicBezTo>
                        <a:cubicBezTo>
                          <a:pt x="1172280" y="449418"/>
                          <a:pt x="1171556" y="447608"/>
                          <a:pt x="1170718" y="445875"/>
                        </a:cubicBezTo>
                        <a:cubicBezTo>
                          <a:pt x="1168489" y="441236"/>
                          <a:pt x="1165460" y="437074"/>
                          <a:pt x="1161812" y="433568"/>
                        </a:cubicBezTo>
                        <a:cubicBezTo>
                          <a:pt x="1154068" y="426110"/>
                          <a:pt x="1143552" y="421576"/>
                          <a:pt x="1132084" y="421576"/>
                        </a:cubicBezTo>
                        <a:lnTo>
                          <a:pt x="1132084" y="421576"/>
                        </a:lnTo>
                        <a:cubicBezTo>
                          <a:pt x="1132075" y="421576"/>
                          <a:pt x="1132075" y="421576"/>
                          <a:pt x="1132065" y="421576"/>
                        </a:cubicBezTo>
                        <a:cubicBezTo>
                          <a:pt x="1131246" y="421576"/>
                          <a:pt x="1130427" y="421605"/>
                          <a:pt x="1129617" y="421653"/>
                        </a:cubicBezTo>
                        <a:cubicBezTo>
                          <a:pt x="1129417" y="421662"/>
                          <a:pt x="1129217" y="421681"/>
                          <a:pt x="1129027" y="421691"/>
                        </a:cubicBezTo>
                        <a:cubicBezTo>
                          <a:pt x="1128331" y="421738"/>
                          <a:pt x="1127636" y="421805"/>
                          <a:pt x="1126941" y="421891"/>
                        </a:cubicBezTo>
                        <a:cubicBezTo>
                          <a:pt x="1126827" y="421900"/>
                          <a:pt x="1126712" y="421919"/>
                          <a:pt x="1126598" y="421929"/>
                        </a:cubicBezTo>
                        <a:cubicBezTo>
                          <a:pt x="1124874" y="422148"/>
                          <a:pt x="1123188" y="422472"/>
                          <a:pt x="1121531" y="422891"/>
                        </a:cubicBezTo>
                        <a:cubicBezTo>
                          <a:pt x="1121531" y="422891"/>
                          <a:pt x="1121531" y="422891"/>
                          <a:pt x="1121531" y="422891"/>
                        </a:cubicBezTo>
                        <a:cubicBezTo>
                          <a:pt x="1121531" y="422891"/>
                          <a:pt x="1121531" y="422891"/>
                          <a:pt x="1121531" y="422891"/>
                        </a:cubicBezTo>
                        <a:cubicBezTo>
                          <a:pt x="1104814" y="427139"/>
                          <a:pt x="1091832" y="441227"/>
                          <a:pt x="1089574" y="459038"/>
                        </a:cubicBezTo>
                        <a:lnTo>
                          <a:pt x="1064581" y="656644"/>
                        </a:lnTo>
                        <a:cubicBezTo>
                          <a:pt x="1055732" y="726634"/>
                          <a:pt x="1054294" y="797357"/>
                          <a:pt x="1060285" y="867651"/>
                        </a:cubicBezTo>
                        <a:lnTo>
                          <a:pt x="1065609" y="930069"/>
                        </a:lnTo>
                        <a:lnTo>
                          <a:pt x="1065609" y="964387"/>
                        </a:lnTo>
                        <a:cubicBezTo>
                          <a:pt x="1031891" y="976941"/>
                          <a:pt x="1007878" y="1009403"/>
                          <a:pt x="1007878" y="1047493"/>
                        </a:cubicBezTo>
                        <a:lnTo>
                          <a:pt x="1007878" y="1328976"/>
                        </a:lnTo>
                        <a:lnTo>
                          <a:pt x="958787" y="1328976"/>
                        </a:lnTo>
                        <a:lnTo>
                          <a:pt x="958787" y="1328976"/>
                        </a:lnTo>
                        <a:lnTo>
                          <a:pt x="881091" y="1328976"/>
                        </a:lnTo>
                        <a:lnTo>
                          <a:pt x="881091" y="763924"/>
                        </a:lnTo>
                        <a:lnTo>
                          <a:pt x="881091" y="698678"/>
                        </a:lnTo>
                        <a:cubicBezTo>
                          <a:pt x="881091" y="606352"/>
                          <a:pt x="841172" y="518532"/>
                          <a:pt x="771611" y="457819"/>
                        </a:cubicBezTo>
                        <a:lnTo>
                          <a:pt x="721071" y="413709"/>
                        </a:lnTo>
                        <a:cubicBezTo>
                          <a:pt x="698840" y="394307"/>
                          <a:pt x="684152" y="367998"/>
                          <a:pt x="679085" y="339376"/>
                        </a:cubicBezTo>
                        <a:lnTo>
                          <a:pt x="679085" y="339376"/>
                        </a:lnTo>
                        <a:cubicBezTo>
                          <a:pt x="678475" y="335909"/>
                          <a:pt x="677999" y="332413"/>
                          <a:pt x="677675" y="328889"/>
                        </a:cubicBezTo>
                        <a:cubicBezTo>
                          <a:pt x="677646" y="328613"/>
                          <a:pt x="677618" y="328336"/>
                          <a:pt x="677599" y="328060"/>
                        </a:cubicBezTo>
                        <a:cubicBezTo>
                          <a:pt x="677542" y="327451"/>
                          <a:pt x="677504" y="326841"/>
                          <a:pt x="677456" y="326222"/>
                        </a:cubicBezTo>
                        <a:cubicBezTo>
                          <a:pt x="677418" y="325736"/>
                          <a:pt x="677389" y="325260"/>
                          <a:pt x="677361" y="324774"/>
                        </a:cubicBezTo>
                        <a:cubicBezTo>
                          <a:pt x="677332" y="324260"/>
                          <a:pt x="677304" y="323745"/>
                          <a:pt x="677275" y="323231"/>
                        </a:cubicBezTo>
                        <a:cubicBezTo>
                          <a:pt x="677246" y="322593"/>
                          <a:pt x="677218" y="321964"/>
                          <a:pt x="677199" y="321326"/>
                        </a:cubicBezTo>
                        <a:cubicBezTo>
                          <a:pt x="677190" y="320926"/>
                          <a:pt x="677170" y="320535"/>
                          <a:pt x="677161" y="320135"/>
                        </a:cubicBezTo>
                        <a:cubicBezTo>
                          <a:pt x="677132" y="319078"/>
                          <a:pt x="677113" y="318030"/>
                          <a:pt x="677113" y="316973"/>
                        </a:cubicBezTo>
                        <a:lnTo>
                          <a:pt x="677113" y="309134"/>
                        </a:lnTo>
                        <a:cubicBezTo>
                          <a:pt x="699287" y="307553"/>
                          <a:pt x="716794" y="289074"/>
                          <a:pt x="716794" y="266491"/>
                        </a:cubicBezTo>
                        <a:lnTo>
                          <a:pt x="716794" y="215446"/>
                        </a:lnTo>
                        <a:lnTo>
                          <a:pt x="717909" y="215446"/>
                        </a:lnTo>
                        <a:cubicBezTo>
                          <a:pt x="726757" y="215446"/>
                          <a:pt x="733930" y="208274"/>
                          <a:pt x="733930" y="199425"/>
                        </a:cubicBezTo>
                        <a:lnTo>
                          <a:pt x="733930" y="170640"/>
                        </a:lnTo>
                        <a:cubicBezTo>
                          <a:pt x="733930" y="161792"/>
                          <a:pt x="726757" y="154619"/>
                          <a:pt x="717909" y="154619"/>
                        </a:cubicBezTo>
                        <a:lnTo>
                          <a:pt x="716794" y="154619"/>
                        </a:lnTo>
                        <a:lnTo>
                          <a:pt x="716794" y="113233"/>
                        </a:lnTo>
                        <a:lnTo>
                          <a:pt x="717909" y="113233"/>
                        </a:lnTo>
                        <a:cubicBezTo>
                          <a:pt x="726757" y="113233"/>
                          <a:pt x="733930" y="106061"/>
                          <a:pt x="733930" y="97212"/>
                        </a:cubicBezTo>
                        <a:lnTo>
                          <a:pt x="733930" y="68428"/>
                        </a:lnTo>
                        <a:cubicBezTo>
                          <a:pt x="733930" y="59579"/>
                          <a:pt x="726757" y="52407"/>
                          <a:pt x="717909" y="52407"/>
                        </a:cubicBezTo>
                        <a:lnTo>
                          <a:pt x="716794" y="52407"/>
                        </a:lnTo>
                        <a:lnTo>
                          <a:pt x="716794" y="42767"/>
                        </a:lnTo>
                        <a:cubicBezTo>
                          <a:pt x="716794" y="19145"/>
                          <a:pt x="697649" y="0"/>
                          <a:pt x="674027" y="0"/>
                        </a:cubicBezTo>
                        <a:lnTo>
                          <a:pt x="351615" y="0"/>
                        </a:lnTo>
                        <a:cubicBezTo>
                          <a:pt x="327993" y="0"/>
                          <a:pt x="308848" y="19145"/>
                          <a:pt x="308848" y="42767"/>
                        </a:cubicBezTo>
                        <a:lnTo>
                          <a:pt x="308848" y="52407"/>
                        </a:lnTo>
                        <a:lnTo>
                          <a:pt x="307734" y="52407"/>
                        </a:lnTo>
                        <a:cubicBezTo>
                          <a:pt x="298885" y="52407"/>
                          <a:pt x="291713" y="59579"/>
                          <a:pt x="291713" y="68428"/>
                        </a:cubicBezTo>
                        <a:lnTo>
                          <a:pt x="291713" y="97212"/>
                        </a:lnTo>
                        <a:cubicBezTo>
                          <a:pt x="291713" y="106061"/>
                          <a:pt x="298885" y="113233"/>
                          <a:pt x="307734" y="113233"/>
                        </a:cubicBezTo>
                        <a:lnTo>
                          <a:pt x="308848" y="113233"/>
                        </a:lnTo>
                        <a:lnTo>
                          <a:pt x="308848" y="154648"/>
                        </a:lnTo>
                        <a:lnTo>
                          <a:pt x="307734" y="154648"/>
                        </a:lnTo>
                        <a:cubicBezTo>
                          <a:pt x="298885" y="154648"/>
                          <a:pt x="291713" y="161820"/>
                          <a:pt x="291713" y="170669"/>
                        </a:cubicBezTo>
                        <a:lnTo>
                          <a:pt x="291713" y="199454"/>
                        </a:lnTo>
                        <a:cubicBezTo>
                          <a:pt x="291713" y="208302"/>
                          <a:pt x="298885" y="215475"/>
                          <a:pt x="307734" y="215475"/>
                        </a:cubicBezTo>
                        <a:lnTo>
                          <a:pt x="308848" y="215475"/>
                        </a:lnTo>
                        <a:lnTo>
                          <a:pt x="308848" y="266519"/>
                        </a:lnTo>
                        <a:cubicBezTo>
                          <a:pt x="308848" y="289103"/>
                          <a:pt x="326355" y="307581"/>
                          <a:pt x="348529" y="309162"/>
                        </a:cubicBezTo>
                        <a:lnTo>
                          <a:pt x="348529" y="317001"/>
                        </a:lnTo>
                        <a:cubicBezTo>
                          <a:pt x="348529" y="318059"/>
                          <a:pt x="348510" y="319116"/>
                          <a:pt x="348491" y="320173"/>
                        </a:cubicBezTo>
                        <a:cubicBezTo>
                          <a:pt x="348482" y="320564"/>
                          <a:pt x="348462" y="320945"/>
                          <a:pt x="348453" y="321335"/>
                        </a:cubicBezTo>
                        <a:cubicBezTo>
                          <a:pt x="348434" y="321983"/>
                          <a:pt x="348405" y="322621"/>
                          <a:pt x="348377" y="323269"/>
                        </a:cubicBezTo>
                        <a:cubicBezTo>
                          <a:pt x="348348" y="323774"/>
                          <a:pt x="348320" y="324288"/>
                          <a:pt x="348291" y="324793"/>
                        </a:cubicBezTo>
                        <a:cubicBezTo>
                          <a:pt x="348262" y="325279"/>
                          <a:pt x="348224" y="325774"/>
                          <a:pt x="348196" y="326260"/>
                        </a:cubicBezTo>
                        <a:cubicBezTo>
                          <a:pt x="348148" y="326869"/>
                          <a:pt x="348110" y="327469"/>
                          <a:pt x="348053" y="328079"/>
                        </a:cubicBezTo>
                        <a:cubicBezTo>
                          <a:pt x="348024" y="328365"/>
                          <a:pt x="347996" y="328651"/>
                          <a:pt x="347967" y="328936"/>
                        </a:cubicBezTo>
                        <a:cubicBezTo>
                          <a:pt x="347634" y="332451"/>
                          <a:pt x="347167" y="335937"/>
                          <a:pt x="346558" y="339395"/>
                        </a:cubicBezTo>
                        <a:lnTo>
                          <a:pt x="346558" y="339395"/>
                        </a:lnTo>
                        <a:cubicBezTo>
                          <a:pt x="341490" y="368018"/>
                          <a:pt x="326803" y="394326"/>
                          <a:pt x="304571" y="413728"/>
                        </a:cubicBezTo>
                        <a:lnTo>
                          <a:pt x="254032" y="457838"/>
                        </a:lnTo>
                        <a:cubicBezTo>
                          <a:pt x="227552" y="480946"/>
                          <a:pt x="205387" y="507997"/>
                          <a:pt x="188061" y="537715"/>
                        </a:cubicBezTo>
                        <a:cubicBezTo>
                          <a:pt x="187157" y="539268"/>
                          <a:pt x="186261" y="540830"/>
                          <a:pt x="185385" y="542401"/>
                        </a:cubicBezTo>
                        <a:cubicBezTo>
                          <a:pt x="184975" y="543125"/>
                          <a:pt x="184566" y="543859"/>
                          <a:pt x="184166" y="544582"/>
                        </a:cubicBezTo>
                        <a:cubicBezTo>
                          <a:pt x="183099" y="546516"/>
                          <a:pt x="182061" y="548459"/>
                          <a:pt x="181032" y="550421"/>
                        </a:cubicBezTo>
                        <a:cubicBezTo>
                          <a:pt x="180661" y="551136"/>
                          <a:pt x="180289" y="551860"/>
                          <a:pt x="179918" y="552583"/>
                        </a:cubicBezTo>
                        <a:cubicBezTo>
                          <a:pt x="179099" y="554184"/>
                          <a:pt x="178289" y="555793"/>
                          <a:pt x="177489" y="557413"/>
                        </a:cubicBezTo>
                        <a:cubicBezTo>
                          <a:pt x="177184" y="558022"/>
                          <a:pt x="176879" y="558641"/>
                          <a:pt x="176574" y="559251"/>
                        </a:cubicBezTo>
                        <a:cubicBezTo>
                          <a:pt x="175593" y="561270"/>
                          <a:pt x="174650" y="563290"/>
                          <a:pt x="173717" y="565328"/>
                        </a:cubicBezTo>
                        <a:cubicBezTo>
                          <a:pt x="173374" y="566080"/>
                          <a:pt x="173031" y="566833"/>
                          <a:pt x="172688" y="567595"/>
                        </a:cubicBezTo>
                        <a:cubicBezTo>
                          <a:pt x="171774" y="569624"/>
                          <a:pt x="170879" y="571662"/>
                          <a:pt x="170002" y="573710"/>
                        </a:cubicBezTo>
                        <a:cubicBezTo>
                          <a:pt x="169764" y="574262"/>
                          <a:pt x="169545" y="574815"/>
                          <a:pt x="169307" y="575377"/>
                        </a:cubicBezTo>
                        <a:cubicBezTo>
                          <a:pt x="168564" y="577148"/>
                          <a:pt x="167840" y="578939"/>
                          <a:pt x="167126" y="580720"/>
                        </a:cubicBezTo>
                        <a:cubicBezTo>
                          <a:pt x="166840" y="581435"/>
                          <a:pt x="166554" y="582149"/>
                          <a:pt x="166278" y="582863"/>
                        </a:cubicBezTo>
                        <a:cubicBezTo>
                          <a:pt x="165459" y="584978"/>
                          <a:pt x="164649" y="587102"/>
                          <a:pt x="163878" y="589236"/>
                        </a:cubicBezTo>
                        <a:cubicBezTo>
                          <a:pt x="163639" y="589902"/>
                          <a:pt x="163401" y="590569"/>
                          <a:pt x="163163" y="591226"/>
                        </a:cubicBezTo>
                        <a:cubicBezTo>
                          <a:pt x="162506" y="593055"/>
                          <a:pt x="161877" y="594884"/>
                          <a:pt x="161258" y="596722"/>
                        </a:cubicBezTo>
                        <a:cubicBezTo>
                          <a:pt x="161068" y="597275"/>
                          <a:pt x="160877" y="597827"/>
                          <a:pt x="160696" y="598389"/>
                        </a:cubicBezTo>
                        <a:cubicBezTo>
                          <a:pt x="159963" y="600589"/>
                          <a:pt x="159268" y="602809"/>
                          <a:pt x="158591" y="605028"/>
                        </a:cubicBezTo>
                        <a:cubicBezTo>
                          <a:pt x="158382" y="605723"/>
                          <a:pt x="158172" y="606419"/>
                          <a:pt x="157962" y="607104"/>
                        </a:cubicBezTo>
                        <a:cubicBezTo>
                          <a:pt x="157286" y="609371"/>
                          <a:pt x="156620" y="611638"/>
                          <a:pt x="155991" y="613924"/>
                        </a:cubicBezTo>
                        <a:cubicBezTo>
                          <a:pt x="155896" y="614267"/>
                          <a:pt x="155810" y="614620"/>
                          <a:pt x="155715" y="614963"/>
                        </a:cubicBezTo>
                        <a:cubicBezTo>
                          <a:pt x="155153" y="617049"/>
                          <a:pt x="154610" y="619144"/>
                          <a:pt x="154086" y="621240"/>
                        </a:cubicBezTo>
                        <a:cubicBezTo>
                          <a:pt x="153924" y="621878"/>
                          <a:pt x="153771" y="622506"/>
                          <a:pt x="153610" y="623145"/>
                        </a:cubicBezTo>
                        <a:cubicBezTo>
                          <a:pt x="153048" y="625450"/>
                          <a:pt x="152514" y="627764"/>
                          <a:pt x="152000" y="630088"/>
                        </a:cubicBezTo>
                        <a:cubicBezTo>
                          <a:pt x="151876" y="630641"/>
                          <a:pt x="151762" y="631184"/>
                          <a:pt x="151647" y="631736"/>
                        </a:cubicBezTo>
                        <a:cubicBezTo>
                          <a:pt x="151200" y="633813"/>
                          <a:pt x="150781" y="635899"/>
                          <a:pt x="150371" y="637994"/>
                        </a:cubicBezTo>
                        <a:cubicBezTo>
                          <a:pt x="150285" y="638461"/>
                          <a:pt x="150181" y="638927"/>
                          <a:pt x="150095" y="639394"/>
                        </a:cubicBezTo>
                        <a:cubicBezTo>
                          <a:pt x="149961" y="640099"/>
                          <a:pt x="149838" y="640813"/>
                          <a:pt x="149705" y="641528"/>
                        </a:cubicBezTo>
                        <a:cubicBezTo>
                          <a:pt x="149066" y="628345"/>
                          <a:pt x="148733" y="615134"/>
                          <a:pt x="148733" y="601913"/>
                        </a:cubicBezTo>
                        <a:lnTo>
                          <a:pt x="148733" y="452409"/>
                        </a:lnTo>
                        <a:lnTo>
                          <a:pt x="148733" y="452409"/>
                        </a:lnTo>
                        <a:cubicBezTo>
                          <a:pt x="148733" y="435816"/>
                          <a:pt x="135284" y="422367"/>
                          <a:pt x="118691" y="422367"/>
                        </a:cubicBezTo>
                        <a:cubicBezTo>
                          <a:pt x="117853" y="422367"/>
                          <a:pt x="117015" y="422415"/>
                          <a:pt x="116196" y="422481"/>
                        </a:cubicBezTo>
                        <a:cubicBezTo>
                          <a:pt x="116138" y="422491"/>
                          <a:pt x="116072" y="422491"/>
                          <a:pt x="116014" y="422491"/>
                        </a:cubicBezTo>
                        <a:cubicBezTo>
                          <a:pt x="100679" y="423843"/>
                          <a:pt x="88649" y="436721"/>
                          <a:pt x="88649" y="452409"/>
                        </a:cubicBezTo>
                        <a:lnTo>
                          <a:pt x="88649" y="601913"/>
                        </a:lnTo>
                        <a:cubicBezTo>
                          <a:pt x="88649" y="681590"/>
                          <a:pt x="77000" y="760828"/>
                          <a:pt x="54064" y="837133"/>
                        </a:cubicBezTo>
                        <a:lnTo>
                          <a:pt x="54064" y="837133"/>
                        </a:lnTo>
                        <a:cubicBezTo>
                          <a:pt x="30175" y="916629"/>
                          <a:pt x="14897" y="998458"/>
                          <a:pt x="8496" y="1081212"/>
                        </a:cubicBezTo>
                        <a:cubicBezTo>
                          <a:pt x="6848" y="1102519"/>
                          <a:pt x="5448" y="1123855"/>
                          <a:pt x="4277" y="1145191"/>
                        </a:cubicBezTo>
                        <a:lnTo>
                          <a:pt x="4277" y="1145191"/>
                        </a:lnTo>
                        <a:cubicBezTo>
                          <a:pt x="4277" y="1145200"/>
                          <a:pt x="4277" y="1145210"/>
                          <a:pt x="4277" y="1145220"/>
                        </a:cubicBezTo>
                        <a:cubicBezTo>
                          <a:pt x="3572" y="1158031"/>
                          <a:pt x="2962" y="1170851"/>
                          <a:pt x="2429" y="1183681"/>
                        </a:cubicBezTo>
                        <a:cubicBezTo>
                          <a:pt x="2410" y="1184072"/>
                          <a:pt x="2400" y="1184453"/>
                          <a:pt x="2381" y="1184843"/>
                        </a:cubicBezTo>
                        <a:cubicBezTo>
                          <a:pt x="1867" y="1197397"/>
                          <a:pt x="1438" y="1209951"/>
                          <a:pt x="1086" y="1222505"/>
                        </a:cubicBezTo>
                        <a:cubicBezTo>
                          <a:pt x="1067" y="1223248"/>
                          <a:pt x="1048" y="1224001"/>
                          <a:pt x="1029" y="1224744"/>
                        </a:cubicBezTo>
                        <a:cubicBezTo>
                          <a:pt x="886" y="1230220"/>
                          <a:pt x="753" y="1235697"/>
                          <a:pt x="638" y="1241184"/>
                        </a:cubicBezTo>
                        <a:cubicBezTo>
                          <a:pt x="619" y="1242041"/>
                          <a:pt x="600" y="1242898"/>
                          <a:pt x="581" y="1243746"/>
                        </a:cubicBezTo>
                        <a:cubicBezTo>
                          <a:pt x="457" y="1249756"/>
                          <a:pt x="352" y="1255767"/>
                          <a:pt x="267" y="1261777"/>
                        </a:cubicBezTo>
                        <a:cubicBezTo>
                          <a:pt x="257" y="1262634"/>
                          <a:pt x="248" y="1263482"/>
                          <a:pt x="238" y="1264339"/>
                        </a:cubicBezTo>
                        <a:cubicBezTo>
                          <a:pt x="172" y="1269378"/>
                          <a:pt x="124" y="1274426"/>
                          <a:pt x="86" y="1279465"/>
                        </a:cubicBezTo>
                        <a:cubicBezTo>
                          <a:pt x="76" y="1280989"/>
                          <a:pt x="57" y="1282513"/>
                          <a:pt x="57" y="1284027"/>
                        </a:cubicBezTo>
                        <a:cubicBezTo>
                          <a:pt x="19" y="1289866"/>
                          <a:pt x="0" y="1295705"/>
                          <a:pt x="0" y="1301544"/>
                        </a:cubicBezTo>
                        <a:lnTo>
                          <a:pt x="0" y="1559919"/>
                        </a:lnTo>
                        <a:lnTo>
                          <a:pt x="0" y="1599152"/>
                        </a:lnTo>
                        <a:cubicBezTo>
                          <a:pt x="0" y="1625861"/>
                          <a:pt x="21650" y="1647511"/>
                          <a:pt x="48358" y="1647511"/>
                        </a:cubicBezTo>
                        <a:lnTo>
                          <a:pt x="148885" y="1647511"/>
                        </a:lnTo>
                        <a:cubicBezTo>
                          <a:pt x="148885" y="1647511"/>
                          <a:pt x="148885" y="1647511"/>
                          <a:pt x="148885" y="1647511"/>
                        </a:cubicBezTo>
                        <a:lnTo>
                          <a:pt x="189052" y="1647511"/>
                        </a:lnTo>
                        <a:cubicBezTo>
                          <a:pt x="202520" y="1647511"/>
                          <a:pt x="214703" y="1641996"/>
                          <a:pt x="223476" y="1633109"/>
                        </a:cubicBezTo>
                        <a:cubicBezTo>
                          <a:pt x="224028" y="1633376"/>
                          <a:pt x="224580" y="1633652"/>
                          <a:pt x="225133" y="1633909"/>
                        </a:cubicBezTo>
                        <a:cubicBezTo>
                          <a:pt x="225438" y="1634052"/>
                          <a:pt x="225743" y="1634195"/>
                          <a:pt x="226047" y="1634338"/>
                        </a:cubicBezTo>
                        <a:cubicBezTo>
                          <a:pt x="226686" y="1634633"/>
                          <a:pt x="227333" y="1634938"/>
                          <a:pt x="227981" y="1635224"/>
                        </a:cubicBezTo>
                        <a:cubicBezTo>
                          <a:pt x="227990" y="1635224"/>
                          <a:pt x="228000" y="1635233"/>
                          <a:pt x="228000" y="1635233"/>
                        </a:cubicBezTo>
                        <a:cubicBezTo>
                          <a:pt x="229571" y="1635938"/>
                          <a:pt x="231153" y="1636605"/>
                          <a:pt x="232753" y="1637252"/>
                        </a:cubicBezTo>
                        <a:cubicBezTo>
                          <a:pt x="232963" y="1637338"/>
                          <a:pt x="233172" y="1637424"/>
                          <a:pt x="233381" y="1637510"/>
                        </a:cubicBezTo>
                        <a:cubicBezTo>
                          <a:pt x="234029" y="1637767"/>
                          <a:pt x="234677" y="1638014"/>
                          <a:pt x="235334" y="1638262"/>
                        </a:cubicBezTo>
                        <a:cubicBezTo>
                          <a:pt x="235658" y="1638386"/>
                          <a:pt x="235991" y="1638510"/>
                          <a:pt x="236315" y="1638633"/>
                        </a:cubicBezTo>
                        <a:cubicBezTo>
                          <a:pt x="236944" y="1638872"/>
                          <a:pt x="237582" y="1639100"/>
                          <a:pt x="238220" y="1639329"/>
                        </a:cubicBezTo>
                        <a:cubicBezTo>
                          <a:pt x="238573" y="1639453"/>
                          <a:pt x="238916" y="1639577"/>
                          <a:pt x="239268" y="1639700"/>
                        </a:cubicBezTo>
                        <a:cubicBezTo>
                          <a:pt x="239906" y="1639919"/>
                          <a:pt x="240544" y="1640138"/>
                          <a:pt x="241192" y="1640358"/>
                        </a:cubicBezTo>
                        <a:cubicBezTo>
                          <a:pt x="241525" y="1640472"/>
                          <a:pt x="241859" y="1640577"/>
                          <a:pt x="242192" y="1640681"/>
                        </a:cubicBezTo>
                        <a:cubicBezTo>
                          <a:pt x="242859" y="1640900"/>
                          <a:pt x="243535" y="1641110"/>
                          <a:pt x="244202" y="1641320"/>
                        </a:cubicBezTo>
                        <a:cubicBezTo>
                          <a:pt x="244412" y="1641386"/>
                          <a:pt x="244621" y="1641443"/>
                          <a:pt x="244831" y="1641510"/>
                        </a:cubicBezTo>
                        <a:cubicBezTo>
                          <a:pt x="246469" y="1642005"/>
                          <a:pt x="248107" y="1642472"/>
                          <a:pt x="249774" y="1642910"/>
                        </a:cubicBezTo>
                        <a:cubicBezTo>
                          <a:pt x="249822" y="1642920"/>
                          <a:pt x="249869" y="1642939"/>
                          <a:pt x="249917" y="1642948"/>
                        </a:cubicBezTo>
                        <a:cubicBezTo>
                          <a:pt x="249917" y="1642948"/>
                          <a:pt x="249917" y="1642948"/>
                          <a:pt x="249917" y="1642948"/>
                        </a:cubicBezTo>
                        <a:cubicBezTo>
                          <a:pt x="261318" y="1645920"/>
                          <a:pt x="273291" y="1647511"/>
                          <a:pt x="285626" y="1647511"/>
                        </a:cubicBezTo>
                        <a:lnTo>
                          <a:pt x="341795" y="1647511"/>
                        </a:lnTo>
                        <a:cubicBezTo>
                          <a:pt x="341795" y="1647511"/>
                          <a:pt x="341795" y="1647511"/>
                          <a:pt x="341795" y="1647511"/>
                        </a:cubicBezTo>
                        <a:lnTo>
                          <a:pt x="361607" y="1647511"/>
                        </a:lnTo>
                        <a:lnTo>
                          <a:pt x="391258" y="1647511"/>
                        </a:lnTo>
                        <a:lnTo>
                          <a:pt x="411070" y="1647511"/>
                        </a:lnTo>
                        <a:cubicBezTo>
                          <a:pt x="411070" y="1647511"/>
                          <a:pt x="411070" y="1647511"/>
                          <a:pt x="411070" y="1647511"/>
                        </a:cubicBezTo>
                        <a:lnTo>
                          <a:pt x="599370" y="1647511"/>
                        </a:lnTo>
                        <a:cubicBezTo>
                          <a:pt x="599370" y="1647511"/>
                          <a:pt x="599370" y="1647511"/>
                          <a:pt x="599370" y="1647511"/>
                        </a:cubicBezTo>
                        <a:lnTo>
                          <a:pt x="694115" y="1647511"/>
                        </a:lnTo>
                        <a:lnTo>
                          <a:pt x="694115" y="1647511"/>
                        </a:lnTo>
                        <a:lnTo>
                          <a:pt x="740045" y="1647511"/>
                        </a:lnTo>
                        <a:lnTo>
                          <a:pt x="817740" y="1647511"/>
                        </a:lnTo>
                        <a:lnTo>
                          <a:pt x="839495" y="1647511"/>
                        </a:lnTo>
                        <a:lnTo>
                          <a:pt x="1132275" y="1647511"/>
                        </a:lnTo>
                        <a:lnTo>
                          <a:pt x="1177900" y="1647511"/>
                        </a:lnTo>
                        <a:lnTo>
                          <a:pt x="1181052" y="1647511"/>
                        </a:lnTo>
                        <a:lnTo>
                          <a:pt x="1183891" y="1647511"/>
                        </a:lnTo>
                        <a:lnTo>
                          <a:pt x="1232668" y="1647511"/>
                        </a:lnTo>
                        <a:lnTo>
                          <a:pt x="1285799" y="1647511"/>
                        </a:lnTo>
                        <a:lnTo>
                          <a:pt x="1479680" y="1647511"/>
                        </a:lnTo>
                        <a:lnTo>
                          <a:pt x="1479680" y="1647511"/>
                        </a:lnTo>
                        <a:cubicBezTo>
                          <a:pt x="1488272" y="1647511"/>
                          <a:pt x="1496530" y="1646054"/>
                          <a:pt x="1504207" y="1643377"/>
                        </a:cubicBezTo>
                        <a:cubicBezTo>
                          <a:pt x="1505140" y="1643053"/>
                          <a:pt x="1506065" y="1642710"/>
                          <a:pt x="1506979" y="1642348"/>
                        </a:cubicBezTo>
                        <a:cubicBezTo>
                          <a:pt x="1507569" y="1642110"/>
                          <a:pt x="1508160" y="1641872"/>
                          <a:pt x="1508750" y="1641624"/>
                        </a:cubicBezTo>
                        <a:cubicBezTo>
                          <a:pt x="1509551" y="1641291"/>
                          <a:pt x="1510341" y="1640938"/>
                          <a:pt x="1511122" y="1640567"/>
                        </a:cubicBezTo>
                        <a:cubicBezTo>
                          <a:pt x="1512160" y="1640081"/>
                          <a:pt x="1513180" y="1639586"/>
                          <a:pt x="1514189" y="1639062"/>
                        </a:cubicBezTo>
                        <a:cubicBezTo>
                          <a:pt x="1525886" y="1632947"/>
                          <a:pt x="1535763" y="1623822"/>
                          <a:pt x="1542783" y="1612726"/>
                        </a:cubicBezTo>
                        <a:cubicBezTo>
                          <a:pt x="1547136" y="1605839"/>
                          <a:pt x="1552651" y="1599943"/>
                          <a:pt x="1558976" y="1595190"/>
                        </a:cubicBezTo>
                        <a:cubicBezTo>
                          <a:pt x="1560852" y="1593780"/>
                          <a:pt x="1562805" y="1592466"/>
                          <a:pt x="1564824" y="1591256"/>
                        </a:cubicBezTo>
                        <a:cubicBezTo>
                          <a:pt x="1565329" y="1590951"/>
                          <a:pt x="1565834" y="1590666"/>
                          <a:pt x="1566339" y="1590370"/>
                        </a:cubicBezTo>
                        <a:cubicBezTo>
                          <a:pt x="1576464" y="1584646"/>
                          <a:pt x="1588056" y="1581522"/>
                          <a:pt x="1600038" y="1581522"/>
                        </a:cubicBezTo>
                        <a:lnTo>
                          <a:pt x="1605401" y="1581522"/>
                        </a:lnTo>
                        <a:lnTo>
                          <a:pt x="1615878" y="1581522"/>
                        </a:lnTo>
                        <a:lnTo>
                          <a:pt x="1615878" y="1581522"/>
                        </a:lnTo>
                        <a:lnTo>
                          <a:pt x="1615878" y="1578864"/>
                        </a:lnTo>
                        <a:cubicBezTo>
                          <a:pt x="1615878" y="1595828"/>
                          <a:pt x="1629632" y="1609582"/>
                          <a:pt x="1646596" y="1609582"/>
                        </a:cubicBezTo>
                        <a:lnTo>
                          <a:pt x="1646596" y="1609582"/>
                        </a:lnTo>
                        <a:cubicBezTo>
                          <a:pt x="1663560" y="1609582"/>
                          <a:pt x="1677315" y="1595828"/>
                          <a:pt x="1677315" y="1578864"/>
                        </a:cubicBezTo>
                        <a:lnTo>
                          <a:pt x="1677315" y="1511418"/>
                        </a:lnTo>
                        <a:lnTo>
                          <a:pt x="1677315" y="1397594"/>
                        </a:lnTo>
                        <a:cubicBezTo>
                          <a:pt x="1677324" y="1380649"/>
                          <a:pt x="1663570" y="1366904"/>
                          <a:pt x="1646606" y="136690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5" name="Google Shape;2212;p65">
                    <a:extLst>
                      <a:ext uri="{FF2B5EF4-FFF2-40B4-BE49-F238E27FC236}">
                        <a16:creationId xmlns:a16="http://schemas.microsoft.com/office/drawing/2014/main" id="{97B21CAA-56CC-5C4D-0413-D895AA487492}"/>
                      </a:ext>
                    </a:extLst>
                  </p:cNvPr>
                  <p:cNvSpPr/>
                  <p:nvPr/>
                </p:nvSpPr>
                <p:spPr>
                  <a:xfrm>
                    <a:off x="5930655" y="2220765"/>
                    <a:ext cx="512673" cy="26920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2673" h="2692049" extrusionOk="0">
                        <a:moveTo>
                          <a:pt x="475831" y="1981674"/>
                        </a:moveTo>
                        <a:lnTo>
                          <a:pt x="433950" y="1981674"/>
                        </a:lnTo>
                        <a:lnTo>
                          <a:pt x="433950" y="1027117"/>
                        </a:lnTo>
                        <a:cubicBezTo>
                          <a:pt x="433950" y="1018954"/>
                          <a:pt x="432664" y="1010944"/>
                          <a:pt x="430197" y="1003333"/>
                        </a:cubicBezTo>
                        <a:cubicBezTo>
                          <a:pt x="428968" y="999533"/>
                          <a:pt x="427444" y="995827"/>
                          <a:pt x="425644" y="992265"/>
                        </a:cubicBezTo>
                        <a:cubicBezTo>
                          <a:pt x="421443" y="983950"/>
                          <a:pt x="415719" y="976377"/>
                          <a:pt x="408680" y="969967"/>
                        </a:cubicBezTo>
                        <a:lnTo>
                          <a:pt x="355997" y="922056"/>
                        </a:lnTo>
                        <a:cubicBezTo>
                          <a:pt x="354282" y="920494"/>
                          <a:pt x="352634" y="918865"/>
                          <a:pt x="351072" y="917170"/>
                        </a:cubicBezTo>
                        <a:cubicBezTo>
                          <a:pt x="349510" y="915475"/>
                          <a:pt x="348024" y="913722"/>
                          <a:pt x="346615" y="911903"/>
                        </a:cubicBezTo>
                        <a:cubicBezTo>
                          <a:pt x="344510" y="909179"/>
                          <a:pt x="342586" y="906331"/>
                          <a:pt x="340852" y="903368"/>
                        </a:cubicBezTo>
                        <a:cubicBezTo>
                          <a:pt x="339118" y="900406"/>
                          <a:pt x="337585" y="897339"/>
                          <a:pt x="336251" y="894177"/>
                        </a:cubicBezTo>
                        <a:cubicBezTo>
                          <a:pt x="335366" y="892072"/>
                          <a:pt x="334565" y="889919"/>
                          <a:pt x="333861" y="887738"/>
                        </a:cubicBezTo>
                        <a:cubicBezTo>
                          <a:pt x="333232" y="885804"/>
                          <a:pt x="332699" y="883852"/>
                          <a:pt x="332222" y="881870"/>
                        </a:cubicBezTo>
                        <a:cubicBezTo>
                          <a:pt x="331927" y="880661"/>
                          <a:pt x="331670" y="879442"/>
                          <a:pt x="331432" y="878213"/>
                        </a:cubicBezTo>
                        <a:cubicBezTo>
                          <a:pt x="331422" y="878165"/>
                          <a:pt x="331413" y="878118"/>
                          <a:pt x="331403" y="878070"/>
                        </a:cubicBezTo>
                        <a:cubicBezTo>
                          <a:pt x="331165" y="876813"/>
                          <a:pt x="330946" y="875546"/>
                          <a:pt x="330775" y="874269"/>
                        </a:cubicBezTo>
                        <a:lnTo>
                          <a:pt x="328870" y="860630"/>
                        </a:lnTo>
                        <a:lnTo>
                          <a:pt x="340128" y="860630"/>
                        </a:lnTo>
                        <a:cubicBezTo>
                          <a:pt x="352968" y="860630"/>
                          <a:pt x="363379" y="850219"/>
                          <a:pt x="363379" y="837389"/>
                        </a:cubicBezTo>
                        <a:lnTo>
                          <a:pt x="363379" y="837389"/>
                        </a:lnTo>
                        <a:cubicBezTo>
                          <a:pt x="363379" y="824549"/>
                          <a:pt x="352968" y="814138"/>
                          <a:pt x="340128" y="814138"/>
                        </a:cubicBezTo>
                        <a:lnTo>
                          <a:pt x="339071" y="814138"/>
                        </a:lnTo>
                        <a:lnTo>
                          <a:pt x="326898" y="693514"/>
                        </a:lnTo>
                        <a:cubicBezTo>
                          <a:pt x="326831" y="692904"/>
                          <a:pt x="326755" y="692294"/>
                          <a:pt x="326669" y="691685"/>
                        </a:cubicBezTo>
                        <a:cubicBezTo>
                          <a:pt x="326565" y="690970"/>
                          <a:pt x="326431" y="690265"/>
                          <a:pt x="326288" y="689570"/>
                        </a:cubicBezTo>
                        <a:cubicBezTo>
                          <a:pt x="326069" y="688494"/>
                          <a:pt x="325803" y="687437"/>
                          <a:pt x="325498" y="686398"/>
                        </a:cubicBezTo>
                        <a:cubicBezTo>
                          <a:pt x="325155" y="685255"/>
                          <a:pt x="324764" y="684131"/>
                          <a:pt x="324326" y="683046"/>
                        </a:cubicBezTo>
                        <a:cubicBezTo>
                          <a:pt x="324107" y="682503"/>
                          <a:pt x="323879" y="681960"/>
                          <a:pt x="323631" y="681426"/>
                        </a:cubicBezTo>
                        <a:cubicBezTo>
                          <a:pt x="322993" y="680026"/>
                          <a:pt x="322259" y="678674"/>
                          <a:pt x="321469" y="677378"/>
                        </a:cubicBezTo>
                        <a:cubicBezTo>
                          <a:pt x="321231" y="676997"/>
                          <a:pt x="320992" y="676616"/>
                          <a:pt x="320745" y="676235"/>
                        </a:cubicBezTo>
                        <a:cubicBezTo>
                          <a:pt x="319745" y="674721"/>
                          <a:pt x="318640" y="673282"/>
                          <a:pt x="317440" y="671930"/>
                        </a:cubicBezTo>
                        <a:cubicBezTo>
                          <a:pt x="316887" y="671311"/>
                          <a:pt x="316325" y="670701"/>
                          <a:pt x="315744" y="670120"/>
                        </a:cubicBezTo>
                        <a:cubicBezTo>
                          <a:pt x="315735" y="670111"/>
                          <a:pt x="315715" y="670092"/>
                          <a:pt x="315706" y="670082"/>
                        </a:cubicBezTo>
                        <a:cubicBezTo>
                          <a:pt x="315687" y="670063"/>
                          <a:pt x="315659" y="670044"/>
                          <a:pt x="315639" y="670015"/>
                        </a:cubicBezTo>
                        <a:cubicBezTo>
                          <a:pt x="314516" y="668911"/>
                          <a:pt x="313325" y="667872"/>
                          <a:pt x="312067" y="666920"/>
                        </a:cubicBezTo>
                        <a:cubicBezTo>
                          <a:pt x="311839" y="666748"/>
                          <a:pt x="311610" y="666577"/>
                          <a:pt x="311382" y="666405"/>
                        </a:cubicBezTo>
                        <a:cubicBezTo>
                          <a:pt x="310744" y="665939"/>
                          <a:pt x="310096" y="665491"/>
                          <a:pt x="309420" y="665062"/>
                        </a:cubicBezTo>
                        <a:cubicBezTo>
                          <a:pt x="309048" y="664824"/>
                          <a:pt x="308677" y="664596"/>
                          <a:pt x="308305" y="664367"/>
                        </a:cubicBezTo>
                        <a:cubicBezTo>
                          <a:pt x="303381" y="661433"/>
                          <a:pt x="297751" y="659576"/>
                          <a:pt x="291751" y="659100"/>
                        </a:cubicBezTo>
                        <a:lnTo>
                          <a:pt x="291751" y="636059"/>
                        </a:lnTo>
                        <a:cubicBezTo>
                          <a:pt x="291751" y="636059"/>
                          <a:pt x="291751" y="636059"/>
                          <a:pt x="291751" y="636059"/>
                        </a:cubicBezTo>
                        <a:lnTo>
                          <a:pt x="291751" y="631430"/>
                        </a:lnTo>
                        <a:cubicBezTo>
                          <a:pt x="291751" y="623162"/>
                          <a:pt x="285045" y="616456"/>
                          <a:pt x="276777" y="616456"/>
                        </a:cubicBezTo>
                        <a:lnTo>
                          <a:pt x="268929" y="616456"/>
                        </a:lnTo>
                        <a:lnTo>
                          <a:pt x="268929" y="125233"/>
                        </a:lnTo>
                        <a:cubicBezTo>
                          <a:pt x="268929" y="91943"/>
                          <a:pt x="263947" y="58834"/>
                          <a:pt x="254136" y="27011"/>
                        </a:cubicBezTo>
                        <a:lnTo>
                          <a:pt x="246059" y="817"/>
                        </a:lnTo>
                        <a:cubicBezTo>
                          <a:pt x="245669" y="-449"/>
                          <a:pt x="243792" y="-173"/>
                          <a:pt x="243792" y="1160"/>
                        </a:cubicBezTo>
                        <a:lnTo>
                          <a:pt x="243792" y="318295"/>
                        </a:lnTo>
                        <a:cubicBezTo>
                          <a:pt x="243792" y="318295"/>
                          <a:pt x="243792" y="318295"/>
                          <a:pt x="243792" y="318295"/>
                        </a:cubicBezTo>
                        <a:lnTo>
                          <a:pt x="243792" y="616456"/>
                        </a:lnTo>
                        <a:lnTo>
                          <a:pt x="235944" y="616456"/>
                        </a:lnTo>
                        <a:cubicBezTo>
                          <a:pt x="227676" y="616456"/>
                          <a:pt x="220970" y="623162"/>
                          <a:pt x="220970" y="631430"/>
                        </a:cubicBezTo>
                        <a:lnTo>
                          <a:pt x="220970" y="636059"/>
                        </a:lnTo>
                        <a:lnTo>
                          <a:pt x="220970" y="659100"/>
                        </a:lnTo>
                        <a:cubicBezTo>
                          <a:pt x="217751" y="659357"/>
                          <a:pt x="214636" y="660005"/>
                          <a:pt x="211684" y="661005"/>
                        </a:cubicBezTo>
                        <a:cubicBezTo>
                          <a:pt x="211131" y="661195"/>
                          <a:pt x="210579" y="661395"/>
                          <a:pt x="210036" y="661605"/>
                        </a:cubicBezTo>
                        <a:cubicBezTo>
                          <a:pt x="208950" y="662033"/>
                          <a:pt x="207883" y="662510"/>
                          <a:pt x="206845" y="663024"/>
                        </a:cubicBezTo>
                        <a:cubicBezTo>
                          <a:pt x="205292" y="663805"/>
                          <a:pt x="203787" y="664691"/>
                          <a:pt x="202359" y="665672"/>
                        </a:cubicBezTo>
                        <a:cubicBezTo>
                          <a:pt x="200454" y="666977"/>
                          <a:pt x="198672" y="668453"/>
                          <a:pt x="197025" y="670073"/>
                        </a:cubicBezTo>
                        <a:cubicBezTo>
                          <a:pt x="196205" y="670882"/>
                          <a:pt x="195424" y="671730"/>
                          <a:pt x="194672" y="672616"/>
                        </a:cubicBezTo>
                        <a:cubicBezTo>
                          <a:pt x="191691" y="676149"/>
                          <a:pt x="189328" y="680226"/>
                          <a:pt x="187766" y="684703"/>
                        </a:cubicBezTo>
                        <a:cubicBezTo>
                          <a:pt x="187566" y="685265"/>
                          <a:pt x="187385" y="685827"/>
                          <a:pt x="187214" y="686398"/>
                        </a:cubicBezTo>
                        <a:cubicBezTo>
                          <a:pt x="186871" y="687541"/>
                          <a:pt x="186585" y="688703"/>
                          <a:pt x="186347" y="689894"/>
                        </a:cubicBezTo>
                        <a:cubicBezTo>
                          <a:pt x="186109" y="691085"/>
                          <a:pt x="185928" y="692285"/>
                          <a:pt x="185804" y="693514"/>
                        </a:cubicBezTo>
                        <a:lnTo>
                          <a:pt x="174450" y="805975"/>
                        </a:lnTo>
                        <a:lnTo>
                          <a:pt x="174450" y="805975"/>
                        </a:lnTo>
                        <a:lnTo>
                          <a:pt x="173622" y="814138"/>
                        </a:lnTo>
                        <a:lnTo>
                          <a:pt x="172564" y="814138"/>
                        </a:lnTo>
                        <a:cubicBezTo>
                          <a:pt x="159725" y="814138"/>
                          <a:pt x="149314" y="824549"/>
                          <a:pt x="149314" y="837389"/>
                        </a:cubicBezTo>
                        <a:lnTo>
                          <a:pt x="149314" y="837389"/>
                        </a:lnTo>
                        <a:cubicBezTo>
                          <a:pt x="149314" y="850228"/>
                          <a:pt x="159725" y="860630"/>
                          <a:pt x="172564" y="860630"/>
                        </a:cubicBezTo>
                        <a:lnTo>
                          <a:pt x="183823" y="860630"/>
                        </a:lnTo>
                        <a:lnTo>
                          <a:pt x="181918" y="874269"/>
                        </a:lnTo>
                        <a:cubicBezTo>
                          <a:pt x="181737" y="875546"/>
                          <a:pt x="181527" y="876813"/>
                          <a:pt x="181289" y="878070"/>
                        </a:cubicBezTo>
                        <a:cubicBezTo>
                          <a:pt x="181280" y="878118"/>
                          <a:pt x="181270" y="878165"/>
                          <a:pt x="181261" y="878213"/>
                        </a:cubicBezTo>
                        <a:cubicBezTo>
                          <a:pt x="181023" y="879442"/>
                          <a:pt x="180756" y="880661"/>
                          <a:pt x="180470" y="881870"/>
                        </a:cubicBezTo>
                        <a:cubicBezTo>
                          <a:pt x="176765" y="897291"/>
                          <a:pt x="168516" y="911312"/>
                          <a:pt x="156696" y="922066"/>
                        </a:cubicBezTo>
                        <a:lnTo>
                          <a:pt x="104013" y="969977"/>
                        </a:lnTo>
                        <a:cubicBezTo>
                          <a:pt x="87916" y="984617"/>
                          <a:pt x="78743" y="1005362"/>
                          <a:pt x="78743" y="1027117"/>
                        </a:cubicBezTo>
                        <a:lnTo>
                          <a:pt x="78743" y="1934764"/>
                        </a:lnTo>
                        <a:lnTo>
                          <a:pt x="78743" y="1934764"/>
                        </a:lnTo>
                        <a:lnTo>
                          <a:pt x="78743" y="1981674"/>
                        </a:lnTo>
                        <a:lnTo>
                          <a:pt x="36862" y="1981674"/>
                        </a:lnTo>
                        <a:cubicBezTo>
                          <a:pt x="16507" y="1981674"/>
                          <a:pt x="0" y="1998181"/>
                          <a:pt x="0" y="2018536"/>
                        </a:cubicBezTo>
                        <a:cubicBezTo>
                          <a:pt x="0" y="2038891"/>
                          <a:pt x="16497" y="2055398"/>
                          <a:pt x="36862" y="2055398"/>
                        </a:cubicBezTo>
                        <a:lnTo>
                          <a:pt x="134036" y="2055398"/>
                        </a:lnTo>
                        <a:lnTo>
                          <a:pt x="134036" y="2078020"/>
                        </a:lnTo>
                        <a:lnTo>
                          <a:pt x="134036" y="2078020"/>
                        </a:lnTo>
                        <a:lnTo>
                          <a:pt x="134036" y="2601400"/>
                        </a:lnTo>
                        <a:lnTo>
                          <a:pt x="134036" y="2601400"/>
                        </a:lnTo>
                        <a:lnTo>
                          <a:pt x="134036" y="2618325"/>
                        </a:lnTo>
                        <a:lnTo>
                          <a:pt x="95498" y="2618325"/>
                        </a:lnTo>
                        <a:cubicBezTo>
                          <a:pt x="75143" y="2618325"/>
                          <a:pt x="58636" y="2634832"/>
                          <a:pt x="58636" y="2655187"/>
                        </a:cubicBezTo>
                        <a:cubicBezTo>
                          <a:pt x="58636" y="2675542"/>
                          <a:pt x="75143" y="2692049"/>
                          <a:pt x="95498" y="2692049"/>
                        </a:cubicBezTo>
                        <a:lnTo>
                          <a:pt x="159163" y="2692049"/>
                        </a:lnTo>
                        <a:cubicBezTo>
                          <a:pt x="159163" y="2692049"/>
                          <a:pt x="159163" y="2692049"/>
                          <a:pt x="159163" y="2692049"/>
                        </a:cubicBezTo>
                        <a:lnTo>
                          <a:pt x="417176" y="2692049"/>
                        </a:lnTo>
                        <a:cubicBezTo>
                          <a:pt x="437531" y="2692049"/>
                          <a:pt x="454038" y="2675542"/>
                          <a:pt x="454038" y="2655187"/>
                        </a:cubicBezTo>
                        <a:cubicBezTo>
                          <a:pt x="454038" y="2634832"/>
                          <a:pt x="437540" y="2618325"/>
                          <a:pt x="417176" y="2618325"/>
                        </a:cubicBezTo>
                        <a:lnTo>
                          <a:pt x="378638" y="2618325"/>
                        </a:lnTo>
                        <a:lnTo>
                          <a:pt x="378638" y="2055398"/>
                        </a:lnTo>
                        <a:lnTo>
                          <a:pt x="378638" y="2055398"/>
                        </a:lnTo>
                        <a:lnTo>
                          <a:pt x="256337" y="2055398"/>
                        </a:lnTo>
                        <a:lnTo>
                          <a:pt x="475812" y="2055398"/>
                        </a:lnTo>
                        <a:cubicBezTo>
                          <a:pt x="496167" y="2055398"/>
                          <a:pt x="512674" y="2038891"/>
                          <a:pt x="512674" y="2018536"/>
                        </a:cubicBezTo>
                        <a:cubicBezTo>
                          <a:pt x="512693" y="1998181"/>
                          <a:pt x="496186" y="1981674"/>
                          <a:pt x="475831" y="1981674"/>
                        </a:cubicBezTo>
                        <a:close/>
                        <a:moveTo>
                          <a:pt x="100127" y="1981674"/>
                        </a:moveTo>
                        <a:lnTo>
                          <a:pt x="134055" y="1981674"/>
                        </a:lnTo>
                        <a:lnTo>
                          <a:pt x="134055" y="1981674"/>
                        </a:lnTo>
                        <a:lnTo>
                          <a:pt x="100127" y="1981674"/>
                        </a:lnTo>
                        <a:cubicBezTo>
                          <a:pt x="100127" y="1981674"/>
                          <a:pt x="100127" y="1981674"/>
                          <a:pt x="100127" y="198167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6" name="Google Shape;2213;p65">
                    <a:extLst>
                      <a:ext uri="{FF2B5EF4-FFF2-40B4-BE49-F238E27FC236}">
                        <a16:creationId xmlns:a16="http://schemas.microsoft.com/office/drawing/2014/main" id="{9F7EB37B-5CD4-E4F1-A518-69F37862E829}"/>
                      </a:ext>
                    </a:extLst>
                  </p:cNvPr>
                  <p:cNvSpPr/>
                  <p:nvPr/>
                </p:nvSpPr>
                <p:spPr>
                  <a:xfrm>
                    <a:off x="4275220" y="3261378"/>
                    <a:ext cx="1598114" cy="16514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98114" h="1651406" extrusionOk="0">
                        <a:moveTo>
                          <a:pt x="1592961" y="796195"/>
                        </a:moveTo>
                        <a:cubicBezTo>
                          <a:pt x="1592761" y="795690"/>
                          <a:pt x="1592561" y="795195"/>
                          <a:pt x="1592352" y="794699"/>
                        </a:cubicBezTo>
                        <a:cubicBezTo>
                          <a:pt x="1591837" y="793471"/>
                          <a:pt x="1591304" y="792261"/>
                          <a:pt x="1590723" y="791070"/>
                        </a:cubicBezTo>
                        <a:cubicBezTo>
                          <a:pt x="1589704" y="788965"/>
                          <a:pt x="1588599" y="786927"/>
                          <a:pt x="1587398" y="784936"/>
                        </a:cubicBezTo>
                        <a:cubicBezTo>
                          <a:pt x="1581388" y="775002"/>
                          <a:pt x="1573140" y="766591"/>
                          <a:pt x="1563338" y="760390"/>
                        </a:cubicBezTo>
                        <a:cubicBezTo>
                          <a:pt x="1556004" y="755752"/>
                          <a:pt x="1549784" y="749789"/>
                          <a:pt x="1544869" y="742941"/>
                        </a:cubicBezTo>
                        <a:cubicBezTo>
                          <a:pt x="1543803" y="741455"/>
                          <a:pt x="1542802" y="739921"/>
                          <a:pt x="1541869" y="738350"/>
                        </a:cubicBezTo>
                        <a:cubicBezTo>
                          <a:pt x="1541564" y="737845"/>
                          <a:pt x="1541278" y="737340"/>
                          <a:pt x="1540983" y="736835"/>
                        </a:cubicBezTo>
                        <a:cubicBezTo>
                          <a:pt x="1535259" y="726710"/>
                          <a:pt x="1532134" y="715118"/>
                          <a:pt x="1532134" y="703135"/>
                        </a:cubicBezTo>
                        <a:lnTo>
                          <a:pt x="1532134" y="697773"/>
                        </a:lnTo>
                        <a:lnTo>
                          <a:pt x="1532134" y="687295"/>
                        </a:lnTo>
                        <a:lnTo>
                          <a:pt x="1532134" y="687295"/>
                        </a:lnTo>
                        <a:lnTo>
                          <a:pt x="1529477" y="687295"/>
                        </a:lnTo>
                        <a:cubicBezTo>
                          <a:pt x="1546441" y="687295"/>
                          <a:pt x="1560195" y="673541"/>
                          <a:pt x="1560195" y="656578"/>
                        </a:cubicBezTo>
                        <a:lnTo>
                          <a:pt x="1560195" y="656578"/>
                        </a:lnTo>
                        <a:cubicBezTo>
                          <a:pt x="1560195" y="639613"/>
                          <a:pt x="1546441" y="625859"/>
                          <a:pt x="1529477" y="625859"/>
                        </a:cubicBezTo>
                        <a:lnTo>
                          <a:pt x="1462030" y="625859"/>
                        </a:lnTo>
                        <a:lnTo>
                          <a:pt x="1436694" y="625859"/>
                        </a:lnTo>
                        <a:cubicBezTo>
                          <a:pt x="1429083" y="536239"/>
                          <a:pt x="1382554" y="457724"/>
                          <a:pt x="1314059" y="407280"/>
                        </a:cubicBezTo>
                        <a:cubicBezTo>
                          <a:pt x="1271511" y="375942"/>
                          <a:pt x="1245956" y="326622"/>
                          <a:pt x="1245956" y="273787"/>
                        </a:cubicBezTo>
                        <a:lnTo>
                          <a:pt x="1245956" y="226428"/>
                        </a:lnTo>
                        <a:lnTo>
                          <a:pt x="1256938" y="226428"/>
                        </a:lnTo>
                        <a:cubicBezTo>
                          <a:pt x="1279017" y="226428"/>
                          <a:pt x="1296924" y="208531"/>
                          <a:pt x="1296924" y="186442"/>
                        </a:cubicBezTo>
                        <a:lnTo>
                          <a:pt x="1296924" y="178784"/>
                        </a:lnTo>
                        <a:lnTo>
                          <a:pt x="1296924" y="148666"/>
                        </a:lnTo>
                        <a:lnTo>
                          <a:pt x="1313983" y="148666"/>
                        </a:lnTo>
                        <a:cubicBezTo>
                          <a:pt x="1331081" y="148666"/>
                          <a:pt x="1344930" y="134807"/>
                          <a:pt x="1344930" y="117710"/>
                        </a:cubicBezTo>
                        <a:lnTo>
                          <a:pt x="1344930" y="30956"/>
                        </a:lnTo>
                        <a:cubicBezTo>
                          <a:pt x="1344930" y="13859"/>
                          <a:pt x="1331071" y="0"/>
                          <a:pt x="1313983" y="0"/>
                        </a:cubicBezTo>
                        <a:lnTo>
                          <a:pt x="1195435" y="0"/>
                        </a:lnTo>
                        <a:lnTo>
                          <a:pt x="724214" y="0"/>
                        </a:lnTo>
                        <a:cubicBezTo>
                          <a:pt x="707117" y="0"/>
                          <a:pt x="693258" y="13859"/>
                          <a:pt x="693258" y="30956"/>
                        </a:cubicBezTo>
                        <a:lnTo>
                          <a:pt x="693258" y="117710"/>
                        </a:lnTo>
                        <a:cubicBezTo>
                          <a:pt x="693258" y="134807"/>
                          <a:pt x="707117" y="148666"/>
                          <a:pt x="724214" y="148666"/>
                        </a:cubicBezTo>
                        <a:lnTo>
                          <a:pt x="741274" y="148666"/>
                        </a:lnTo>
                        <a:lnTo>
                          <a:pt x="741274" y="178784"/>
                        </a:lnTo>
                        <a:lnTo>
                          <a:pt x="741274" y="186442"/>
                        </a:lnTo>
                        <a:cubicBezTo>
                          <a:pt x="741274" y="208521"/>
                          <a:pt x="759171" y="226428"/>
                          <a:pt x="781260" y="226428"/>
                        </a:cubicBezTo>
                        <a:lnTo>
                          <a:pt x="792242" y="226428"/>
                        </a:lnTo>
                        <a:lnTo>
                          <a:pt x="792242" y="273787"/>
                        </a:lnTo>
                        <a:cubicBezTo>
                          <a:pt x="792242" y="326631"/>
                          <a:pt x="766686" y="375952"/>
                          <a:pt x="724138" y="407280"/>
                        </a:cubicBezTo>
                        <a:cubicBezTo>
                          <a:pt x="684419" y="436531"/>
                          <a:pt x="652082" y="475231"/>
                          <a:pt x="630431" y="520056"/>
                        </a:cubicBezTo>
                        <a:lnTo>
                          <a:pt x="630431" y="520056"/>
                        </a:lnTo>
                        <a:cubicBezTo>
                          <a:pt x="630431" y="520056"/>
                          <a:pt x="630431" y="520056"/>
                          <a:pt x="630431" y="520056"/>
                        </a:cubicBezTo>
                        <a:cubicBezTo>
                          <a:pt x="629917" y="521132"/>
                          <a:pt x="629402" y="522208"/>
                          <a:pt x="628898" y="523284"/>
                        </a:cubicBezTo>
                        <a:cubicBezTo>
                          <a:pt x="628802" y="523494"/>
                          <a:pt x="628698" y="523704"/>
                          <a:pt x="628602" y="523904"/>
                        </a:cubicBezTo>
                        <a:cubicBezTo>
                          <a:pt x="628145" y="524894"/>
                          <a:pt x="627688" y="525885"/>
                          <a:pt x="627240" y="526876"/>
                        </a:cubicBezTo>
                        <a:cubicBezTo>
                          <a:pt x="627107" y="527180"/>
                          <a:pt x="626964" y="527485"/>
                          <a:pt x="626831" y="527790"/>
                        </a:cubicBezTo>
                        <a:cubicBezTo>
                          <a:pt x="626412" y="528733"/>
                          <a:pt x="625993" y="529676"/>
                          <a:pt x="625583" y="530619"/>
                        </a:cubicBezTo>
                        <a:cubicBezTo>
                          <a:pt x="625421" y="530981"/>
                          <a:pt x="625269" y="531343"/>
                          <a:pt x="625107" y="531714"/>
                        </a:cubicBezTo>
                        <a:cubicBezTo>
                          <a:pt x="624716" y="532619"/>
                          <a:pt x="624326" y="533533"/>
                          <a:pt x="623945" y="534448"/>
                        </a:cubicBezTo>
                        <a:cubicBezTo>
                          <a:pt x="623773" y="534848"/>
                          <a:pt x="623602" y="535248"/>
                          <a:pt x="623440" y="535658"/>
                        </a:cubicBezTo>
                        <a:cubicBezTo>
                          <a:pt x="623068" y="536553"/>
                          <a:pt x="622706" y="537448"/>
                          <a:pt x="622344" y="538343"/>
                        </a:cubicBezTo>
                        <a:cubicBezTo>
                          <a:pt x="622173" y="538772"/>
                          <a:pt x="622002" y="539201"/>
                          <a:pt x="621830" y="539620"/>
                        </a:cubicBezTo>
                        <a:cubicBezTo>
                          <a:pt x="621478" y="540506"/>
                          <a:pt x="621135" y="541392"/>
                          <a:pt x="620792" y="542278"/>
                        </a:cubicBezTo>
                        <a:cubicBezTo>
                          <a:pt x="620620" y="542725"/>
                          <a:pt x="620449" y="543173"/>
                          <a:pt x="620278" y="543620"/>
                        </a:cubicBezTo>
                        <a:cubicBezTo>
                          <a:pt x="619944" y="544497"/>
                          <a:pt x="619611" y="545373"/>
                          <a:pt x="619287" y="546259"/>
                        </a:cubicBezTo>
                        <a:cubicBezTo>
                          <a:pt x="619116" y="546716"/>
                          <a:pt x="618944" y="547183"/>
                          <a:pt x="618782" y="547640"/>
                        </a:cubicBezTo>
                        <a:cubicBezTo>
                          <a:pt x="618458" y="548516"/>
                          <a:pt x="618144" y="549393"/>
                          <a:pt x="617830" y="550269"/>
                        </a:cubicBezTo>
                        <a:cubicBezTo>
                          <a:pt x="617668" y="550735"/>
                          <a:pt x="617496" y="551212"/>
                          <a:pt x="617334" y="551679"/>
                        </a:cubicBezTo>
                        <a:cubicBezTo>
                          <a:pt x="617030" y="552555"/>
                          <a:pt x="616725" y="553431"/>
                          <a:pt x="616420" y="554317"/>
                        </a:cubicBezTo>
                        <a:cubicBezTo>
                          <a:pt x="616258" y="554793"/>
                          <a:pt x="616106" y="555269"/>
                          <a:pt x="615944" y="555736"/>
                        </a:cubicBezTo>
                        <a:cubicBezTo>
                          <a:pt x="615648" y="556622"/>
                          <a:pt x="615353" y="557508"/>
                          <a:pt x="615067" y="558394"/>
                        </a:cubicBezTo>
                        <a:cubicBezTo>
                          <a:pt x="614915" y="558861"/>
                          <a:pt x="614772" y="559337"/>
                          <a:pt x="614620" y="559804"/>
                        </a:cubicBezTo>
                        <a:cubicBezTo>
                          <a:pt x="614334" y="560699"/>
                          <a:pt x="614048" y="561604"/>
                          <a:pt x="613772" y="562499"/>
                        </a:cubicBezTo>
                        <a:cubicBezTo>
                          <a:pt x="613629" y="562956"/>
                          <a:pt x="613496" y="563423"/>
                          <a:pt x="613353" y="563880"/>
                        </a:cubicBezTo>
                        <a:cubicBezTo>
                          <a:pt x="613077" y="564794"/>
                          <a:pt x="612800" y="565709"/>
                          <a:pt x="612534" y="566623"/>
                        </a:cubicBezTo>
                        <a:cubicBezTo>
                          <a:pt x="612410" y="567061"/>
                          <a:pt x="612286" y="567490"/>
                          <a:pt x="612162" y="567928"/>
                        </a:cubicBezTo>
                        <a:cubicBezTo>
                          <a:pt x="611886" y="568881"/>
                          <a:pt x="611610" y="569833"/>
                          <a:pt x="611353" y="570795"/>
                        </a:cubicBezTo>
                        <a:cubicBezTo>
                          <a:pt x="611267" y="571119"/>
                          <a:pt x="611172" y="571453"/>
                          <a:pt x="611086" y="571776"/>
                        </a:cubicBezTo>
                        <a:cubicBezTo>
                          <a:pt x="610105" y="575377"/>
                          <a:pt x="609181" y="579006"/>
                          <a:pt x="608333" y="582663"/>
                        </a:cubicBezTo>
                        <a:cubicBezTo>
                          <a:pt x="608295" y="582844"/>
                          <a:pt x="608247" y="583025"/>
                          <a:pt x="608200" y="583206"/>
                        </a:cubicBezTo>
                        <a:cubicBezTo>
                          <a:pt x="607990" y="584102"/>
                          <a:pt x="607790" y="585007"/>
                          <a:pt x="607590" y="585912"/>
                        </a:cubicBezTo>
                        <a:cubicBezTo>
                          <a:pt x="607476" y="586435"/>
                          <a:pt x="607352" y="586969"/>
                          <a:pt x="607238" y="587493"/>
                        </a:cubicBezTo>
                        <a:cubicBezTo>
                          <a:pt x="607057" y="588312"/>
                          <a:pt x="606895" y="589140"/>
                          <a:pt x="606723" y="589960"/>
                        </a:cubicBezTo>
                        <a:cubicBezTo>
                          <a:pt x="606600" y="590569"/>
                          <a:pt x="606466" y="591188"/>
                          <a:pt x="606342" y="591798"/>
                        </a:cubicBezTo>
                        <a:cubicBezTo>
                          <a:pt x="606181" y="592588"/>
                          <a:pt x="606038" y="593369"/>
                          <a:pt x="605885" y="594160"/>
                        </a:cubicBezTo>
                        <a:cubicBezTo>
                          <a:pt x="605761" y="594817"/>
                          <a:pt x="605628" y="595475"/>
                          <a:pt x="605504" y="596132"/>
                        </a:cubicBezTo>
                        <a:cubicBezTo>
                          <a:pt x="605361" y="596894"/>
                          <a:pt x="605228" y="597665"/>
                          <a:pt x="605095" y="598427"/>
                        </a:cubicBezTo>
                        <a:cubicBezTo>
                          <a:pt x="604971" y="599113"/>
                          <a:pt x="604847" y="599799"/>
                          <a:pt x="604733" y="600485"/>
                        </a:cubicBezTo>
                        <a:cubicBezTo>
                          <a:pt x="604609" y="601237"/>
                          <a:pt x="604485" y="601990"/>
                          <a:pt x="604361" y="602742"/>
                        </a:cubicBezTo>
                        <a:cubicBezTo>
                          <a:pt x="604247" y="603447"/>
                          <a:pt x="604133" y="604152"/>
                          <a:pt x="604018" y="604866"/>
                        </a:cubicBezTo>
                        <a:cubicBezTo>
                          <a:pt x="603904" y="605609"/>
                          <a:pt x="603790" y="606352"/>
                          <a:pt x="603685" y="607095"/>
                        </a:cubicBezTo>
                        <a:cubicBezTo>
                          <a:pt x="603580" y="607819"/>
                          <a:pt x="603475" y="608543"/>
                          <a:pt x="603371" y="609276"/>
                        </a:cubicBezTo>
                        <a:cubicBezTo>
                          <a:pt x="603266" y="610010"/>
                          <a:pt x="603171" y="610743"/>
                          <a:pt x="603075" y="611477"/>
                        </a:cubicBezTo>
                        <a:cubicBezTo>
                          <a:pt x="602980" y="612219"/>
                          <a:pt x="602885" y="612962"/>
                          <a:pt x="602790" y="613705"/>
                        </a:cubicBezTo>
                        <a:cubicBezTo>
                          <a:pt x="602694" y="614429"/>
                          <a:pt x="602609" y="615163"/>
                          <a:pt x="602523" y="615887"/>
                        </a:cubicBezTo>
                        <a:cubicBezTo>
                          <a:pt x="602437" y="616639"/>
                          <a:pt x="602352" y="617392"/>
                          <a:pt x="602266" y="618153"/>
                        </a:cubicBezTo>
                        <a:cubicBezTo>
                          <a:pt x="602190" y="618878"/>
                          <a:pt x="602104" y="619592"/>
                          <a:pt x="602037" y="620316"/>
                        </a:cubicBezTo>
                        <a:cubicBezTo>
                          <a:pt x="601961" y="621087"/>
                          <a:pt x="601885" y="621859"/>
                          <a:pt x="601809" y="622640"/>
                        </a:cubicBezTo>
                        <a:cubicBezTo>
                          <a:pt x="601742" y="623345"/>
                          <a:pt x="601675" y="624059"/>
                          <a:pt x="601609" y="624773"/>
                        </a:cubicBezTo>
                        <a:cubicBezTo>
                          <a:pt x="601542" y="625564"/>
                          <a:pt x="601475" y="626345"/>
                          <a:pt x="601409" y="627136"/>
                        </a:cubicBezTo>
                        <a:cubicBezTo>
                          <a:pt x="601351" y="627840"/>
                          <a:pt x="601294" y="628545"/>
                          <a:pt x="601247" y="629241"/>
                        </a:cubicBezTo>
                        <a:cubicBezTo>
                          <a:pt x="601189" y="630050"/>
                          <a:pt x="601132" y="630860"/>
                          <a:pt x="601085" y="631669"/>
                        </a:cubicBezTo>
                        <a:cubicBezTo>
                          <a:pt x="601037" y="632355"/>
                          <a:pt x="600989" y="633041"/>
                          <a:pt x="600951" y="633727"/>
                        </a:cubicBezTo>
                        <a:cubicBezTo>
                          <a:pt x="600904" y="634565"/>
                          <a:pt x="600856" y="635413"/>
                          <a:pt x="600818" y="636251"/>
                        </a:cubicBezTo>
                        <a:cubicBezTo>
                          <a:pt x="600780" y="636908"/>
                          <a:pt x="600751" y="637575"/>
                          <a:pt x="600723" y="638232"/>
                        </a:cubicBezTo>
                        <a:cubicBezTo>
                          <a:pt x="600685" y="639118"/>
                          <a:pt x="600656" y="640004"/>
                          <a:pt x="600618" y="640890"/>
                        </a:cubicBezTo>
                        <a:cubicBezTo>
                          <a:pt x="600599" y="641509"/>
                          <a:pt x="600570" y="642137"/>
                          <a:pt x="600551" y="642757"/>
                        </a:cubicBezTo>
                        <a:cubicBezTo>
                          <a:pt x="600523" y="643747"/>
                          <a:pt x="600504" y="644738"/>
                          <a:pt x="600485" y="645728"/>
                        </a:cubicBezTo>
                        <a:cubicBezTo>
                          <a:pt x="600475" y="646252"/>
                          <a:pt x="600456" y="646776"/>
                          <a:pt x="600446" y="647291"/>
                        </a:cubicBezTo>
                        <a:cubicBezTo>
                          <a:pt x="600427" y="648757"/>
                          <a:pt x="600418" y="650234"/>
                          <a:pt x="600408" y="651701"/>
                        </a:cubicBezTo>
                        <a:cubicBezTo>
                          <a:pt x="600408" y="651748"/>
                          <a:pt x="600408" y="651796"/>
                          <a:pt x="600408" y="651844"/>
                        </a:cubicBezTo>
                        <a:lnTo>
                          <a:pt x="600408" y="763257"/>
                        </a:lnTo>
                        <a:cubicBezTo>
                          <a:pt x="590236" y="711441"/>
                          <a:pt x="585083" y="658711"/>
                          <a:pt x="585083" y="605781"/>
                        </a:cubicBezTo>
                        <a:lnTo>
                          <a:pt x="585083" y="456276"/>
                        </a:lnTo>
                        <a:cubicBezTo>
                          <a:pt x="585083" y="453685"/>
                          <a:pt x="584759" y="451171"/>
                          <a:pt x="584140" y="448770"/>
                        </a:cubicBezTo>
                        <a:cubicBezTo>
                          <a:pt x="583978" y="448132"/>
                          <a:pt x="583778" y="447494"/>
                          <a:pt x="583578" y="446875"/>
                        </a:cubicBezTo>
                        <a:cubicBezTo>
                          <a:pt x="582949" y="444970"/>
                          <a:pt x="582130" y="443141"/>
                          <a:pt x="581158" y="441427"/>
                        </a:cubicBezTo>
                        <a:cubicBezTo>
                          <a:pt x="580606" y="440465"/>
                          <a:pt x="580015" y="439541"/>
                          <a:pt x="579368" y="438645"/>
                        </a:cubicBezTo>
                        <a:cubicBezTo>
                          <a:pt x="578968" y="438093"/>
                          <a:pt x="578549" y="437550"/>
                          <a:pt x="578110" y="437026"/>
                        </a:cubicBezTo>
                        <a:cubicBezTo>
                          <a:pt x="572595" y="430435"/>
                          <a:pt x="564318" y="426244"/>
                          <a:pt x="555050" y="426244"/>
                        </a:cubicBezTo>
                        <a:cubicBezTo>
                          <a:pt x="554212" y="426244"/>
                          <a:pt x="553374" y="426292"/>
                          <a:pt x="552545" y="426358"/>
                        </a:cubicBezTo>
                        <a:cubicBezTo>
                          <a:pt x="552488" y="426368"/>
                          <a:pt x="552421" y="426368"/>
                          <a:pt x="552364" y="426368"/>
                        </a:cubicBezTo>
                        <a:cubicBezTo>
                          <a:pt x="537029" y="427720"/>
                          <a:pt x="524999" y="440598"/>
                          <a:pt x="524999" y="456286"/>
                        </a:cubicBezTo>
                        <a:lnTo>
                          <a:pt x="524999" y="605790"/>
                        </a:lnTo>
                        <a:cubicBezTo>
                          <a:pt x="524999" y="685467"/>
                          <a:pt x="513350" y="764705"/>
                          <a:pt x="490414" y="841010"/>
                        </a:cubicBezTo>
                        <a:lnTo>
                          <a:pt x="490414" y="841010"/>
                        </a:lnTo>
                        <a:cubicBezTo>
                          <a:pt x="466525" y="920506"/>
                          <a:pt x="451247" y="1002335"/>
                          <a:pt x="444846" y="1085088"/>
                        </a:cubicBezTo>
                        <a:cubicBezTo>
                          <a:pt x="443198" y="1106395"/>
                          <a:pt x="441798" y="1127732"/>
                          <a:pt x="440626" y="1149068"/>
                        </a:cubicBezTo>
                        <a:lnTo>
                          <a:pt x="440626" y="1149068"/>
                        </a:lnTo>
                        <a:cubicBezTo>
                          <a:pt x="440626" y="1149086"/>
                          <a:pt x="440626" y="1149106"/>
                          <a:pt x="440626" y="1149115"/>
                        </a:cubicBezTo>
                        <a:cubicBezTo>
                          <a:pt x="439922" y="1161926"/>
                          <a:pt x="439312" y="1174738"/>
                          <a:pt x="438779" y="1187549"/>
                        </a:cubicBezTo>
                        <a:cubicBezTo>
                          <a:pt x="438760" y="1187939"/>
                          <a:pt x="438750" y="1188339"/>
                          <a:pt x="438731" y="1188730"/>
                        </a:cubicBezTo>
                        <a:cubicBezTo>
                          <a:pt x="438217" y="1201274"/>
                          <a:pt x="437788" y="1213828"/>
                          <a:pt x="437436" y="1226372"/>
                        </a:cubicBezTo>
                        <a:cubicBezTo>
                          <a:pt x="437417" y="1227125"/>
                          <a:pt x="437398" y="1227877"/>
                          <a:pt x="437379" y="1228630"/>
                        </a:cubicBezTo>
                        <a:cubicBezTo>
                          <a:pt x="437236" y="1234097"/>
                          <a:pt x="437102" y="1239574"/>
                          <a:pt x="436988" y="1245041"/>
                        </a:cubicBezTo>
                        <a:cubicBezTo>
                          <a:pt x="436969" y="1245899"/>
                          <a:pt x="436950" y="1246756"/>
                          <a:pt x="436931" y="1247623"/>
                        </a:cubicBezTo>
                        <a:cubicBezTo>
                          <a:pt x="436807" y="1253633"/>
                          <a:pt x="436702" y="1259643"/>
                          <a:pt x="436616" y="1265653"/>
                        </a:cubicBezTo>
                        <a:cubicBezTo>
                          <a:pt x="436607" y="1266511"/>
                          <a:pt x="436597" y="1267359"/>
                          <a:pt x="436588" y="1268216"/>
                        </a:cubicBezTo>
                        <a:cubicBezTo>
                          <a:pt x="436521" y="1273254"/>
                          <a:pt x="436474" y="1278303"/>
                          <a:pt x="436436" y="1283341"/>
                        </a:cubicBezTo>
                        <a:cubicBezTo>
                          <a:pt x="436426" y="1284865"/>
                          <a:pt x="436417" y="1286389"/>
                          <a:pt x="436407" y="1287904"/>
                        </a:cubicBezTo>
                        <a:cubicBezTo>
                          <a:pt x="436369" y="1293743"/>
                          <a:pt x="436350" y="1299582"/>
                          <a:pt x="436350" y="1305421"/>
                        </a:cubicBezTo>
                        <a:lnTo>
                          <a:pt x="436350" y="1332853"/>
                        </a:lnTo>
                        <a:lnTo>
                          <a:pt x="391544" y="1332853"/>
                        </a:lnTo>
                        <a:lnTo>
                          <a:pt x="363007" y="1332853"/>
                        </a:lnTo>
                        <a:lnTo>
                          <a:pt x="363007" y="1332853"/>
                        </a:lnTo>
                        <a:lnTo>
                          <a:pt x="197644" y="1332853"/>
                        </a:lnTo>
                        <a:cubicBezTo>
                          <a:pt x="171079" y="1332853"/>
                          <a:pt x="147761" y="1346730"/>
                          <a:pt x="134531" y="1367638"/>
                        </a:cubicBezTo>
                        <a:cubicBezTo>
                          <a:pt x="122158" y="1387193"/>
                          <a:pt x="100422" y="1398832"/>
                          <a:pt x="77276" y="1398832"/>
                        </a:cubicBezTo>
                        <a:lnTo>
                          <a:pt x="71914" y="1398832"/>
                        </a:lnTo>
                        <a:lnTo>
                          <a:pt x="61436" y="1398832"/>
                        </a:lnTo>
                        <a:lnTo>
                          <a:pt x="61436" y="1401490"/>
                        </a:lnTo>
                        <a:cubicBezTo>
                          <a:pt x="61436" y="1384526"/>
                          <a:pt x="47682" y="1370771"/>
                          <a:pt x="30718" y="1370771"/>
                        </a:cubicBezTo>
                        <a:lnTo>
                          <a:pt x="30718" y="1370771"/>
                        </a:lnTo>
                        <a:cubicBezTo>
                          <a:pt x="13754" y="1370771"/>
                          <a:pt x="0" y="1384526"/>
                          <a:pt x="0" y="1401490"/>
                        </a:cubicBezTo>
                        <a:lnTo>
                          <a:pt x="0" y="1515313"/>
                        </a:lnTo>
                        <a:lnTo>
                          <a:pt x="0" y="1582760"/>
                        </a:lnTo>
                        <a:cubicBezTo>
                          <a:pt x="0" y="1599724"/>
                          <a:pt x="13754" y="1613478"/>
                          <a:pt x="30718" y="1613478"/>
                        </a:cubicBezTo>
                        <a:lnTo>
                          <a:pt x="30718" y="1613478"/>
                        </a:lnTo>
                        <a:cubicBezTo>
                          <a:pt x="47682" y="1613478"/>
                          <a:pt x="61436" y="1599724"/>
                          <a:pt x="61436" y="1582760"/>
                        </a:cubicBezTo>
                        <a:lnTo>
                          <a:pt x="61436" y="1585417"/>
                        </a:lnTo>
                        <a:lnTo>
                          <a:pt x="61436" y="1585417"/>
                        </a:lnTo>
                        <a:lnTo>
                          <a:pt x="71914" y="1585417"/>
                        </a:lnTo>
                        <a:lnTo>
                          <a:pt x="77276" y="1585417"/>
                        </a:lnTo>
                        <a:cubicBezTo>
                          <a:pt x="89259" y="1585417"/>
                          <a:pt x="100851" y="1588542"/>
                          <a:pt x="110976" y="1594266"/>
                        </a:cubicBezTo>
                        <a:cubicBezTo>
                          <a:pt x="111481" y="1594552"/>
                          <a:pt x="111985" y="1594847"/>
                          <a:pt x="112490" y="1595152"/>
                        </a:cubicBezTo>
                        <a:cubicBezTo>
                          <a:pt x="114500" y="1596361"/>
                          <a:pt x="116453" y="1597666"/>
                          <a:pt x="118339" y="1599086"/>
                        </a:cubicBezTo>
                        <a:cubicBezTo>
                          <a:pt x="124663" y="1603848"/>
                          <a:pt x="130178" y="1609744"/>
                          <a:pt x="134531" y="1616621"/>
                        </a:cubicBezTo>
                        <a:cubicBezTo>
                          <a:pt x="141332" y="1627375"/>
                          <a:pt x="150809" y="1636262"/>
                          <a:pt x="162020" y="1642358"/>
                        </a:cubicBezTo>
                        <a:cubicBezTo>
                          <a:pt x="163392" y="1643101"/>
                          <a:pt x="164783" y="1643806"/>
                          <a:pt x="166192" y="1644463"/>
                        </a:cubicBezTo>
                        <a:cubicBezTo>
                          <a:pt x="166973" y="1644825"/>
                          <a:pt x="167764" y="1645177"/>
                          <a:pt x="168564" y="1645520"/>
                        </a:cubicBezTo>
                        <a:cubicBezTo>
                          <a:pt x="169154" y="1645768"/>
                          <a:pt x="169745" y="1646006"/>
                          <a:pt x="170336" y="1646244"/>
                        </a:cubicBezTo>
                        <a:cubicBezTo>
                          <a:pt x="171126" y="1646558"/>
                          <a:pt x="171926" y="1646853"/>
                          <a:pt x="172736" y="1647139"/>
                        </a:cubicBezTo>
                        <a:cubicBezTo>
                          <a:pt x="180527" y="1649902"/>
                          <a:pt x="188909" y="1651407"/>
                          <a:pt x="197644" y="1651407"/>
                        </a:cubicBezTo>
                        <a:lnTo>
                          <a:pt x="197644" y="1651407"/>
                        </a:lnTo>
                        <a:lnTo>
                          <a:pt x="391525" y="1651407"/>
                        </a:lnTo>
                        <a:lnTo>
                          <a:pt x="499424" y="1651407"/>
                        </a:lnTo>
                        <a:lnTo>
                          <a:pt x="511874" y="1651407"/>
                        </a:lnTo>
                        <a:lnTo>
                          <a:pt x="552040" y="1651407"/>
                        </a:lnTo>
                        <a:lnTo>
                          <a:pt x="585216" y="1651407"/>
                        </a:lnTo>
                        <a:lnTo>
                          <a:pt x="625383" y="1651407"/>
                        </a:lnTo>
                        <a:lnTo>
                          <a:pt x="727443" y="1651407"/>
                        </a:lnTo>
                        <a:lnTo>
                          <a:pt x="837829" y="1651407"/>
                        </a:lnTo>
                        <a:lnTo>
                          <a:pt x="983199" y="1651407"/>
                        </a:lnTo>
                        <a:lnTo>
                          <a:pt x="983199" y="1651407"/>
                        </a:lnTo>
                        <a:lnTo>
                          <a:pt x="1160031" y="1651407"/>
                        </a:lnTo>
                        <a:lnTo>
                          <a:pt x="1310773" y="1651407"/>
                        </a:lnTo>
                        <a:cubicBezTo>
                          <a:pt x="1310783" y="1651407"/>
                          <a:pt x="1310783" y="1651407"/>
                          <a:pt x="1310792" y="1651407"/>
                        </a:cubicBezTo>
                        <a:lnTo>
                          <a:pt x="1310792" y="1651407"/>
                        </a:lnTo>
                        <a:cubicBezTo>
                          <a:pt x="1310792" y="1651407"/>
                          <a:pt x="1310792" y="1651407"/>
                          <a:pt x="1310792" y="1651407"/>
                        </a:cubicBezTo>
                        <a:cubicBezTo>
                          <a:pt x="1313164" y="1651407"/>
                          <a:pt x="1315517" y="1651340"/>
                          <a:pt x="1317860" y="1651206"/>
                        </a:cubicBezTo>
                        <a:cubicBezTo>
                          <a:pt x="1319203" y="1651340"/>
                          <a:pt x="1320565" y="1651407"/>
                          <a:pt x="1321946" y="1651407"/>
                        </a:cubicBezTo>
                        <a:lnTo>
                          <a:pt x="1483224" y="1651407"/>
                        </a:lnTo>
                        <a:cubicBezTo>
                          <a:pt x="1483224" y="1651407"/>
                          <a:pt x="1483224" y="1651407"/>
                          <a:pt x="1483224" y="1651407"/>
                        </a:cubicBezTo>
                        <a:lnTo>
                          <a:pt x="1555747" y="1651407"/>
                        </a:lnTo>
                        <a:cubicBezTo>
                          <a:pt x="1569644" y="1651407"/>
                          <a:pt x="1581969" y="1644720"/>
                          <a:pt x="1589704" y="1634385"/>
                        </a:cubicBezTo>
                        <a:cubicBezTo>
                          <a:pt x="1591332" y="1632214"/>
                          <a:pt x="1592751" y="1629870"/>
                          <a:pt x="1593942" y="1627403"/>
                        </a:cubicBezTo>
                        <a:cubicBezTo>
                          <a:pt x="1594456" y="1626346"/>
                          <a:pt x="1594914" y="1625251"/>
                          <a:pt x="1595333" y="1624146"/>
                        </a:cubicBezTo>
                        <a:cubicBezTo>
                          <a:pt x="1597123" y="1619450"/>
                          <a:pt x="1598114" y="1614364"/>
                          <a:pt x="1598114" y="1609030"/>
                        </a:cubicBezTo>
                        <a:lnTo>
                          <a:pt x="1598114" y="1609030"/>
                        </a:lnTo>
                        <a:lnTo>
                          <a:pt x="1598114" y="1463659"/>
                        </a:lnTo>
                        <a:lnTo>
                          <a:pt x="1598114" y="1125255"/>
                        </a:lnTo>
                        <a:lnTo>
                          <a:pt x="1598114" y="1017356"/>
                        </a:lnTo>
                        <a:lnTo>
                          <a:pt x="1598114" y="823474"/>
                        </a:lnTo>
                        <a:lnTo>
                          <a:pt x="1598114" y="823474"/>
                        </a:lnTo>
                        <a:cubicBezTo>
                          <a:pt x="1598114" y="814883"/>
                          <a:pt x="1596657" y="806625"/>
                          <a:pt x="1593980" y="798948"/>
                        </a:cubicBezTo>
                        <a:cubicBezTo>
                          <a:pt x="1593666" y="798033"/>
                          <a:pt x="1593323" y="797109"/>
                          <a:pt x="1592961" y="79619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22" name="Google Shape;2214;p65">
                  <a:extLst>
                    <a:ext uri="{FF2B5EF4-FFF2-40B4-BE49-F238E27FC236}">
                      <a16:creationId xmlns:a16="http://schemas.microsoft.com/office/drawing/2014/main" id="{4EA93B52-1F93-822D-D060-D86291D8A64A}"/>
                    </a:ext>
                  </a:extLst>
                </p:cNvPr>
                <p:cNvSpPr/>
                <p:nvPr/>
              </p:nvSpPr>
              <p:spPr>
                <a:xfrm>
                  <a:off x="6195613" y="2199052"/>
                  <a:ext cx="1168072" cy="607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072" h="607495" extrusionOk="0">
                      <a:moveTo>
                        <a:pt x="26164" y="115494"/>
                      </a:moveTo>
                      <a:cubicBezTo>
                        <a:pt x="351538" y="432563"/>
                        <a:pt x="1190300" y="800028"/>
                        <a:pt x="1167621" y="490513"/>
                      </a:cubicBezTo>
                      <a:cubicBezTo>
                        <a:pt x="1130007" y="-22885"/>
                        <a:pt x="-201464" y="-106333"/>
                        <a:pt x="26164" y="11549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3" name="Google Shape;2215;p65">
                  <a:extLst>
                    <a:ext uri="{FF2B5EF4-FFF2-40B4-BE49-F238E27FC236}">
                      <a16:creationId xmlns:a16="http://schemas.microsoft.com/office/drawing/2014/main" id="{E4F0496D-17E7-A3D2-8984-BD65970DA8E2}"/>
                    </a:ext>
                  </a:extLst>
                </p:cNvPr>
                <p:cNvSpPr/>
                <p:nvPr/>
              </p:nvSpPr>
              <p:spPr>
                <a:xfrm>
                  <a:off x="4629715" y="2199051"/>
                  <a:ext cx="3129634" cy="2729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9634" h="2729954" extrusionOk="0">
                      <a:moveTo>
                        <a:pt x="2814710" y="912680"/>
                      </a:moveTo>
                      <a:cubicBezTo>
                        <a:pt x="2439140" y="653324"/>
                        <a:pt x="1673606" y="491704"/>
                        <a:pt x="1264098" y="123924"/>
                      </a:cubicBezTo>
                      <a:cubicBezTo>
                        <a:pt x="854589" y="-243855"/>
                        <a:pt x="105334" y="251655"/>
                        <a:pt x="15751" y="1022199"/>
                      </a:cubicBezTo>
                      <a:cubicBezTo>
                        <a:pt x="-73831" y="1792752"/>
                        <a:pt x="223663" y="2498574"/>
                        <a:pt x="781723" y="2729955"/>
                      </a:cubicBezTo>
                      <a:lnTo>
                        <a:pt x="2732824" y="2729955"/>
                      </a:lnTo>
                      <a:cubicBezTo>
                        <a:pt x="3305934" y="2167256"/>
                        <a:pt x="3190281" y="1172046"/>
                        <a:pt x="2814710" y="91268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9" name="Google Shape;2216;p65">
                <a:extLst>
                  <a:ext uri="{FF2B5EF4-FFF2-40B4-BE49-F238E27FC236}">
                    <a16:creationId xmlns:a16="http://schemas.microsoft.com/office/drawing/2014/main" id="{D2C4470B-7A15-7371-0E2E-F5BD7B122E2A}"/>
                  </a:ext>
                </a:extLst>
              </p:cNvPr>
              <p:cNvGrpSpPr/>
              <p:nvPr/>
            </p:nvGrpSpPr>
            <p:grpSpPr>
              <a:xfrm>
                <a:off x="3424623" y="1612760"/>
                <a:ext cx="2445243" cy="1656899"/>
                <a:chOff x="4566164" y="2150346"/>
                <a:chExt cx="3260324" cy="2209198"/>
              </a:xfrm>
            </p:grpSpPr>
            <p:sp>
              <p:nvSpPr>
                <p:cNvPr id="713" name="Google Shape;2217;p65">
                  <a:extLst>
                    <a:ext uri="{FF2B5EF4-FFF2-40B4-BE49-F238E27FC236}">
                      <a16:creationId xmlns:a16="http://schemas.microsoft.com/office/drawing/2014/main" id="{E8A239C2-4165-2AA5-7817-98F106317BC2}"/>
                    </a:ext>
                  </a:extLst>
                </p:cNvPr>
                <p:cNvSpPr/>
                <p:nvPr/>
              </p:nvSpPr>
              <p:spPr>
                <a:xfrm>
                  <a:off x="7704047" y="3991920"/>
                  <a:ext cx="65618" cy="6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18" h="66365" extrusionOk="0">
                      <a:moveTo>
                        <a:pt x="36415" y="188"/>
                      </a:moveTo>
                      <a:cubicBezTo>
                        <a:pt x="18404" y="-1746"/>
                        <a:pt x="2183" y="11456"/>
                        <a:pt x="201" y="29668"/>
                      </a:cubicBezTo>
                      <a:cubicBezTo>
                        <a:pt x="-1789" y="47889"/>
                        <a:pt x="11203" y="64244"/>
                        <a:pt x="29214" y="66177"/>
                      </a:cubicBezTo>
                      <a:cubicBezTo>
                        <a:pt x="47226" y="68111"/>
                        <a:pt x="63428" y="54900"/>
                        <a:pt x="65419" y="36679"/>
                      </a:cubicBezTo>
                      <a:cubicBezTo>
                        <a:pt x="67400" y="18476"/>
                        <a:pt x="54418" y="2131"/>
                        <a:pt x="36415" y="18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2218;p65">
                  <a:extLst>
                    <a:ext uri="{FF2B5EF4-FFF2-40B4-BE49-F238E27FC236}">
                      <a16:creationId xmlns:a16="http://schemas.microsoft.com/office/drawing/2014/main" id="{5753D8D2-DDD5-EDC7-E249-31856094F3CD}"/>
                    </a:ext>
                  </a:extLst>
                </p:cNvPr>
                <p:cNvSpPr/>
                <p:nvPr/>
              </p:nvSpPr>
              <p:spPr>
                <a:xfrm>
                  <a:off x="7647217" y="3934451"/>
                  <a:ext cx="179271" cy="181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271" h="181321" extrusionOk="0">
                      <a:moveTo>
                        <a:pt x="178723" y="100233"/>
                      </a:moveTo>
                      <a:cubicBezTo>
                        <a:pt x="173284" y="150030"/>
                        <a:pt x="129002" y="186101"/>
                        <a:pt x="79805" y="180805"/>
                      </a:cubicBezTo>
                      <a:cubicBezTo>
                        <a:pt x="71624" y="179929"/>
                        <a:pt x="63823" y="177948"/>
                        <a:pt x="56526" y="175062"/>
                      </a:cubicBezTo>
                      <a:cubicBezTo>
                        <a:pt x="49135" y="172118"/>
                        <a:pt x="42248" y="168232"/>
                        <a:pt x="36038" y="163536"/>
                      </a:cubicBezTo>
                      <a:cubicBezTo>
                        <a:pt x="11435" y="145049"/>
                        <a:pt x="-3062" y="114207"/>
                        <a:pt x="548" y="81069"/>
                      </a:cubicBezTo>
                      <a:cubicBezTo>
                        <a:pt x="5977" y="31282"/>
                        <a:pt x="50278" y="-4780"/>
                        <a:pt x="99484" y="516"/>
                      </a:cubicBezTo>
                      <a:cubicBezTo>
                        <a:pt x="148690" y="5812"/>
                        <a:pt x="184152" y="50446"/>
                        <a:pt x="178723" y="100233"/>
                      </a:cubicBezTo>
                      <a:close/>
                      <a:moveTo>
                        <a:pt x="86044" y="123646"/>
                      </a:moveTo>
                      <a:cubicBezTo>
                        <a:pt x="104056" y="125579"/>
                        <a:pt x="120258" y="112368"/>
                        <a:pt x="122249" y="94147"/>
                      </a:cubicBezTo>
                      <a:cubicBezTo>
                        <a:pt x="124240" y="75945"/>
                        <a:pt x="111257" y="59590"/>
                        <a:pt x="93245" y="57657"/>
                      </a:cubicBezTo>
                      <a:cubicBezTo>
                        <a:pt x="75234" y="55723"/>
                        <a:pt x="59012" y="68925"/>
                        <a:pt x="57031" y="87136"/>
                      </a:cubicBezTo>
                      <a:cubicBezTo>
                        <a:pt x="55040" y="105358"/>
                        <a:pt x="68033" y="121712"/>
                        <a:pt x="86044" y="12364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5" name="Google Shape;2219;p65">
                  <a:extLst>
                    <a:ext uri="{FF2B5EF4-FFF2-40B4-BE49-F238E27FC236}">
                      <a16:creationId xmlns:a16="http://schemas.microsoft.com/office/drawing/2014/main" id="{C6E50AAF-429B-1BEC-B308-25532DABCC2F}"/>
                    </a:ext>
                  </a:extLst>
                </p:cNvPr>
                <p:cNvSpPr/>
                <p:nvPr/>
              </p:nvSpPr>
              <p:spPr>
                <a:xfrm>
                  <a:off x="5502853" y="2150346"/>
                  <a:ext cx="75591" cy="69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91" h="69207" extrusionOk="0">
                      <a:moveTo>
                        <a:pt x="406" y="34136"/>
                      </a:moveTo>
                      <a:cubicBezTo>
                        <a:pt x="-928" y="38136"/>
                        <a:pt x="1129" y="42470"/>
                        <a:pt x="5073" y="43870"/>
                      </a:cubicBezTo>
                      <a:lnTo>
                        <a:pt x="13178" y="46785"/>
                      </a:lnTo>
                      <a:cubicBezTo>
                        <a:pt x="15484" y="47604"/>
                        <a:pt x="16674" y="50157"/>
                        <a:pt x="15865" y="52491"/>
                      </a:cubicBezTo>
                      <a:lnTo>
                        <a:pt x="15017" y="54881"/>
                      </a:lnTo>
                      <a:cubicBezTo>
                        <a:pt x="13921" y="57996"/>
                        <a:pt x="15512" y="61425"/>
                        <a:pt x="18598" y="62520"/>
                      </a:cubicBezTo>
                      <a:lnTo>
                        <a:pt x="32000" y="67321"/>
                      </a:lnTo>
                      <a:cubicBezTo>
                        <a:pt x="48955" y="73379"/>
                        <a:pt x="67604" y="64368"/>
                        <a:pt x="73681" y="47204"/>
                      </a:cubicBezTo>
                      <a:cubicBezTo>
                        <a:pt x="79739" y="30031"/>
                        <a:pt x="70910" y="11200"/>
                        <a:pt x="53955" y="5142"/>
                      </a:cubicBezTo>
                      <a:lnTo>
                        <a:pt x="40563" y="341"/>
                      </a:lnTo>
                      <a:cubicBezTo>
                        <a:pt x="37486" y="-754"/>
                        <a:pt x="34096" y="875"/>
                        <a:pt x="32991" y="3989"/>
                      </a:cubicBezTo>
                      <a:lnTo>
                        <a:pt x="32143" y="6380"/>
                      </a:lnTo>
                      <a:cubicBezTo>
                        <a:pt x="31324" y="8714"/>
                        <a:pt x="28800" y="9933"/>
                        <a:pt x="26495" y="9114"/>
                      </a:cubicBezTo>
                      <a:lnTo>
                        <a:pt x="18389" y="6199"/>
                      </a:lnTo>
                      <a:cubicBezTo>
                        <a:pt x="14407" y="4770"/>
                        <a:pt x="10026" y="6894"/>
                        <a:pt x="8616" y="10914"/>
                      </a:cubicBezTo>
                      <a:lnTo>
                        <a:pt x="8549" y="11095"/>
                      </a:lnTo>
                      <a:lnTo>
                        <a:pt x="453" y="33993"/>
                      </a:lnTo>
                      <a:cubicBezTo>
                        <a:pt x="425" y="34050"/>
                        <a:pt x="425" y="34098"/>
                        <a:pt x="406" y="3413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6" name="Google Shape;2220;p65">
                  <a:extLst>
                    <a:ext uri="{FF2B5EF4-FFF2-40B4-BE49-F238E27FC236}">
                      <a16:creationId xmlns:a16="http://schemas.microsoft.com/office/drawing/2014/main" id="{2D6C9EE7-727E-7A0B-2A33-00CD75B75612}"/>
                    </a:ext>
                  </a:extLst>
                </p:cNvPr>
                <p:cNvSpPr/>
                <p:nvPr/>
              </p:nvSpPr>
              <p:spPr>
                <a:xfrm>
                  <a:off x="5734454" y="2232748"/>
                  <a:ext cx="75581" cy="69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81" h="69212" extrusionOk="0">
                      <a:moveTo>
                        <a:pt x="1920" y="22000"/>
                      </a:moveTo>
                      <a:cubicBezTo>
                        <a:pt x="-4157" y="39174"/>
                        <a:pt x="4673" y="58005"/>
                        <a:pt x="21627" y="64072"/>
                      </a:cubicBezTo>
                      <a:lnTo>
                        <a:pt x="35019" y="68873"/>
                      </a:lnTo>
                      <a:cubicBezTo>
                        <a:pt x="38115" y="69968"/>
                        <a:pt x="41487" y="68330"/>
                        <a:pt x="42601" y="65206"/>
                      </a:cubicBezTo>
                      <a:lnTo>
                        <a:pt x="43439" y="62815"/>
                      </a:lnTo>
                      <a:cubicBezTo>
                        <a:pt x="44268" y="60500"/>
                        <a:pt x="46802" y="59262"/>
                        <a:pt x="49088" y="60091"/>
                      </a:cubicBezTo>
                      <a:lnTo>
                        <a:pt x="57212" y="62986"/>
                      </a:lnTo>
                      <a:cubicBezTo>
                        <a:pt x="61137" y="64386"/>
                        <a:pt x="65471" y="62358"/>
                        <a:pt x="66928" y="58405"/>
                      </a:cubicBezTo>
                      <a:cubicBezTo>
                        <a:pt x="66966" y="58367"/>
                        <a:pt x="66966" y="58319"/>
                        <a:pt x="66985" y="58271"/>
                      </a:cubicBezTo>
                      <a:lnTo>
                        <a:pt x="75072" y="35383"/>
                      </a:lnTo>
                      <a:lnTo>
                        <a:pt x="75139" y="35192"/>
                      </a:lnTo>
                      <a:cubicBezTo>
                        <a:pt x="76548" y="31173"/>
                        <a:pt x="74481" y="26744"/>
                        <a:pt x="70519" y="25324"/>
                      </a:cubicBezTo>
                      <a:lnTo>
                        <a:pt x="62394" y="22429"/>
                      </a:lnTo>
                      <a:cubicBezTo>
                        <a:pt x="60108" y="21600"/>
                        <a:pt x="58898" y="19047"/>
                        <a:pt x="59727" y="16714"/>
                      </a:cubicBezTo>
                      <a:lnTo>
                        <a:pt x="60565" y="14333"/>
                      </a:lnTo>
                      <a:cubicBezTo>
                        <a:pt x="61661" y="11199"/>
                        <a:pt x="60070" y="7789"/>
                        <a:pt x="56993" y="6674"/>
                      </a:cubicBezTo>
                      <a:lnTo>
                        <a:pt x="43582" y="1893"/>
                      </a:lnTo>
                      <a:cubicBezTo>
                        <a:pt x="26637" y="-4175"/>
                        <a:pt x="7978" y="4827"/>
                        <a:pt x="1920" y="2200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7" name="Google Shape;2221;p65">
                  <a:extLst>
                    <a:ext uri="{FF2B5EF4-FFF2-40B4-BE49-F238E27FC236}">
                      <a16:creationId xmlns:a16="http://schemas.microsoft.com/office/drawing/2014/main" id="{51BAD1B3-EAAD-5AA5-5F6D-86239D55E86A}"/>
                    </a:ext>
                  </a:extLst>
                </p:cNvPr>
                <p:cNvSpPr/>
                <p:nvPr/>
              </p:nvSpPr>
              <p:spPr>
                <a:xfrm>
                  <a:off x="5201326" y="2156361"/>
                  <a:ext cx="310076" cy="413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076" h="413863" extrusionOk="0">
                      <a:moveTo>
                        <a:pt x="0" y="405758"/>
                      </a:moveTo>
                      <a:cubicBezTo>
                        <a:pt x="4048" y="405444"/>
                        <a:pt x="8239" y="405958"/>
                        <a:pt x="12325" y="407425"/>
                      </a:cubicBezTo>
                      <a:cubicBezTo>
                        <a:pt x="16354" y="408854"/>
                        <a:pt x="19888" y="411073"/>
                        <a:pt x="22812" y="413864"/>
                      </a:cubicBezTo>
                      <a:cubicBezTo>
                        <a:pt x="51968" y="333778"/>
                        <a:pt x="126892" y="142021"/>
                        <a:pt x="204721" y="56115"/>
                      </a:cubicBezTo>
                      <a:cubicBezTo>
                        <a:pt x="229553" y="28692"/>
                        <a:pt x="267167" y="18043"/>
                        <a:pt x="301933" y="28140"/>
                      </a:cubicBezTo>
                      <a:cubicBezTo>
                        <a:pt x="301952" y="28092"/>
                        <a:pt x="301962" y="28054"/>
                        <a:pt x="301981" y="28006"/>
                      </a:cubicBezTo>
                      <a:lnTo>
                        <a:pt x="310077" y="5108"/>
                      </a:lnTo>
                      <a:cubicBezTo>
                        <a:pt x="266148" y="-8236"/>
                        <a:pt x="218389" y="5003"/>
                        <a:pt x="186985" y="39693"/>
                      </a:cubicBezTo>
                      <a:cubicBezTo>
                        <a:pt x="105185" y="129952"/>
                        <a:pt x="29442" y="324377"/>
                        <a:pt x="0" y="40575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8" name="Google Shape;2222;p65">
                  <a:extLst>
                    <a:ext uri="{FF2B5EF4-FFF2-40B4-BE49-F238E27FC236}">
                      <a16:creationId xmlns:a16="http://schemas.microsoft.com/office/drawing/2014/main" id="{E7B58C5D-22C8-5068-5227-1FD7A003A955}"/>
                    </a:ext>
                  </a:extLst>
                </p:cNvPr>
                <p:cNvSpPr/>
                <p:nvPr/>
              </p:nvSpPr>
              <p:spPr>
                <a:xfrm>
                  <a:off x="5775912" y="2268131"/>
                  <a:ext cx="107921" cy="507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921" h="507692" extrusionOk="0">
                      <a:moveTo>
                        <a:pt x="25537" y="22889"/>
                      </a:moveTo>
                      <a:cubicBezTo>
                        <a:pt x="25517" y="22936"/>
                        <a:pt x="25508" y="22974"/>
                        <a:pt x="25479" y="23022"/>
                      </a:cubicBezTo>
                      <a:cubicBezTo>
                        <a:pt x="58769" y="37281"/>
                        <a:pt x="81258" y="69437"/>
                        <a:pt x="83334" y="106480"/>
                      </a:cubicBezTo>
                      <a:cubicBezTo>
                        <a:pt x="89811" y="222533"/>
                        <a:pt x="27632" y="418833"/>
                        <a:pt x="0" y="499482"/>
                      </a:cubicBezTo>
                      <a:cubicBezTo>
                        <a:pt x="4000" y="499196"/>
                        <a:pt x="8144" y="499710"/>
                        <a:pt x="12173" y="501158"/>
                      </a:cubicBezTo>
                      <a:cubicBezTo>
                        <a:pt x="16240" y="502606"/>
                        <a:pt x="19821" y="504863"/>
                        <a:pt x="22765" y="507692"/>
                      </a:cubicBezTo>
                      <a:cubicBezTo>
                        <a:pt x="50987" y="425882"/>
                        <a:pt x="114214" y="226962"/>
                        <a:pt x="107413" y="105004"/>
                      </a:cubicBezTo>
                      <a:cubicBezTo>
                        <a:pt x="104784" y="58141"/>
                        <a:pt x="76067" y="17536"/>
                        <a:pt x="33633" y="0"/>
                      </a:cubicBezTo>
                      <a:lnTo>
                        <a:pt x="25537" y="2288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9" name="Google Shape;2223;p65">
                  <a:extLst>
                    <a:ext uri="{FF2B5EF4-FFF2-40B4-BE49-F238E27FC236}">
                      <a16:creationId xmlns:a16="http://schemas.microsoft.com/office/drawing/2014/main" id="{E029EB1A-FBD0-5C87-E38C-63ADD4D75A10}"/>
                    </a:ext>
                  </a:extLst>
                </p:cNvPr>
                <p:cNvSpPr/>
                <p:nvPr/>
              </p:nvSpPr>
              <p:spPr>
                <a:xfrm>
                  <a:off x="4566164" y="3216735"/>
                  <a:ext cx="3137588" cy="1142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7588" h="1142809" extrusionOk="0">
                      <a:moveTo>
                        <a:pt x="8750" y="468811"/>
                      </a:moveTo>
                      <a:cubicBezTo>
                        <a:pt x="-17072" y="557232"/>
                        <a:pt x="14703" y="649424"/>
                        <a:pt x="98190" y="728386"/>
                      </a:cubicBezTo>
                      <a:cubicBezTo>
                        <a:pt x="98475" y="728663"/>
                        <a:pt x="98799" y="728929"/>
                        <a:pt x="99123" y="729177"/>
                      </a:cubicBezTo>
                      <a:cubicBezTo>
                        <a:pt x="148348" y="767029"/>
                        <a:pt x="201403" y="791880"/>
                        <a:pt x="261277" y="805129"/>
                      </a:cubicBezTo>
                      <a:cubicBezTo>
                        <a:pt x="314560" y="816902"/>
                        <a:pt x="372110" y="819169"/>
                        <a:pt x="437213" y="812025"/>
                      </a:cubicBezTo>
                      <a:cubicBezTo>
                        <a:pt x="557352" y="798843"/>
                        <a:pt x="681958" y="756237"/>
                        <a:pt x="813889" y="711127"/>
                      </a:cubicBezTo>
                      <a:cubicBezTo>
                        <a:pt x="1045794" y="631850"/>
                        <a:pt x="1285595" y="549869"/>
                        <a:pt x="1505832" y="634717"/>
                      </a:cubicBezTo>
                      <a:cubicBezTo>
                        <a:pt x="1506061" y="634803"/>
                        <a:pt x="1506299" y="634879"/>
                        <a:pt x="1506518" y="634956"/>
                      </a:cubicBezTo>
                      <a:cubicBezTo>
                        <a:pt x="1617618" y="670112"/>
                        <a:pt x="1729717" y="761972"/>
                        <a:pt x="1838112" y="850811"/>
                      </a:cubicBezTo>
                      <a:cubicBezTo>
                        <a:pt x="1916474" y="915019"/>
                        <a:pt x="1990474" y="975665"/>
                        <a:pt x="2064093" y="1016365"/>
                      </a:cubicBezTo>
                      <a:cubicBezTo>
                        <a:pt x="2147322" y="1062371"/>
                        <a:pt x="2245220" y="1097947"/>
                        <a:pt x="2347214" y="1119226"/>
                      </a:cubicBezTo>
                      <a:cubicBezTo>
                        <a:pt x="2383228" y="1126731"/>
                        <a:pt x="2419794" y="1132475"/>
                        <a:pt x="2456399" y="1136418"/>
                      </a:cubicBezTo>
                      <a:cubicBezTo>
                        <a:pt x="2522817" y="1143562"/>
                        <a:pt x="2589301" y="1144762"/>
                        <a:pt x="2652852" y="1139790"/>
                      </a:cubicBezTo>
                      <a:cubicBezTo>
                        <a:pt x="2757360" y="1131627"/>
                        <a:pt x="2851391" y="1107805"/>
                        <a:pt x="2932373" y="1068972"/>
                      </a:cubicBezTo>
                      <a:cubicBezTo>
                        <a:pt x="3020212" y="1026843"/>
                        <a:pt x="3088735" y="968693"/>
                        <a:pt x="3136055" y="896141"/>
                      </a:cubicBezTo>
                      <a:cubicBezTo>
                        <a:pt x="3136750" y="895083"/>
                        <a:pt x="3137246" y="893940"/>
                        <a:pt x="3137589" y="892778"/>
                      </a:cubicBezTo>
                      <a:cubicBezTo>
                        <a:pt x="3130197" y="889835"/>
                        <a:pt x="3123311" y="885949"/>
                        <a:pt x="3117100" y="881253"/>
                      </a:cubicBezTo>
                      <a:cubicBezTo>
                        <a:pt x="3116691" y="881710"/>
                        <a:pt x="3116301" y="882225"/>
                        <a:pt x="3115938" y="882768"/>
                      </a:cubicBezTo>
                      <a:cubicBezTo>
                        <a:pt x="3028937" y="1016213"/>
                        <a:pt x="2863859" y="1098861"/>
                        <a:pt x="2651109" y="1115482"/>
                      </a:cubicBezTo>
                      <a:cubicBezTo>
                        <a:pt x="2455056" y="1130808"/>
                        <a:pt x="2239962" y="1085755"/>
                        <a:pt x="2075761" y="994972"/>
                      </a:cubicBezTo>
                      <a:cubicBezTo>
                        <a:pt x="2004047" y="955329"/>
                        <a:pt x="1930857" y="895350"/>
                        <a:pt x="1853362" y="831847"/>
                      </a:cubicBezTo>
                      <a:cubicBezTo>
                        <a:pt x="1743319" y="741664"/>
                        <a:pt x="1629524" y="648415"/>
                        <a:pt x="1514176" y="611791"/>
                      </a:cubicBezTo>
                      <a:cubicBezTo>
                        <a:pt x="1285948" y="524037"/>
                        <a:pt x="1042098" y="607419"/>
                        <a:pt x="806259" y="688048"/>
                      </a:cubicBezTo>
                      <a:cubicBezTo>
                        <a:pt x="556780" y="773325"/>
                        <a:pt x="320760" y="854031"/>
                        <a:pt x="129927" y="721538"/>
                      </a:cubicBezTo>
                      <a:cubicBezTo>
                        <a:pt x="119688" y="714423"/>
                        <a:pt x="110105" y="706384"/>
                        <a:pt x="101447" y="697382"/>
                      </a:cubicBezTo>
                      <a:cubicBezTo>
                        <a:pt x="34867" y="628164"/>
                        <a:pt x="10169" y="550002"/>
                        <a:pt x="31886" y="475640"/>
                      </a:cubicBezTo>
                      <a:cubicBezTo>
                        <a:pt x="59452" y="381229"/>
                        <a:pt x="157159" y="307505"/>
                        <a:pt x="286890" y="283207"/>
                      </a:cubicBezTo>
                      <a:cubicBezTo>
                        <a:pt x="298196" y="281092"/>
                        <a:pt x="309445" y="279054"/>
                        <a:pt x="321351" y="276901"/>
                      </a:cubicBezTo>
                      <a:cubicBezTo>
                        <a:pt x="403847" y="261957"/>
                        <a:pt x="497335" y="245021"/>
                        <a:pt x="576773" y="204359"/>
                      </a:cubicBezTo>
                      <a:cubicBezTo>
                        <a:pt x="661898" y="160782"/>
                        <a:pt x="719363" y="96136"/>
                        <a:pt x="751872" y="7163"/>
                      </a:cubicBezTo>
                      <a:cubicBezTo>
                        <a:pt x="749690" y="7420"/>
                        <a:pt x="747480" y="7439"/>
                        <a:pt x="745242" y="7201"/>
                      </a:cubicBezTo>
                      <a:cubicBezTo>
                        <a:pt x="742946" y="6953"/>
                        <a:pt x="740642" y="6429"/>
                        <a:pt x="738384" y="5620"/>
                      </a:cubicBezTo>
                      <a:cubicBezTo>
                        <a:pt x="734765" y="4324"/>
                        <a:pt x="731536" y="2400"/>
                        <a:pt x="728792" y="0"/>
                      </a:cubicBezTo>
                      <a:cubicBezTo>
                        <a:pt x="658107" y="191129"/>
                        <a:pt x="477361" y="223876"/>
                        <a:pt x="317189" y="252889"/>
                      </a:cubicBezTo>
                      <a:cubicBezTo>
                        <a:pt x="305778" y="254956"/>
                        <a:pt x="293967" y="257089"/>
                        <a:pt x="282594" y="259232"/>
                      </a:cubicBezTo>
                      <a:cubicBezTo>
                        <a:pt x="143814" y="285198"/>
                        <a:pt x="38897" y="365503"/>
                        <a:pt x="8750" y="46881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0" name="Google Shape;2224;p65">
                  <a:extLst>
                    <a:ext uri="{FF2B5EF4-FFF2-40B4-BE49-F238E27FC236}">
                      <a16:creationId xmlns:a16="http://schemas.microsoft.com/office/drawing/2014/main" id="{CE8AE6CC-5312-D850-2333-C2CBB1655500}"/>
                    </a:ext>
                  </a:extLst>
                </p:cNvPr>
                <p:cNvSpPr/>
                <p:nvPr/>
              </p:nvSpPr>
              <p:spPr>
                <a:xfrm>
                  <a:off x="5137056" y="2562003"/>
                  <a:ext cx="671037" cy="66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037" h="662100" extrusionOk="0">
                      <a:moveTo>
                        <a:pt x="19779" y="72155"/>
                      </a:moveTo>
                      <a:cubicBezTo>
                        <a:pt x="-10396" y="157546"/>
                        <a:pt x="-5920" y="249558"/>
                        <a:pt x="32352" y="331263"/>
                      </a:cubicBezTo>
                      <a:cubicBezTo>
                        <a:pt x="66309" y="403720"/>
                        <a:pt x="123259" y="460384"/>
                        <a:pt x="194506" y="493303"/>
                      </a:cubicBezTo>
                      <a:lnTo>
                        <a:pt x="149233" y="621443"/>
                      </a:lnTo>
                      <a:cubicBezTo>
                        <a:pt x="144918" y="633644"/>
                        <a:pt x="148738" y="646769"/>
                        <a:pt x="157882" y="654732"/>
                      </a:cubicBezTo>
                      <a:cubicBezTo>
                        <a:pt x="160625" y="657133"/>
                        <a:pt x="163854" y="659057"/>
                        <a:pt x="167474" y="660352"/>
                      </a:cubicBezTo>
                      <a:cubicBezTo>
                        <a:pt x="169731" y="661162"/>
                        <a:pt x="172046" y="661686"/>
                        <a:pt x="174332" y="661933"/>
                      </a:cubicBezTo>
                      <a:cubicBezTo>
                        <a:pt x="176561" y="662171"/>
                        <a:pt x="178780" y="662152"/>
                        <a:pt x="180961" y="661895"/>
                      </a:cubicBezTo>
                      <a:cubicBezTo>
                        <a:pt x="192048" y="660590"/>
                        <a:pt x="202002" y="653104"/>
                        <a:pt x="206002" y="641750"/>
                      </a:cubicBezTo>
                      <a:lnTo>
                        <a:pt x="251275" y="513610"/>
                      </a:lnTo>
                      <a:cubicBezTo>
                        <a:pt x="267124" y="517725"/>
                        <a:pt x="283126" y="520639"/>
                        <a:pt x="299185" y="522363"/>
                      </a:cubicBezTo>
                      <a:cubicBezTo>
                        <a:pt x="360117" y="528917"/>
                        <a:pt x="421867" y="518334"/>
                        <a:pt x="478684" y="490931"/>
                      </a:cubicBezTo>
                      <a:cubicBezTo>
                        <a:pt x="559627" y="451878"/>
                        <a:pt x="620807" y="383346"/>
                        <a:pt x="650972" y="297964"/>
                      </a:cubicBezTo>
                      <a:lnTo>
                        <a:pt x="669270" y="246177"/>
                      </a:lnTo>
                      <a:cubicBezTo>
                        <a:pt x="673413" y="234432"/>
                        <a:pt x="670032" y="221840"/>
                        <a:pt x="661631" y="213820"/>
                      </a:cubicBezTo>
                      <a:cubicBezTo>
                        <a:pt x="658678" y="210991"/>
                        <a:pt x="655106" y="208734"/>
                        <a:pt x="651039" y="207286"/>
                      </a:cubicBezTo>
                      <a:cubicBezTo>
                        <a:pt x="647010" y="205838"/>
                        <a:pt x="642876" y="205314"/>
                        <a:pt x="638866" y="205610"/>
                      </a:cubicBezTo>
                      <a:cubicBezTo>
                        <a:pt x="627264" y="206467"/>
                        <a:pt x="616673" y="214096"/>
                        <a:pt x="612510" y="225869"/>
                      </a:cubicBezTo>
                      <a:lnTo>
                        <a:pt x="594213" y="277657"/>
                      </a:lnTo>
                      <a:cubicBezTo>
                        <a:pt x="569476" y="347675"/>
                        <a:pt x="519289" y="403892"/>
                        <a:pt x="452909" y="435905"/>
                      </a:cubicBezTo>
                      <a:cubicBezTo>
                        <a:pt x="386539" y="467938"/>
                        <a:pt x="311892" y="471948"/>
                        <a:pt x="242759" y="447211"/>
                      </a:cubicBezTo>
                      <a:cubicBezTo>
                        <a:pt x="100046" y="396157"/>
                        <a:pt x="25484" y="236994"/>
                        <a:pt x="76548" y="92443"/>
                      </a:cubicBezTo>
                      <a:lnTo>
                        <a:pt x="94846" y="40656"/>
                      </a:lnTo>
                      <a:cubicBezTo>
                        <a:pt x="99008" y="28864"/>
                        <a:pt x="95569" y="16205"/>
                        <a:pt x="87092" y="8194"/>
                      </a:cubicBezTo>
                      <a:cubicBezTo>
                        <a:pt x="84168" y="5413"/>
                        <a:pt x="80634" y="3194"/>
                        <a:pt x="76605" y="1755"/>
                      </a:cubicBezTo>
                      <a:cubicBezTo>
                        <a:pt x="72519" y="289"/>
                        <a:pt x="68337" y="-226"/>
                        <a:pt x="64280" y="89"/>
                      </a:cubicBezTo>
                      <a:cubicBezTo>
                        <a:pt x="52735" y="984"/>
                        <a:pt x="42220" y="8594"/>
                        <a:pt x="38057" y="20339"/>
                      </a:cubicBezTo>
                      <a:lnTo>
                        <a:pt x="19779" y="7215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0" name="Google Shape;2225;p65">
                <a:extLst>
                  <a:ext uri="{FF2B5EF4-FFF2-40B4-BE49-F238E27FC236}">
                    <a16:creationId xmlns:a16="http://schemas.microsoft.com/office/drawing/2014/main" id="{B00E138D-A34F-71E1-6C0F-316142117A66}"/>
                  </a:ext>
                </a:extLst>
              </p:cNvPr>
              <p:cNvGrpSpPr/>
              <p:nvPr/>
            </p:nvGrpSpPr>
            <p:grpSpPr>
              <a:xfrm>
                <a:off x="3834172" y="2522429"/>
                <a:ext cx="1010547" cy="1177276"/>
                <a:chOff x="5112229" y="3363239"/>
                <a:chExt cx="1347396" cy="1569701"/>
              </a:xfrm>
            </p:grpSpPr>
            <p:grpSp>
              <p:nvGrpSpPr>
                <p:cNvPr id="709" name="Google Shape;2226;p65">
                  <a:extLst>
                    <a:ext uri="{FF2B5EF4-FFF2-40B4-BE49-F238E27FC236}">
                      <a16:creationId xmlns:a16="http://schemas.microsoft.com/office/drawing/2014/main" id="{4D020C79-B713-EE0F-A6CF-8E09C41C2C26}"/>
                    </a:ext>
                  </a:extLst>
                </p:cNvPr>
                <p:cNvGrpSpPr/>
                <p:nvPr/>
              </p:nvGrpSpPr>
              <p:grpSpPr>
                <a:xfrm>
                  <a:off x="5112229" y="3363239"/>
                  <a:ext cx="1347396" cy="1569701"/>
                  <a:chOff x="5112229" y="3363239"/>
                  <a:chExt cx="1347396" cy="1569701"/>
                </a:xfrm>
              </p:grpSpPr>
              <p:sp>
                <p:nvSpPr>
                  <p:cNvPr id="711" name="Google Shape;2227;p65">
                    <a:extLst>
                      <a:ext uri="{FF2B5EF4-FFF2-40B4-BE49-F238E27FC236}">
                        <a16:creationId xmlns:a16="http://schemas.microsoft.com/office/drawing/2014/main" id="{DEA38293-C865-E00B-C91A-EFCDD06DF701}"/>
                      </a:ext>
                    </a:extLst>
                  </p:cNvPr>
                  <p:cNvSpPr/>
                  <p:nvPr/>
                </p:nvSpPr>
                <p:spPr>
                  <a:xfrm>
                    <a:off x="5112229" y="3363239"/>
                    <a:ext cx="1347396" cy="15697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7396" h="1569701" extrusionOk="0">
                        <a:moveTo>
                          <a:pt x="673694" y="1569701"/>
                        </a:moveTo>
                        <a:cubicBezTo>
                          <a:pt x="30118" y="1569701"/>
                          <a:pt x="0" y="314773"/>
                          <a:pt x="0" y="314773"/>
                        </a:cubicBezTo>
                        <a:cubicBezTo>
                          <a:pt x="228886" y="256356"/>
                          <a:pt x="344948" y="30318"/>
                          <a:pt x="344948" y="30318"/>
                        </a:cubicBezTo>
                        <a:cubicBezTo>
                          <a:pt x="344948" y="30318"/>
                          <a:pt x="475507" y="0"/>
                          <a:pt x="673703" y="0"/>
                        </a:cubicBezTo>
                        <a:cubicBezTo>
                          <a:pt x="871900" y="0"/>
                          <a:pt x="1002449" y="30318"/>
                          <a:pt x="1002449" y="30318"/>
                        </a:cubicBezTo>
                        <a:cubicBezTo>
                          <a:pt x="1002449" y="30318"/>
                          <a:pt x="1118511" y="256356"/>
                          <a:pt x="1347397" y="314773"/>
                        </a:cubicBezTo>
                        <a:cubicBezTo>
                          <a:pt x="1347387" y="314763"/>
                          <a:pt x="1317270" y="1569701"/>
                          <a:pt x="673694" y="156970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2" name="Google Shape;2228;p65">
                    <a:extLst>
                      <a:ext uri="{FF2B5EF4-FFF2-40B4-BE49-F238E27FC236}">
                        <a16:creationId xmlns:a16="http://schemas.microsoft.com/office/drawing/2014/main" id="{F8676F02-D15B-5E3D-DF88-26C7C28A8C28}"/>
                      </a:ext>
                    </a:extLst>
                  </p:cNvPr>
                  <p:cNvSpPr/>
                  <p:nvPr/>
                </p:nvSpPr>
                <p:spPr>
                  <a:xfrm>
                    <a:off x="5202088" y="3449869"/>
                    <a:ext cx="1167688" cy="13964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7688" h="1396431" extrusionOk="0">
                        <a:moveTo>
                          <a:pt x="583835" y="1396432"/>
                        </a:moveTo>
                        <a:cubicBezTo>
                          <a:pt x="521989" y="1396432"/>
                          <a:pt x="464249" y="1381963"/>
                          <a:pt x="412194" y="1353417"/>
                        </a:cubicBezTo>
                        <a:cubicBezTo>
                          <a:pt x="363264" y="1326585"/>
                          <a:pt x="317268" y="1286361"/>
                          <a:pt x="275501" y="1233850"/>
                        </a:cubicBezTo>
                        <a:cubicBezTo>
                          <a:pt x="200177" y="1139181"/>
                          <a:pt x="137646" y="1004745"/>
                          <a:pt x="89649" y="834266"/>
                        </a:cubicBezTo>
                        <a:cubicBezTo>
                          <a:pt x="45682" y="678113"/>
                          <a:pt x="22765" y="521246"/>
                          <a:pt x="11287" y="417147"/>
                        </a:cubicBezTo>
                        <a:cubicBezTo>
                          <a:pt x="5553" y="365169"/>
                          <a:pt x="2057" y="320916"/>
                          <a:pt x="0" y="289589"/>
                        </a:cubicBezTo>
                        <a:cubicBezTo>
                          <a:pt x="165659" y="222542"/>
                          <a:pt x="268586" y="85773"/>
                          <a:pt x="309734" y="21450"/>
                        </a:cubicBezTo>
                        <a:cubicBezTo>
                          <a:pt x="360988" y="12802"/>
                          <a:pt x="458133" y="0"/>
                          <a:pt x="583844" y="0"/>
                        </a:cubicBezTo>
                        <a:cubicBezTo>
                          <a:pt x="709555" y="0"/>
                          <a:pt x="806710" y="12811"/>
                          <a:pt x="857955" y="21460"/>
                        </a:cubicBezTo>
                        <a:cubicBezTo>
                          <a:pt x="899112" y="85792"/>
                          <a:pt x="1002049" y="222561"/>
                          <a:pt x="1167689" y="289598"/>
                        </a:cubicBezTo>
                        <a:cubicBezTo>
                          <a:pt x="1165622" y="320926"/>
                          <a:pt x="1162126" y="365179"/>
                          <a:pt x="1156402" y="417157"/>
                        </a:cubicBezTo>
                        <a:cubicBezTo>
                          <a:pt x="1144924" y="521256"/>
                          <a:pt x="1122016" y="678123"/>
                          <a:pt x="1078039" y="834276"/>
                        </a:cubicBezTo>
                        <a:cubicBezTo>
                          <a:pt x="1030033" y="1004754"/>
                          <a:pt x="967502" y="1139190"/>
                          <a:pt x="892188" y="1233859"/>
                        </a:cubicBezTo>
                        <a:cubicBezTo>
                          <a:pt x="850411" y="1286361"/>
                          <a:pt x="804424" y="1326595"/>
                          <a:pt x="755494" y="1353426"/>
                        </a:cubicBezTo>
                        <a:cubicBezTo>
                          <a:pt x="703421" y="1381963"/>
                          <a:pt x="645671" y="1396432"/>
                          <a:pt x="583835" y="139643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10" name="Google Shape;2229;p65">
                  <a:extLst>
                    <a:ext uri="{FF2B5EF4-FFF2-40B4-BE49-F238E27FC236}">
                      <a16:creationId xmlns:a16="http://schemas.microsoft.com/office/drawing/2014/main" id="{19A75328-8541-70B6-9758-9C4319067F1A}"/>
                    </a:ext>
                  </a:extLst>
                </p:cNvPr>
                <p:cNvSpPr/>
                <p:nvPr/>
              </p:nvSpPr>
              <p:spPr>
                <a:xfrm>
                  <a:off x="5361460" y="3626091"/>
                  <a:ext cx="850620" cy="861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620" h="861974" extrusionOk="0">
                      <a:moveTo>
                        <a:pt x="850621" y="307972"/>
                      </a:moveTo>
                      <a:lnTo>
                        <a:pt x="546706" y="307972"/>
                      </a:lnTo>
                      <a:lnTo>
                        <a:pt x="546706" y="0"/>
                      </a:lnTo>
                      <a:lnTo>
                        <a:pt x="303914" y="0"/>
                      </a:lnTo>
                      <a:lnTo>
                        <a:pt x="303914" y="307972"/>
                      </a:lnTo>
                      <a:lnTo>
                        <a:pt x="0" y="307972"/>
                      </a:lnTo>
                      <a:lnTo>
                        <a:pt x="0" y="554003"/>
                      </a:lnTo>
                      <a:lnTo>
                        <a:pt x="303914" y="554003"/>
                      </a:lnTo>
                      <a:lnTo>
                        <a:pt x="303914" y="861974"/>
                      </a:lnTo>
                      <a:lnTo>
                        <a:pt x="546706" y="861974"/>
                      </a:lnTo>
                      <a:lnTo>
                        <a:pt x="546706" y="554003"/>
                      </a:lnTo>
                      <a:lnTo>
                        <a:pt x="850621" y="554003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1" name="Google Shape;2230;p65">
                <a:extLst>
                  <a:ext uri="{FF2B5EF4-FFF2-40B4-BE49-F238E27FC236}">
                    <a16:creationId xmlns:a16="http://schemas.microsoft.com/office/drawing/2014/main" id="{7D33E689-4911-9D3E-8F45-F5596F23EFBC}"/>
                  </a:ext>
                </a:extLst>
              </p:cNvPr>
              <p:cNvGrpSpPr/>
              <p:nvPr/>
            </p:nvGrpSpPr>
            <p:grpSpPr>
              <a:xfrm>
                <a:off x="4550380" y="2105444"/>
                <a:ext cx="387630" cy="432751"/>
                <a:chOff x="6067173" y="2807259"/>
                <a:chExt cx="516840" cy="577002"/>
              </a:xfrm>
            </p:grpSpPr>
            <p:sp>
              <p:nvSpPr>
                <p:cNvPr id="706" name="Google Shape;2231;p65">
                  <a:extLst>
                    <a:ext uri="{FF2B5EF4-FFF2-40B4-BE49-F238E27FC236}">
                      <a16:creationId xmlns:a16="http://schemas.microsoft.com/office/drawing/2014/main" id="{263C1E47-C678-1962-A5D4-329ABC97B869}"/>
                    </a:ext>
                  </a:extLst>
                </p:cNvPr>
                <p:cNvSpPr/>
                <p:nvPr/>
              </p:nvSpPr>
              <p:spPr>
                <a:xfrm>
                  <a:off x="6189783" y="2867025"/>
                  <a:ext cx="394230" cy="5172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230" h="517236" extrusionOk="0">
                      <a:moveTo>
                        <a:pt x="394230" y="134026"/>
                      </a:moveTo>
                      <a:cubicBezTo>
                        <a:pt x="394230" y="134026"/>
                        <a:pt x="382010" y="389763"/>
                        <a:pt x="35062" y="517236"/>
                      </a:cubicBezTo>
                      <a:lnTo>
                        <a:pt x="0" y="500758"/>
                      </a:lnTo>
                      <a:lnTo>
                        <a:pt x="7934" y="485327"/>
                      </a:lnTo>
                      <a:cubicBezTo>
                        <a:pt x="7953" y="485308"/>
                        <a:pt x="7953" y="485308"/>
                        <a:pt x="7953" y="485308"/>
                      </a:cubicBezTo>
                      <a:lnTo>
                        <a:pt x="275568" y="0"/>
                      </a:lnTo>
                      <a:cubicBezTo>
                        <a:pt x="308705" y="12583"/>
                        <a:pt x="342090" y="28813"/>
                        <a:pt x="373466" y="49730"/>
                      </a:cubicBezTo>
                      <a:cubicBezTo>
                        <a:pt x="373466" y="49730"/>
                        <a:pt x="351472" y="98612"/>
                        <a:pt x="394230" y="13402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7" name="Google Shape;2232;p65">
                  <a:extLst>
                    <a:ext uri="{FF2B5EF4-FFF2-40B4-BE49-F238E27FC236}">
                      <a16:creationId xmlns:a16="http://schemas.microsoft.com/office/drawing/2014/main" id="{F7C39F8D-1BE7-4A44-83DD-7FFEC687F6D0}"/>
                    </a:ext>
                  </a:extLst>
                </p:cNvPr>
                <p:cNvSpPr/>
                <p:nvPr/>
              </p:nvSpPr>
              <p:spPr>
                <a:xfrm>
                  <a:off x="6067173" y="2807259"/>
                  <a:ext cx="481778" cy="560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778" h="560523" extrusionOk="0">
                      <a:moveTo>
                        <a:pt x="122505" y="44"/>
                      </a:moveTo>
                      <a:cubicBezTo>
                        <a:pt x="122505" y="44"/>
                        <a:pt x="314081" y="-4995"/>
                        <a:pt x="461014" y="93027"/>
                      </a:cubicBezTo>
                      <a:cubicBezTo>
                        <a:pt x="461014" y="93027"/>
                        <a:pt x="439021" y="141890"/>
                        <a:pt x="481778" y="177323"/>
                      </a:cubicBezTo>
                      <a:cubicBezTo>
                        <a:pt x="481778" y="177323"/>
                        <a:pt x="469558" y="433060"/>
                        <a:pt x="122600" y="560523"/>
                      </a:cubicBezTo>
                      <a:cubicBezTo>
                        <a:pt x="122600" y="560523"/>
                        <a:pt x="-80197" y="364242"/>
                        <a:pt x="35856" y="47821"/>
                      </a:cubicBezTo>
                      <a:cubicBezTo>
                        <a:pt x="35865" y="47831"/>
                        <a:pt x="98073" y="62347"/>
                        <a:pt x="122505" y="4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8" name="Google Shape;2233;p65">
                  <a:extLst>
                    <a:ext uri="{FF2B5EF4-FFF2-40B4-BE49-F238E27FC236}">
                      <a16:creationId xmlns:a16="http://schemas.microsoft.com/office/drawing/2014/main" id="{E4A1488B-0E07-CE9C-6787-AA33C3066AE2}"/>
                    </a:ext>
                  </a:extLst>
                </p:cNvPr>
                <p:cNvSpPr/>
                <p:nvPr/>
              </p:nvSpPr>
              <p:spPr>
                <a:xfrm>
                  <a:off x="6145968" y="2925289"/>
                  <a:ext cx="277101" cy="277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101" h="277110" extrusionOk="0">
                      <a:moveTo>
                        <a:pt x="277101" y="136941"/>
                      </a:moveTo>
                      <a:lnTo>
                        <a:pt x="187147" y="111433"/>
                      </a:lnTo>
                      <a:lnTo>
                        <a:pt x="212665" y="21479"/>
                      </a:lnTo>
                      <a:lnTo>
                        <a:pt x="136931" y="0"/>
                      </a:lnTo>
                      <a:lnTo>
                        <a:pt x="111423" y="89954"/>
                      </a:lnTo>
                      <a:lnTo>
                        <a:pt x="21479" y="64446"/>
                      </a:lnTo>
                      <a:lnTo>
                        <a:pt x="0" y="140170"/>
                      </a:lnTo>
                      <a:lnTo>
                        <a:pt x="89945" y="165678"/>
                      </a:lnTo>
                      <a:lnTo>
                        <a:pt x="64436" y="255632"/>
                      </a:lnTo>
                      <a:lnTo>
                        <a:pt x="140160" y="277111"/>
                      </a:lnTo>
                      <a:lnTo>
                        <a:pt x="165678" y="187157"/>
                      </a:lnTo>
                      <a:lnTo>
                        <a:pt x="255622" y="212665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2" name="Google Shape;2234;p65">
                <a:extLst>
                  <a:ext uri="{FF2B5EF4-FFF2-40B4-BE49-F238E27FC236}">
                    <a16:creationId xmlns:a16="http://schemas.microsoft.com/office/drawing/2014/main" id="{6905EA5A-6957-815A-8AE6-34824BCFB3B9}"/>
                  </a:ext>
                </a:extLst>
              </p:cNvPr>
              <p:cNvSpPr/>
              <p:nvPr/>
            </p:nvSpPr>
            <p:spPr>
              <a:xfrm>
                <a:off x="3297848" y="3695483"/>
                <a:ext cx="2555962" cy="39961"/>
              </a:xfrm>
              <a:custGeom>
                <a:avLst/>
                <a:gdLst/>
                <a:ahLst/>
                <a:cxnLst/>
                <a:rect l="l" t="t" r="r" b="b"/>
                <a:pathLst>
                  <a:path w="3407949" h="53282" extrusionOk="0">
                    <a:moveTo>
                      <a:pt x="0" y="0"/>
                    </a:moveTo>
                    <a:lnTo>
                      <a:pt x="3407950" y="0"/>
                    </a:lnTo>
                    <a:lnTo>
                      <a:pt x="3407950" y="53283"/>
                    </a:lnTo>
                    <a:lnTo>
                      <a:pt x="0" y="5328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3" name="Google Shape;2235;p65">
                <a:extLst>
                  <a:ext uri="{FF2B5EF4-FFF2-40B4-BE49-F238E27FC236}">
                    <a16:creationId xmlns:a16="http://schemas.microsoft.com/office/drawing/2014/main" id="{F92C20EF-DDDE-CD03-8C09-E8630EAFE766}"/>
                  </a:ext>
                </a:extLst>
              </p:cNvPr>
              <p:cNvGrpSpPr/>
              <p:nvPr/>
            </p:nvGrpSpPr>
            <p:grpSpPr>
              <a:xfrm>
                <a:off x="3734322" y="3186459"/>
                <a:ext cx="291134" cy="287839"/>
                <a:chOff x="4979096" y="4248612"/>
                <a:chExt cx="388179" cy="383785"/>
              </a:xfrm>
            </p:grpSpPr>
            <p:sp>
              <p:nvSpPr>
                <p:cNvPr id="704" name="Google Shape;2236;p65">
                  <a:extLst>
                    <a:ext uri="{FF2B5EF4-FFF2-40B4-BE49-F238E27FC236}">
                      <a16:creationId xmlns:a16="http://schemas.microsoft.com/office/drawing/2014/main" id="{3C3A23EE-7CFD-7404-24B1-28433C945413}"/>
                    </a:ext>
                  </a:extLst>
                </p:cNvPr>
                <p:cNvSpPr/>
                <p:nvPr/>
              </p:nvSpPr>
              <p:spPr>
                <a:xfrm>
                  <a:off x="4979096" y="4248612"/>
                  <a:ext cx="388179" cy="383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179" h="383785" extrusionOk="0">
                      <a:moveTo>
                        <a:pt x="181330" y="47410"/>
                      </a:moveTo>
                      <a:cubicBezTo>
                        <a:pt x="70678" y="-33228"/>
                        <a:pt x="-193622" y="150690"/>
                        <a:pt x="240642" y="383786"/>
                      </a:cubicBezTo>
                      <a:cubicBezTo>
                        <a:pt x="568997" y="16216"/>
                        <a:pt x="257730" y="-66214"/>
                        <a:pt x="181330" y="4741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5" name="Google Shape;2237;p65">
                  <a:extLst>
                    <a:ext uri="{FF2B5EF4-FFF2-40B4-BE49-F238E27FC236}">
                      <a16:creationId xmlns:a16="http://schemas.microsoft.com/office/drawing/2014/main" id="{3EE2FC56-9D06-49C1-36AB-1D3408DD8360}"/>
                    </a:ext>
                  </a:extLst>
                </p:cNvPr>
                <p:cNvSpPr/>
                <p:nvPr/>
              </p:nvSpPr>
              <p:spPr>
                <a:xfrm>
                  <a:off x="5023008" y="4374032"/>
                  <a:ext cx="330345" cy="153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345" h="153133" extrusionOk="0">
                      <a:moveTo>
                        <a:pt x="0" y="110966"/>
                      </a:moveTo>
                      <a:cubicBezTo>
                        <a:pt x="23660" y="105842"/>
                        <a:pt x="47358" y="100984"/>
                        <a:pt x="71075" y="96203"/>
                      </a:cubicBezTo>
                      <a:lnTo>
                        <a:pt x="69618" y="97164"/>
                      </a:lnTo>
                      <a:cubicBezTo>
                        <a:pt x="80381" y="78324"/>
                        <a:pt x="91469" y="59693"/>
                        <a:pt x="102708" y="41157"/>
                      </a:cubicBezTo>
                      <a:lnTo>
                        <a:pt x="107690" y="32947"/>
                      </a:lnTo>
                      <a:lnTo>
                        <a:pt x="111747" y="42034"/>
                      </a:lnTo>
                      <a:cubicBezTo>
                        <a:pt x="118453" y="57055"/>
                        <a:pt x="125216" y="72047"/>
                        <a:pt x="131626" y="87173"/>
                      </a:cubicBezTo>
                      <a:cubicBezTo>
                        <a:pt x="138208" y="102241"/>
                        <a:pt x="144523" y="117415"/>
                        <a:pt x="150781" y="132617"/>
                      </a:cubicBezTo>
                      <a:lnTo>
                        <a:pt x="137627" y="132293"/>
                      </a:lnTo>
                      <a:cubicBezTo>
                        <a:pt x="146971" y="111652"/>
                        <a:pt x="156781" y="91221"/>
                        <a:pt x="166440" y="70723"/>
                      </a:cubicBezTo>
                      <a:cubicBezTo>
                        <a:pt x="176203" y="50273"/>
                        <a:pt x="186118" y="29899"/>
                        <a:pt x="196196" y="9592"/>
                      </a:cubicBezTo>
                      <a:lnTo>
                        <a:pt x="200958" y="0"/>
                      </a:lnTo>
                      <a:lnTo>
                        <a:pt x="206454" y="8868"/>
                      </a:lnTo>
                      <a:cubicBezTo>
                        <a:pt x="218770" y="28737"/>
                        <a:pt x="231029" y="48635"/>
                        <a:pt x="243078" y="68675"/>
                      </a:cubicBezTo>
                      <a:lnTo>
                        <a:pt x="239020" y="66913"/>
                      </a:lnTo>
                      <a:cubicBezTo>
                        <a:pt x="254184" y="64618"/>
                        <a:pt x="269434" y="62770"/>
                        <a:pt x="284645" y="60684"/>
                      </a:cubicBezTo>
                      <a:cubicBezTo>
                        <a:pt x="299856" y="58617"/>
                        <a:pt x="315077" y="56607"/>
                        <a:pt x="330346" y="54873"/>
                      </a:cubicBezTo>
                      <a:cubicBezTo>
                        <a:pt x="315411" y="58474"/>
                        <a:pt x="300418" y="61789"/>
                        <a:pt x="285417" y="65056"/>
                      </a:cubicBezTo>
                      <a:cubicBezTo>
                        <a:pt x="270415" y="68294"/>
                        <a:pt x="255451" y="71771"/>
                        <a:pt x="240421" y="74809"/>
                      </a:cubicBezTo>
                      <a:lnTo>
                        <a:pt x="237944" y="75314"/>
                      </a:lnTo>
                      <a:lnTo>
                        <a:pt x="236363" y="73047"/>
                      </a:lnTo>
                      <a:cubicBezTo>
                        <a:pt x="222952" y="53892"/>
                        <a:pt x="209750" y="34595"/>
                        <a:pt x="196615" y="15269"/>
                      </a:cubicBezTo>
                      <a:lnTo>
                        <a:pt x="206873" y="14554"/>
                      </a:lnTo>
                      <a:cubicBezTo>
                        <a:pt x="197825" y="35338"/>
                        <a:pt x="188604" y="56036"/>
                        <a:pt x="179232" y="76667"/>
                      </a:cubicBezTo>
                      <a:cubicBezTo>
                        <a:pt x="169754" y="97250"/>
                        <a:pt x="160439" y="117900"/>
                        <a:pt x="150657" y="138341"/>
                      </a:cubicBezTo>
                      <a:lnTo>
                        <a:pt x="143570" y="153133"/>
                      </a:lnTo>
                      <a:lnTo>
                        <a:pt x="137503" y="138008"/>
                      </a:lnTo>
                      <a:cubicBezTo>
                        <a:pt x="131378" y="122758"/>
                        <a:pt x="125330" y="107470"/>
                        <a:pt x="119529" y="92088"/>
                      </a:cubicBezTo>
                      <a:cubicBezTo>
                        <a:pt x="113566" y="76771"/>
                        <a:pt x="107956" y="61313"/>
                        <a:pt x="102279" y="45872"/>
                      </a:cubicBezTo>
                      <a:lnTo>
                        <a:pt x="111309" y="46739"/>
                      </a:lnTo>
                      <a:cubicBezTo>
                        <a:pt x="98860" y="64475"/>
                        <a:pt x="86258" y="82125"/>
                        <a:pt x="73333" y="99555"/>
                      </a:cubicBezTo>
                      <a:lnTo>
                        <a:pt x="72714" y="100394"/>
                      </a:lnTo>
                      <a:lnTo>
                        <a:pt x="71876" y="100517"/>
                      </a:lnTo>
                      <a:cubicBezTo>
                        <a:pt x="47920" y="104137"/>
                        <a:pt x="23984" y="107680"/>
                        <a:pt x="0" y="110966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4" name="Google Shape;2238;p65">
                <a:extLst>
                  <a:ext uri="{FF2B5EF4-FFF2-40B4-BE49-F238E27FC236}">
                    <a16:creationId xmlns:a16="http://schemas.microsoft.com/office/drawing/2014/main" id="{6AE1E4C8-3498-E26E-E0F4-6750DA47503E}"/>
                  </a:ext>
                </a:extLst>
              </p:cNvPr>
              <p:cNvGrpSpPr/>
              <p:nvPr/>
            </p:nvGrpSpPr>
            <p:grpSpPr>
              <a:xfrm>
                <a:off x="3353948" y="2247860"/>
                <a:ext cx="287836" cy="287836"/>
                <a:chOff x="4471930" y="2997146"/>
                <a:chExt cx="383781" cy="383781"/>
              </a:xfrm>
            </p:grpSpPr>
            <p:sp>
              <p:nvSpPr>
                <p:cNvPr id="700" name="Google Shape;2239;p65">
                  <a:extLst>
                    <a:ext uri="{FF2B5EF4-FFF2-40B4-BE49-F238E27FC236}">
                      <a16:creationId xmlns:a16="http://schemas.microsoft.com/office/drawing/2014/main" id="{71EDB673-ED08-5AB7-2ED1-EB4732A9281D}"/>
                    </a:ext>
                  </a:extLst>
                </p:cNvPr>
                <p:cNvSpPr/>
                <p:nvPr/>
              </p:nvSpPr>
              <p:spPr>
                <a:xfrm>
                  <a:off x="4471930" y="2997146"/>
                  <a:ext cx="383781" cy="383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781" h="383781" extrusionOk="0">
                      <a:moveTo>
                        <a:pt x="383781" y="191891"/>
                      </a:moveTo>
                      <a:cubicBezTo>
                        <a:pt x="383781" y="297869"/>
                        <a:pt x="297869" y="383781"/>
                        <a:pt x="191891" y="383781"/>
                      </a:cubicBezTo>
                      <a:cubicBezTo>
                        <a:pt x="85912" y="383781"/>
                        <a:pt x="0" y="297869"/>
                        <a:pt x="0" y="191891"/>
                      </a:cubicBezTo>
                      <a:cubicBezTo>
                        <a:pt x="0" y="85912"/>
                        <a:pt x="85912" y="0"/>
                        <a:pt x="191891" y="0"/>
                      </a:cubicBezTo>
                      <a:cubicBezTo>
                        <a:pt x="297869" y="0"/>
                        <a:pt x="383781" y="85912"/>
                        <a:pt x="383781" y="19189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1" name="Google Shape;2240;p65">
                  <a:extLst>
                    <a:ext uri="{FF2B5EF4-FFF2-40B4-BE49-F238E27FC236}">
                      <a16:creationId xmlns:a16="http://schemas.microsoft.com/office/drawing/2014/main" id="{6E0B4E14-EF06-7F4F-9462-E2FC78D1FADE}"/>
                    </a:ext>
                  </a:extLst>
                </p:cNvPr>
                <p:cNvGrpSpPr/>
                <p:nvPr/>
              </p:nvGrpSpPr>
              <p:grpSpPr>
                <a:xfrm>
                  <a:off x="4553331" y="3069793"/>
                  <a:ext cx="236172" cy="236172"/>
                  <a:chOff x="4553331" y="3069793"/>
                  <a:chExt cx="236172" cy="236172"/>
                </a:xfrm>
              </p:grpSpPr>
              <p:sp>
                <p:nvSpPr>
                  <p:cNvPr id="702" name="Google Shape;2241;p65">
                    <a:extLst>
                      <a:ext uri="{FF2B5EF4-FFF2-40B4-BE49-F238E27FC236}">
                        <a16:creationId xmlns:a16="http://schemas.microsoft.com/office/drawing/2014/main" id="{7176C7CA-3A45-DA93-EAEC-1E26DA6C273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632055" y="3069793"/>
                    <a:ext cx="78724" cy="2361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724" h="236172" extrusionOk="0">
                        <a:moveTo>
                          <a:pt x="0" y="0"/>
                        </a:moveTo>
                        <a:lnTo>
                          <a:pt x="78724" y="0"/>
                        </a:lnTo>
                        <a:lnTo>
                          <a:pt x="78724" y="236172"/>
                        </a:lnTo>
                        <a:lnTo>
                          <a:pt x="0" y="23617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3" name="Google Shape;2242;p65">
                    <a:extLst>
                      <a:ext uri="{FF2B5EF4-FFF2-40B4-BE49-F238E27FC236}">
                        <a16:creationId xmlns:a16="http://schemas.microsoft.com/office/drawing/2014/main" id="{3EAFA65C-15D0-1BE0-3B8D-A2E52BAAF1AA}"/>
                      </a:ext>
                    </a:extLst>
                  </p:cNvPr>
                  <p:cNvSpPr/>
                  <p:nvPr/>
                </p:nvSpPr>
                <p:spPr>
                  <a:xfrm>
                    <a:off x="4632045" y="3069793"/>
                    <a:ext cx="78724" cy="2361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724" h="236172" extrusionOk="0">
                        <a:moveTo>
                          <a:pt x="0" y="0"/>
                        </a:moveTo>
                        <a:lnTo>
                          <a:pt x="78724" y="0"/>
                        </a:lnTo>
                        <a:lnTo>
                          <a:pt x="78724" y="236172"/>
                        </a:lnTo>
                        <a:lnTo>
                          <a:pt x="0" y="23617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75" name="Google Shape;2243;p65">
                <a:extLst>
                  <a:ext uri="{FF2B5EF4-FFF2-40B4-BE49-F238E27FC236}">
                    <a16:creationId xmlns:a16="http://schemas.microsoft.com/office/drawing/2014/main" id="{99E548D8-4EFE-2831-E1D3-0FBECC854C78}"/>
                  </a:ext>
                </a:extLst>
              </p:cNvPr>
              <p:cNvGrpSpPr/>
              <p:nvPr/>
            </p:nvGrpSpPr>
            <p:grpSpPr>
              <a:xfrm>
                <a:off x="4959942" y="1866390"/>
                <a:ext cx="832637" cy="1847166"/>
                <a:chOff x="6613256" y="2488520"/>
                <a:chExt cx="1110183" cy="2462888"/>
              </a:xfrm>
            </p:grpSpPr>
            <p:sp>
              <p:nvSpPr>
                <p:cNvPr id="632" name="Google Shape;2244;p65">
                  <a:extLst>
                    <a:ext uri="{FF2B5EF4-FFF2-40B4-BE49-F238E27FC236}">
                      <a16:creationId xmlns:a16="http://schemas.microsoft.com/office/drawing/2014/main" id="{B845043E-66C2-B934-5A8E-DDD2424E547C}"/>
                    </a:ext>
                  </a:extLst>
                </p:cNvPr>
                <p:cNvSpPr/>
                <p:nvPr/>
              </p:nvSpPr>
              <p:spPr>
                <a:xfrm>
                  <a:off x="6724983" y="2566312"/>
                  <a:ext cx="160552" cy="216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552" h="216687" extrusionOk="0">
                      <a:moveTo>
                        <a:pt x="94745" y="82857"/>
                      </a:moveTo>
                      <a:cubicBezTo>
                        <a:pt x="94326" y="74236"/>
                        <a:pt x="104022" y="52958"/>
                        <a:pt x="107613" y="43823"/>
                      </a:cubicBezTo>
                      <a:cubicBezTo>
                        <a:pt x="111204" y="34689"/>
                        <a:pt x="122834" y="9143"/>
                        <a:pt x="111347" y="1208"/>
                      </a:cubicBezTo>
                      <a:cubicBezTo>
                        <a:pt x="99841" y="-6736"/>
                        <a:pt x="92631" y="26897"/>
                        <a:pt x="92202" y="32117"/>
                      </a:cubicBezTo>
                      <a:cubicBezTo>
                        <a:pt x="91773" y="37337"/>
                        <a:pt x="77333" y="64654"/>
                        <a:pt x="77333" y="64654"/>
                      </a:cubicBezTo>
                      <a:cubicBezTo>
                        <a:pt x="75047" y="57225"/>
                        <a:pt x="92964" y="11848"/>
                        <a:pt x="81658" y="9752"/>
                      </a:cubicBezTo>
                      <a:cubicBezTo>
                        <a:pt x="70333" y="7657"/>
                        <a:pt x="57836" y="57139"/>
                        <a:pt x="58341" y="62378"/>
                      </a:cubicBezTo>
                      <a:cubicBezTo>
                        <a:pt x="58826" y="67521"/>
                        <a:pt x="51321" y="83514"/>
                        <a:pt x="51083" y="84009"/>
                      </a:cubicBezTo>
                      <a:cubicBezTo>
                        <a:pt x="51073" y="83361"/>
                        <a:pt x="50663" y="62435"/>
                        <a:pt x="51378" y="57606"/>
                      </a:cubicBezTo>
                      <a:cubicBezTo>
                        <a:pt x="52102" y="52700"/>
                        <a:pt x="60245" y="32307"/>
                        <a:pt x="47653" y="32355"/>
                      </a:cubicBezTo>
                      <a:cubicBezTo>
                        <a:pt x="35052" y="32383"/>
                        <a:pt x="30699" y="88791"/>
                        <a:pt x="30566" y="94629"/>
                      </a:cubicBezTo>
                      <a:cubicBezTo>
                        <a:pt x="30432" y="100459"/>
                        <a:pt x="26870" y="108669"/>
                        <a:pt x="27632" y="115765"/>
                      </a:cubicBezTo>
                      <a:cubicBezTo>
                        <a:pt x="28242" y="121461"/>
                        <a:pt x="28489" y="139473"/>
                        <a:pt x="27765" y="150446"/>
                      </a:cubicBezTo>
                      <a:cubicBezTo>
                        <a:pt x="27594" y="153103"/>
                        <a:pt x="27356" y="155342"/>
                        <a:pt x="27070" y="156904"/>
                      </a:cubicBezTo>
                      <a:cubicBezTo>
                        <a:pt x="25546" y="164905"/>
                        <a:pt x="0" y="188451"/>
                        <a:pt x="0" y="188451"/>
                      </a:cubicBezTo>
                      <a:cubicBezTo>
                        <a:pt x="819" y="191594"/>
                        <a:pt x="48349" y="225903"/>
                        <a:pt x="68256" y="214301"/>
                      </a:cubicBezTo>
                      <a:cubicBezTo>
                        <a:pt x="68256" y="214301"/>
                        <a:pt x="75895" y="200290"/>
                        <a:pt x="84468" y="187517"/>
                      </a:cubicBezTo>
                      <a:cubicBezTo>
                        <a:pt x="90421" y="178649"/>
                        <a:pt x="96822" y="170372"/>
                        <a:pt x="101422" y="167829"/>
                      </a:cubicBezTo>
                      <a:cubicBezTo>
                        <a:pt x="112624" y="161628"/>
                        <a:pt x="131197" y="142073"/>
                        <a:pt x="134274" y="127710"/>
                      </a:cubicBezTo>
                      <a:cubicBezTo>
                        <a:pt x="137370" y="113346"/>
                        <a:pt x="170583" y="98430"/>
                        <a:pt x="157524" y="91677"/>
                      </a:cubicBezTo>
                      <a:cubicBezTo>
                        <a:pt x="144466" y="84933"/>
                        <a:pt x="130321" y="98735"/>
                        <a:pt x="126159" y="106555"/>
                      </a:cubicBezTo>
                      <a:cubicBezTo>
                        <a:pt x="121987" y="114365"/>
                        <a:pt x="109680" y="128376"/>
                        <a:pt x="109680" y="128376"/>
                      </a:cubicBezTo>
                      <a:cubicBezTo>
                        <a:pt x="109680" y="128376"/>
                        <a:pt x="109090" y="113927"/>
                        <a:pt x="110490" y="106193"/>
                      </a:cubicBezTo>
                      <a:cubicBezTo>
                        <a:pt x="111900" y="98468"/>
                        <a:pt x="116853" y="83066"/>
                        <a:pt x="125863" y="65149"/>
                      </a:cubicBezTo>
                      <a:cubicBezTo>
                        <a:pt x="134874" y="47223"/>
                        <a:pt x="147256" y="29688"/>
                        <a:pt x="137360" y="18706"/>
                      </a:cubicBezTo>
                      <a:cubicBezTo>
                        <a:pt x="127483" y="7714"/>
                        <a:pt x="94745" y="82857"/>
                        <a:pt x="94745" y="82857"/>
                      </a:cubicBezTo>
                      <a:close/>
                    </a:path>
                  </a:pathLst>
                </a:custGeom>
                <a:solidFill>
                  <a:srgbClr val="F4B3B3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33" name="Google Shape;2245;p65">
                  <a:extLst>
                    <a:ext uri="{FF2B5EF4-FFF2-40B4-BE49-F238E27FC236}">
                      <a16:creationId xmlns:a16="http://schemas.microsoft.com/office/drawing/2014/main" id="{1E99DC98-51BA-5680-E47F-79DB840B3650}"/>
                    </a:ext>
                  </a:extLst>
                </p:cNvPr>
                <p:cNvGrpSpPr/>
                <p:nvPr/>
              </p:nvGrpSpPr>
              <p:grpSpPr>
                <a:xfrm>
                  <a:off x="6830043" y="4630435"/>
                  <a:ext cx="285941" cy="320973"/>
                  <a:chOff x="6830043" y="4630435"/>
                  <a:chExt cx="285941" cy="320973"/>
                </a:xfrm>
              </p:grpSpPr>
              <p:sp>
                <p:nvSpPr>
                  <p:cNvPr id="689" name="Google Shape;2246;p65">
                    <a:extLst>
                      <a:ext uri="{FF2B5EF4-FFF2-40B4-BE49-F238E27FC236}">
                        <a16:creationId xmlns:a16="http://schemas.microsoft.com/office/drawing/2014/main" id="{9C49A966-441C-019D-AE31-FF21BC95867A}"/>
                      </a:ext>
                    </a:extLst>
                  </p:cNvPr>
                  <p:cNvSpPr/>
                  <p:nvPr/>
                </p:nvSpPr>
                <p:spPr>
                  <a:xfrm>
                    <a:off x="6884127" y="4630435"/>
                    <a:ext cx="231857" cy="299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857" h="299265" extrusionOk="0">
                        <a:moveTo>
                          <a:pt x="197015" y="297066"/>
                        </a:moveTo>
                        <a:lnTo>
                          <a:pt x="0" y="299266"/>
                        </a:lnTo>
                        <a:lnTo>
                          <a:pt x="867" y="266376"/>
                        </a:lnTo>
                        <a:lnTo>
                          <a:pt x="63684" y="212779"/>
                        </a:lnTo>
                        <a:cubicBezTo>
                          <a:pt x="63732" y="212550"/>
                          <a:pt x="63817" y="212341"/>
                          <a:pt x="63875" y="212112"/>
                        </a:cubicBezTo>
                        <a:cubicBezTo>
                          <a:pt x="64265" y="199091"/>
                          <a:pt x="64836" y="181613"/>
                          <a:pt x="65503" y="162211"/>
                        </a:cubicBezTo>
                        <a:cubicBezTo>
                          <a:pt x="67142" y="113700"/>
                          <a:pt x="69294" y="53321"/>
                          <a:pt x="70447" y="21679"/>
                        </a:cubicBezTo>
                        <a:cubicBezTo>
                          <a:pt x="70923" y="8249"/>
                          <a:pt x="71228" y="0"/>
                          <a:pt x="71228" y="0"/>
                        </a:cubicBezTo>
                        <a:lnTo>
                          <a:pt x="231857" y="18955"/>
                        </a:lnTo>
                        <a:cubicBezTo>
                          <a:pt x="231857" y="18955"/>
                          <a:pt x="230029" y="27070"/>
                          <a:pt x="227086" y="40167"/>
                        </a:cubicBezTo>
                        <a:cubicBezTo>
                          <a:pt x="219980" y="71714"/>
                          <a:pt x="206340" y="132102"/>
                          <a:pt x="195643" y="177555"/>
                        </a:cubicBezTo>
                        <a:cubicBezTo>
                          <a:pt x="191586" y="194777"/>
                          <a:pt x="187976" y="209826"/>
                          <a:pt x="185309" y="220380"/>
                        </a:cubicBezTo>
                        <a:cubicBezTo>
                          <a:pt x="185661" y="221932"/>
                          <a:pt x="185947" y="223352"/>
                          <a:pt x="186176" y="224571"/>
                        </a:cubicBezTo>
                        <a:cubicBezTo>
                          <a:pt x="188747" y="238058"/>
                          <a:pt x="197015" y="297066"/>
                          <a:pt x="197015" y="297066"/>
                        </a:cubicBezTo>
                        <a:close/>
                      </a:path>
                    </a:pathLst>
                  </a:custGeom>
                  <a:solidFill>
                    <a:srgbClr val="FFA18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0" name="Google Shape;2247;p65">
                    <a:extLst>
                      <a:ext uri="{FF2B5EF4-FFF2-40B4-BE49-F238E27FC236}">
                        <a16:creationId xmlns:a16="http://schemas.microsoft.com/office/drawing/2014/main" id="{A8141DED-D3E2-2FDF-F969-DDB88E82E35A}"/>
                      </a:ext>
                    </a:extLst>
                  </p:cNvPr>
                  <p:cNvSpPr/>
                  <p:nvPr/>
                </p:nvSpPr>
                <p:spPr>
                  <a:xfrm>
                    <a:off x="6868858" y="4839102"/>
                    <a:ext cx="216436" cy="971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6436" h="97161" extrusionOk="0">
                        <a:moveTo>
                          <a:pt x="79057" y="3636"/>
                        </a:moveTo>
                        <a:cubicBezTo>
                          <a:pt x="76943" y="1121"/>
                          <a:pt x="73866" y="-822"/>
                          <a:pt x="71485" y="350"/>
                        </a:cubicBezTo>
                        <a:cubicBezTo>
                          <a:pt x="69104" y="1521"/>
                          <a:pt x="8706" y="41822"/>
                          <a:pt x="5915" y="43822"/>
                        </a:cubicBezTo>
                        <a:cubicBezTo>
                          <a:pt x="3124" y="45832"/>
                          <a:pt x="1286" y="48318"/>
                          <a:pt x="1114" y="54728"/>
                        </a:cubicBezTo>
                        <a:cubicBezTo>
                          <a:pt x="943" y="61148"/>
                          <a:pt x="0" y="97162"/>
                          <a:pt x="0" y="97162"/>
                        </a:cubicBezTo>
                        <a:lnTo>
                          <a:pt x="216437" y="94743"/>
                        </a:lnTo>
                        <a:cubicBezTo>
                          <a:pt x="216437" y="94743"/>
                          <a:pt x="209664" y="32173"/>
                          <a:pt x="209150" y="28725"/>
                        </a:cubicBezTo>
                        <a:cubicBezTo>
                          <a:pt x="208664" y="25267"/>
                          <a:pt x="204644" y="20733"/>
                          <a:pt x="202292" y="20838"/>
                        </a:cubicBezTo>
                        <a:cubicBezTo>
                          <a:pt x="199939" y="20933"/>
                          <a:pt x="182156" y="27220"/>
                          <a:pt x="156324" y="27515"/>
                        </a:cubicBezTo>
                        <a:cubicBezTo>
                          <a:pt x="126940" y="27839"/>
                          <a:pt x="107480" y="23781"/>
                          <a:pt x="96641" y="18638"/>
                        </a:cubicBezTo>
                        <a:cubicBezTo>
                          <a:pt x="87925" y="14523"/>
                          <a:pt x="79057" y="3636"/>
                          <a:pt x="79057" y="3636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1" name="Google Shape;2248;p65">
                    <a:extLst>
                      <a:ext uri="{FF2B5EF4-FFF2-40B4-BE49-F238E27FC236}">
                        <a16:creationId xmlns:a16="http://schemas.microsoft.com/office/drawing/2014/main" id="{FD02F7EC-C68C-45E2-2359-456C86BCBF71}"/>
                      </a:ext>
                    </a:extLst>
                  </p:cNvPr>
                  <p:cNvSpPr/>
                  <p:nvPr/>
                </p:nvSpPr>
                <p:spPr>
                  <a:xfrm>
                    <a:off x="6885460" y="4857064"/>
                    <a:ext cx="83257" cy="632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257" h="63236" extrusionOk="0">
                        <a:moveTo>
                          <a:pt x="19869" y="43291"/>
                        </a:moveTo>
                        <a:cubicBezTo>
                          <a:pt x="30556" y="36652"/>
                          <a:pt x="68894" y="11477"/>
                          <a:pt x="83258" y="2038"/>
                        </a:cubicBezTo>
                        <a:cubicBezTo>
                          <a:pt x="82144" y="1600"/>
                          <a:pt x="81001" y="1162"/>
                          <a:pt x="80048" y="695"/>
                        </a:cubicBezTo>
                        <a:cubicBezTo>
                          <a:pt x="79638" y="505"/>
                          <a:pt x="79229" y="228"/>
                          <a:pt x="78819" y="0"/>
                        </a:cubicBezTo>
                        <a:cubicBezTo>
                          <a:pt x="63465" y="10096"/>
                          <a:pt x="27422" y="33747"/>
                          <a:pt x="17154" y="40148"/>
                        </a:cubicBezTo>
                        <a:cubicBezTo>
                          <a:pt x="3238" y="48796"/>
                          <a:pt x="114" y="62084"/>
                          <a:pt x="0" y="62646"/>
                        </a:cubicBezTo>
                        <a:lnTo>
                          <a:pt x="4629" y="63236"/>
                        </a:lnTo>
                        <a:cubicBezTo>
                          <a:pt x="4648" y="63112"/>
                          <a:pt x="7496" y="50978"/>
                          <a:pt x="19869" y="43291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2" name="Google Shape;2249;p65">
                    <a:extLst>
                      <a:ext uri="{FF2B5EF4-FFF2-40B4-BE49-F238E27FC236}">
                        <a16:creationId xmlns:a16="http://schemas.microsoft.com/office/drawing/2014/main" id="{7B92C6F4-017B-879D-F810-462F0511FB58}"/>
                      </a:ext>
                    </a:extLst>
                  </p:cNvPr>
                  <p:cNvSpPr/>
                  <p:nvPr/>
                </p:nvSpPr>
                <p:spPr>
                  <a:xfrm>
                    <a:off x="7016743" y="4890725"/>
                    <a:ext cx="64427" cy="43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4427" h="43900" extrusionOk="0">
                        <a:moveTo>
                          <a:pt x="63846" y="0"/>
                        </a:moveTo>
                        <a:cubicBezTo>
                          <a:pt x="46806" y="848"/>
                          <a:pt x="32633" y="5201"/>
                          <a:pt x="21574" y="13097"/>
                        </a:cubicBezTo>
                        <a:cubicBezTo>
                          <a:pt x="7649" y="23031"/>
                          <a:pt x="2162" y="36033"/>
                          <a:pt x="0" y="43901"/>
                        </a:cubicBezTo>
                        <a:lnTo>
                          <a:pt x="6439" y="43824"/>
                        </a:lnTo>
                        <a:cubicBezTo>
                          <a:pt x="8601" y="36643"/>
                          <a:pt x="13688" y="25498"/>
                          <a:pt x="25546" y="17059"/>
                        </a:cubicBezTo>
                        <a:cubicBezTo>
                          <a:pt x="35576" y="9887"/>
                          <a:pt x="48606" y="5925"/>
                          <a:pt x="64427" y="5210"/>
                        </a:cubicBezTo>
                        <a:cubicBezTo>
                          <a:pt x="64237" y="3458"/>
                          <a:pt x="64037" y="1714"/>
                          <a:pt x="63846" y="0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3" name="Google Shape;2250;p65">
                    <a:extLst>
                      <a:ext uri="{FF2B5EF4-FFF2-40B4-BE49-F238E27FC236}">
                        <a16:creationId xmlns:a16="http://schemas.microsoft.com/office/drawing/2014/main" id="{9275B8BD-E420-6B3C-1B83-0F9F769A4458}"/>
                      </a:ext>
                    </a:extLst>
                  </p:cNvPr>
                  <p:cNvSpPr/>
                  <p:nvPr/>
                </p:nvSpPr>
                <p:spPr>
                  <a:xfrm>
                    <a:off x="6830043" y="4933797"/>
                    <a:ext cx="258357" cy="17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357" h="17611" extrusionOk="0">
                        <a:moveTo>
                          <a:pt x="257823" y="14211"/>
                        </a:moveTo>
                        <a:cubicBezTo>
                          <a:pt x="257785" y="15116"/>
                          <a:pt x="256328" y="15878"/>
                          <a:pt x="254575" y="15888"/>
                        </a:cubicBezTo>
                        <a:lnTo>
                          <a:pt x="3125" y="17612"/>
                        </a:lnTo>
                        <a:cubicBezTo>
                          <a:pt x="1353" y="17621"/>
                          <a:pt x="-37" y="16888"/>
                          <a:pt x="1" y="15983"/>
                        </a:cubicBezTo>
                        <a:lnTo>
                          <a:pt x="534" y="3400"/>
                        </a:lnTo>
                        <a:cubicBezTo>
                          <a:pt x="572" y="2496"/>
                          <a:pt x="2030" y="1743"/>
                          <a:pt x="3801" y="1724"/>
                        </a:cubicBezTo>
                        <a:lnTo>
                          <a:pt x="255252" y="0"/>
                        </a:lnTo>
                        <a:cubicBezTo>
                          <a:pt x="257004" y="-9"/>
                          <a:pt x="258395" y="724"/>
                          <a:pt x="258357" y="1629"/>
                        </a:cubicBezTo>
                        <a:lnTo>
                          <a:pt x="257823" y="14211"/>
                        </a:ln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4" name="Google Shape;2251;p65">
                    <a:extLst>
                      <a:ext uri="{FF2B5EF4-FFF2-40B4-BE49-F238E27FC236}">
                        <a16:creationId xmlns:a16="http://schemas.microsoft.com/office/drawing/2014/main" id="{5DE2B56D-E26C-6DB1-6425-98EFA69ECBEB}"/>
                      </a:ext>
                    </a:extLst>
                  </p:cNvPr>
                  <p:cNvSpPr/>
                  <p:nvPr/>
                </p:nvSpPr>
                <p:spPr>
                  <a:xfrm>
                    <a:off x="6832014" y="4882447"/>
                    <a:ext cx="73276" cy="542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276" h="54226" extrusionOk="0">
                        <a:moveTo>
                          <a:pt x="43301" y="106"/>
                        </a:moveTo>
                        <a:cubicBezTo>
                          <a:pt x="41092" y="-609"/>
                          <a:pt x="30071" y="2115"/>
                          <a:pt x="15517" y="14012"/>
                        </a:cubicBezTo>
                        <a:cubicBezTo>
                          <a:pt x="972" y="25899"/>
                          <a:pt x="-2723" y="47311"/>
                          <a:pt x="1839" y="54227"/>
                        </a:cubicBezTo>
                        <a:lnTo>
                          <a:pt x="73277" y="53427"/>
                        </a:lnTo>
                        <a:cubicBezTo>
                          <a:pt x="70372" y="15146"/>
                          <a:pt x="45492" y="839"/>
                          <a:pt x="43301" y="106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95" name="Google Shape;2252;p65">
                    <a:extLst>
                      <a:ext uri="{FF2B5EF4-FFF2-40B4-BE49-F238E27FC236}">
                        <a16:creationId xmlns:a16="http://schemas.microsoft.com/office/drawing/2014/main" id="{02028C95-552E-AE85-C8FF-D83448DF731B}"/>
                      </a:ext>
                    </a:extLst>
                  </p:cNvPr>
                  <p:cNvGrpSpPr/>
                  <p:nvPr/>
                </p:nvGrpSpPr>
                <p:grpSpPr>
                  <a:xfrm>
                    <a:off x="6882222" y="4842008"/>
                    <a:ext cx="63539" cy="48102"/>
                    <a:chOff x="6882222" y="4842008"/>
                    <a:chExt cx="63539" cy="48102"/>
                  </a:xfrm>
                </p:grpSpPr>
                <p:sp>
                  <p:nvSpPr>
                    <p:cNvPr id="696" name="Google Shape;2253;p65">
                      <a:extLst>
                        <a:ext uri="{FF2B5EF4-FFF2-40B4-BE49-F238E27FC236}">
                          <a16:creationId xmlns:a16="http://schemas.microsoft.com/office/drawing/2014/main" id="{2F1F0E57-6E25-AF49-2C6F-B86B63B75F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82222" y="4869432"/>
                      <a:ext cx="22097" cy="206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97" h="20678" extrusionOk="0">
                          <a:moveTo>
                            <a:pt x="20964" y="13435"/>
                          </a:moveTo>
                          <a:cubicBezTo>
                            <a:pt x="22755" y="15293"/>
                            <a:pt x="22383" y="18045"/>
                            <a:pt x="20135" y="19617"/>
                          </a:cubicBezTo>
                          <a:lnTo>
                            <a:pt x="20135" y="19617"/>
                          </a:lnTo>
                          <a:cubicBezTo>
                            <a:pt x="17887" y="21198"/>
                            <a:pt x="14582" y="20988"/>
                            <a:pt x="12791" y="19150"/>
                          </a:cubicBezTo>
                          <a:lnTo>
                            <a:pt x="1142" y="7244"/>
                          </a:lnTo>
                          <a:cubicBezTo>
                            <a:pt x="-648" y="5396"/>
                            <a:pt x="-305" y="2643"/>
                            <a:pt x="1971" y="1053"/>
                          </a:cubicBezTo>
                          <a:lnTo>
                            <a:pt x="1971" y="1053"/>
                          </a:lnTo>
                          <a:cubicBezTo>
                            <a:pt x="4219" y="-519"/>
                            <a:pt x="7505" y="-309"/>
                            <a:pt x="9296" y="1538"/>
                          </a:cubicBezTo>
                          <a:lnTo>
                            <a:pt x="20964" y="1343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97" name="Google Shape;2254;p65">
                      <a:extLst>
                        <a:ext uri="{FF2B5EF4-FFF2-40B4-BE49-F238E27FC236}">
                          <a16:creationId xmlns:a16="http://schemas.microsoft.com/office/drawing/2014/main" id="{D5463CB5-7645-B622-90B1-44A1F5CC28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96042" y="4860288"/>
                      <a:ext cx="22088" cy="206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88" h="20678" extrusionOk="0">
                          <a:moveTo>
                            <a:pt x="20955" y="13435"/>
                          </a:moveTo>
                          <a:cubicBezTo>
                            <a:pt x="22746" y="15283"/>
                            <a:pt x="22374" y="18045"/>
                            <a:pt x="20126" y="19617"/>
                          </a:cubicBezTo>
                          <a:lnTo>
                            <a:pt x="20126" y="19617"/>
                          </a:lnTo>
                          <a:cubicBezTo>
                            <a:pt x="17878" y="21198"/>
                            <a:pt x="14573" y="20988"/>
                            <a:pt x="12783" y="19150"/>
                          </a:cubicBezTo>
                          <a:lnTo>
                            <a:pt x="1134" y="7244"/>
                          </a:lnTo>
                          <a:cubicBezTo>
                            <a:pt x="-657" y="5406"/>
                            <a:pt x="-286" y="2624"/>
                            <a:pt x="1962" y="1053"/>
                          </a:cubicBezTo>
                          <a:lnTo>
                            <a:pt x="1962" y="1053"/>
                          </a:lnTo>
                          <a:cubicBezTo>
                            <a:pt x="4210" y="-519"/>
                            <a:pt x="7496" y="-309"/>
                            <a:pt x="9306" y="1538"/>
                          </a:cubicBezTo>
                          <a:lnTo>
                            <a:pt x="20955" y="1343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98" name="Google Shape;2255;p65">
                      <a:extLst>
                        <a:ext uri="{FF2B5EF4-FFF2-40B4-BE49-F238E27FC236}">
                          <a16:creationId xmlns:a16="http://schemas.microsoft.com/office/drawing/2014/main" id="{A8880999-F532-5610-8CEC-CCDA9CBCE7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09859" y="4851150"/>
                      <a:ext cx="22104" cy="206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104" h="20681" extrusionOk="0">
                          <a:moveTo>
                            <a:pt x="20950" y="13429"/>
                          </a:moveTo>
                          <a:cubicBezTo>
                            <a:pt x="22769" y="15277"/>
                            <a:pt x="22398" y="18039"/>
                            <a:pt x="20121" y="19620"/>
                          </a:cubicBezTo>
                          <a:lnTo>
                            <a:pt x="20121" y="19620"/>
                          </a:lnTo>
                          <a:cubicBezTo>
                            <a:pt x="17873" y="21201"/>
                            <a:pt x="14587" y="20991"/>
                            <a:pt x="12778" y="19153"/>
                          </a:cubicBezTo>
                          <a:lnTo>
                            <a:pt x="1147" y="7247"/>
                          </a:lnTo>
                          <a:cubicBezTo>
                            <a:pt x="-662" y="5409"/>
                            <a:pt x="-291" y="2627"/>
                            <a:pt x="1976" y="1065"/>
                          </a:cubicBezTo>
                          <a:lnTo>
                            <a:pt x="1976" y="1065"/>
                          </a:lnTo>
                          <a:cubicBezTo>
                            <a:pt x="4205" y="-525"/>
                            <a:pt x="7510" y="-306"/>
                            <a:pt x="9301" y="1532"/>
                          </a:cubicBezTo>
                          <a:lnTo>
                            <a:pt x="20950" y="13429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99" name="Google Shape;2256;p65">
                      <a:extLst>
                        <a:ext uri="{FF2B5EF4-FFF2-40B4-BE49-F238E27FC236}">
                          <a16:creationId xmlns:a16="http://schemas.microsoft.com/office/drawing/2014/main" id="{002BC926-698E-3469-9B9A-BF4F838E78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23667" y="4842008"/>
                      <a:ext cx="22094" cy="206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94" h="20682" extrusionOk="0">
                          <a:moveTo>
                            <a:pt x="20953" y="13437"/>
                          </a:moveTo>
                          <a:cubicBezTo>
                            <a:pt x="22762" y="15285"/>
                            <a:pt x="22372" y="18037"/>
                            <a:pt x="20124" y="19628"/>
                          </a:cubicBezTo>
                          <a:lnTo>
                            <a:pt x="20124" y="19628"/>
                          </a:lnTo>
                          <a:cubicBezTo>
                            <a:pt x="17876" y="21209"/>
                            <a:pt x="14590" y="20980"/>
                            <a:pt x="12780" y="19152"/>
                          </a:cubicBezTo>
                          <a:lnTo>
                            <a:pt x="1131" y="7255"/>
                          </a:lnTo>
                          <a:cubicBezTo>
                            <a:pt x="-659" y="5398"/>
                            <a:pt x="-288" y="2635"/>
                            <a:pt x="1988" y="1054"/>
                          </a:cubicBezTo>
                          <a:lnTo>
                            <a:pt x="1988" y="1054"/>
                          </a:lnTo>
                          <a:cubicBezTo>
                            <a:pt x="4236" y="-527"/>
                            <a:pt x="7522" y="-298"/>
                            <a:pt x="9313" y="1530"/>
                          </a:cubicBezTo>
                          <a:lnTo>
                            <a:pt x="20953" y="1343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634" name="Google Shape;2257;p65">
                  <a:extLst>
                    <a:ext uri="{FF2B5EF4-FFF2-40B4-BE49-F238E27FC236}">
                      <a16:creationId xmlns:a16="http://schemas.microsoft.com/office/drawing/2014/main" id="{51B4C800-668B-C79D-E844-024BD37C9DD6}"/>
                    </a:ext>
                  </a:extLst>
                </p:cNvPr>
                <p:cNvGrpSpPr/>
                <p:nvPr/>
              </p:nvGrpSpPr>
              <p:grpSpPr>
                <a:xfrm>
                  <a:off x="7343536" y="4638579"/>
                  <a:ext cx="258413" cy="311886"/>
                  <a:chOff x="7343536" y="4638579"/>
                  <a:chExt cx="258413" cy="311886"/>
                </a:xfrm>
              </p:grpSpPr>
              <p:sp>
                <p:nvSpPr>
                  <p:cNvPr id="678" name="Google Shape;2258;p65">
                    <a:extLst>
                      <a:ext uri="{FF2B5EF4-FFF2-40B4-BE49-F238E27FC236}">
                        <a16:creationId xmlns:a16="http://schemas.microsoft.com/office/drawing/2014/main" id="{0F3C3370-7A6A-66A0-9FEB-51A13E039E2F}"/>
                      </a:ext>
                    </a:extLst>
                  </p:cNvPr>
                  <p:cNvSpPr/>
                  <p:nvPr/>
                </p:nvSpPr>
                <p:spPr>
                  <a:xfrm>
                    <a:off x="7396667" y="4638579"/>
                    <a:ext cx="197576" cy="2899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576" h="289922" extrusionOk="0">
                        <a:moveTo>
                          <a:pt x="60245" y="204778"/>
                        </a:moveTo>
                        <a:cubicBezTo>
                          <a:pt x="57864" y="195282"/>
                          <a:pt x="55178" y="184499"/>
                          <a:pt x="52311" y="172993"/>
                        </a:cubicBezTo>
                        <a:cubicBezTo>
                          <a:pt x="40662" y="126178"/>
                          <a:pt x="26203" y="67580"/>
                          <a:pt x="18469" y="36186"/>
                        </a:cubicBezTo>
                        <a:cubicBezTo>
                          <a:pt x="15069" y="22412"/>
                          <a:pt x="12963" y="13888"/>
                          <a:pt x="12963" y="13888"/>
                        </a:cubicBezTo>
                        <a:lnTo>
                          <a:pt x="175203" y="0"/>
                        </a:lnTo>
                        <a:cubicBezTo>
                          <a:pt x="175203" y="0"/>
                          <a:pt x="175698" y="8706"/>
                          <a:pt x="176431" y="22670"/>
                        </a:cubicBezTo>
                        <a:cubicBezTo>
                          <a:pt x="178232" y="55169"/>
                          <a:pt x="181480" y="116129"/>
                          <a:pt x="183499" y="161773"/>
                        </a:cubicBezTo>
                        <a:cubicBezTo>
                          <a:pt x="184785" y="190176"/>
                          <a:pt x="185566" y="212646"/>
                          <a:pt x="185252" y="218665"/>
                        </a:cubicBezTo>
                        <a:cubicBezTo>
                          <a:pt x="185223" y="219123"/>
                          <a:pt x="185175" y="219590"/>
                          <a:pt x="185137" y="220047"/>
                        </a:cubicBezTo>
                        <a:cubicBezTo>
                          <a:pt x="188824" y="238240"/>
                          <a:pt x="197577" y="288741"/>
                          <a:pt x="197577" y="288741"/>
                        </a:cubicBezTo>
                        <a:lnTo>
                          <a:pt x="200" y="289922"/>
                        </a:lnTo>
                        <a:lnTo>
                          <a:pt x="0" y="257099"/>
                        </a:lnTo>
                        <a:lnTo>
                          <a:pt x="60245" y="204778"/>
                        </a:lnTo>
                        <a:close/>
                      </a:path>
                    </a:pathLst>
                  </a:custGeom>
                  <a:solidFill>
                    <a:srgbClr val="FFA18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9" name="Google Shape;2259;p65">
                    <a:extLst>
                      <a:ext uri="{FF2B5EF4-FFF2-40B4-BE49-F238E27FC236}">
                        <a16:creationId xmlns:a16="http://schemas.microsoft.com/office/drawing/2014/main" id="{C20ADD2C-444C-0833-3F20-C649C962D034}"/>
                      </a:ext>
                    </a:extLst>
                  </p:cNvPr>
                  <p:cNvSpPr/>
                  <p:nvPr/>
                </p:nvSpPr>
                <p:spPr>
                  <a:xfrm>
                    <a:off x="7381569" y="4838375"/>
                    <a:ext cx="217037" cy="966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7037" h="96613" extrusionOk="0">
                        <a:moveTo>
                          <a:pt x="76448" y="3659"/>
                        </a:moveTo>
                        <a:cubicBezTo>
                          <a:pt x="74220" y="1134"/>
                          <a:pt x="71076" y="-818"/>
                          <a:pt x="68752" y="344"/>
                        </a:cubicBezTo>
                        <a:cubicBezTo>
                          <a:pt x="66381" y="1506"/>
                          <a:pt x="7182" y="41416"/>
                          <a:pt x="4430" y="43397"/>
                        </a:cubicBezTo>
                        <a:cubicBezTo>
                          <a:pt x="1696" y="45387"/>
                          <a:pt x="-37" y="47864"/>
                          <a:pt x="1" y="54265"/>
                        </a:cubicBezTo>
                        <a:cubicBezTo>
                          <a:pt x="39" y="60675"/>
                          <a:pt x="258" y="96613"/>
                          <a:pt x="258" y="96613"/>
                        </a:cubicBezTo>
                        <a:lnTo>
                          <a:pt x="217037" y="95318"/>
                        </a:lnTo>
                        <a:cubicBezTo>
                          <a:pt x="217037" y="95318"/>
                          <a:pt x="208227" y="32824"/>
                          <a:pt x="207608" y="29386"/>
                        </a:cubicBezTo>
                        <a:cubicBezTo>
                          <a:pt x="207036" y="25928"/>
                          <a:pt x="202855" y="21385"/>
                          <a:pt x="200512" y="21470"/>
                        </a:cubicBezTo>
                        <a:cubicBezTo>
                          <a:pt x="198159" y="21556"/>
                          <a:pt x="180547" y="27738"/>
                          <a:pt x="154639" y="27900"/>
                        </a:cubicBezTo>
                        <a:cubicBezTo>
                          <a:pt x="125235" y="28071"/>
                          <a:pt x="105566" y="23918"/>
                          <a:pt x="94546" y="18737"/>
                        </a:cubicBezTo>
                        <a:cubicBezTo>
                          <a:pt x="85688" y="14565"/>
                          <a:pt x="76448" y="3659"/>
                          <a:pt x="76448" y="3659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0" name="Google Shape;2260;p65">
                    <a:extLst>
                      <a:ext uri="{FF2B5EF4-FFF2-40B4-BE49-F238E27FC236}">
                        <a16:creationId xmlns:a16="http://schemas.microsoft.com/office/drawing/2014/main" id="{2BC2CF68-0427-23B8-8A9C-3D5930835D20}"/>
                      </a:ext>
                    </a:extLst>
                  </p:cNvPr>
                  <p:cNvSpPr/>
                  <p:nvPr/>
                </p:nvSpPr>
                <p:spPr>
                  <a:xfrm>
                    <a:off x="7397915" y="4856416"/>
                    <a:ext cx="81457" cy="62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457" h="62750" extrusionOk="0">
                        <a:moveTo>
                          <a:pt x="19288" y="42901"/>
                        </a:moveTo>
                        <a:cubicBezTo>
                          <a:pt x="29756" y="36329"/>
                          <a:pt x="67361" y="11402"/>
                          <a:pt x="81458" y="2057"/>
                        </a:cubicBezTo>
                        <a:cubicBezTo>
                          <a:pt x="80353" y="1610"/>
                          <a:pt x="79191" y="1172"/>
                          <a:pt x="78200" y="696"/>
                        </a:cubicBezTo>
                        <a:cubicBezTo>
                          <a:pt x="77810" y="505"/>
                          <a:pt x="77372" y="229"/>
                          <a:pt x="76953" y="0"/>
                        </a:cubicBezTo>
                        <a:cubicBezTo>
                          <a:pt x="61913" y="10001"/>
                          <a:pt x="26565" y="33423"/>
                          <a:pt x="16459" y="39757"/>
                        </a:cubicBezTo>
                        <a:cubicBezTo>
                          <a:pt x="2772" y="48311"/>
                          <a:pt x="115" y="61570"/>
                          <a:pt x="0" y="62132"/>
                        </a:cubicBezTo>
                        <a:lnTo>
                          <a:pt x="4639" y="62751"/>
                        </a:lnTo>
                        <a:cubicBezTo>
                          <a:pt x="4677" y="62608"/>
                          <a:pt x="7115" y="50511"/>
                          <a:pt x="19288" y="42901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1" name="Google Shape;2261;p65">
                    <a:extLst>
                      <a:ext uri="{FF2B5EF4-FFF2-40B4-BE49-F238E27FC236}">
                        <a16:creationId xmlns:a16="http://schemas.microsoft.com/office/drawing/2014/main" id="{20460256-A209-15CF-F62B-2126807B9578}"/>
                      </a:ext>
                    </a:extLst>
                  </p:cNvPr>
                  <p:cNvSpPr/>
                  <p:nvPr/>
                </p:nvSpPr>
                <p:spPr>
                  <a:xfrm>
                    <a:off x="7529941" y="4890620"/>
                    <a:ext cx="63293" cy="434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293" h="43491" extrusionOk="0">
                        <a:moveTo>
                          <a:pt x="62551" y="0"/>
                        </a:moveTo>
                        <a:cubicBezTo>
                          <a:pt x="45520" y="753"/>
                          <a:pt x="31442" y="5029"/>
                          <a:pt x="20631" y="12849"/>
                        </a:cubicBezTo>
                        <a:cubicBezTo>
                          <a:pt x="6972" y="22698"/>
                          <a:pt x="1914" y="35633"/>
                          <a:pt x="0" y="43491"/>
                        </a:cubicBezTo>
                        <a:lnTo>
                          <a:pt x="6448" y="43453"/>
                        </a:lnTo>
                        <a:cubicBezTo>
                          <a:pt x="8363" y="36300"/>
                          <a:pt x="13116" y="25203"/>
                          <a:pt x="24708" y="16840"/>
                        </a:cubicBezTo>
                        <a:cubicBezTo>
                          <a:pt x="34528" y="9735"/>
                          <a:pt x="47482" y="5848"/>
                          <a:pt x="63294" y="5210"/>
                        </a:cubicBezTo>
                        <a:cubicBezTo>
                          <a:pt x="63055" y="3448"/>
                          <a:pt x="62789" y="1705"/>
                          <a:pt x="62551" y="0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2" name="Google Shape;2262;p65">
                    <a:extLst>
                      <a:ext uri="{FF2B5EF4-FFF2-40B4-BE49-F238E27FC236}">
                        <a16:creationId xmlns:a16="http://schemas.microsoft.com/office/drawing/2014/main" id="{161B2C6E-AF5E-F83A-E8FE-B1F28CCD7079}"/>
                      </a:ext>
                    </a:extLst>
                  </p:cNvPr>
                  <p:cNvSpPr/>
                  <p:nvPr/>
                </p:nvSpPr>
                <p:spPr>
                  <a:xfrm>
                    <a:off x="7343536" y="4933692"/>
                    <a:ext cx="258413" cy="167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16773" extrusionOk="0">
                        <a:moveTo>
                          <a:pt x="258413" y="14193"/>
                        </a:moveTo>
                        <a:cubicBezTo>
                          <a:pt x="258423" y="15097"/>
                          <a:pt x="257004" y="15850"/>
                          <a:pt x="255222" y="15850"/>
                        </a:cubicBezTo>
                        <a:lnTo>
                          <a:pt x="3343" y="16774"/>
                        </a:lnTo>
                        <a:cubicBezTo>
                          <a:pt x="1591" y="16783"/>
                          <a:pt x="133" y="16040"/>
                          <a:pt x="124" y="15136"/>
                        </a:cubicBezTo>
                        <a:lnTo>
                          <a:pt x="0" y="2581"/>
                        </a:lnTo>
                        <a:cubicBezTo>
                          <a:pt x="-10" y="1676"/>
                          <a:pt x="1438" y="924"/>
                          <a:pt x="3191" y="924"/>
                        </a:cubicBezTo>
                        <a:lnTo>
                          <a:pt x="255070" y="0"/>
                        </a:lnTo>
                        <a:cubicBezTo>
                          <a:pt x="256842" y="-10"/>
                          <a:pt x="258280" y="733"/>
                          <a:pt x="258290" y="1638"/>
                        </a:cubicBezTo>
                        <a:lnTo>
                          <a:pt x="258413" y="14193"/>
                        </a:ln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3" name="Google Shape;2263;p65">
                    <a:extLst>
                      <a:ext uri="{FF2B5EF4-FFF2-40B4-BE49-F238E27FC236}">
                        <a16:creationId xmlns:a16="http://schemas.microsoft.com/office/drawing/2014/main" id="{E4ED2851-2191-18B2-BCA3-7CC6A23C8DF0}"/>
                      </a:ext>
                    </a:extLst>
                  </p:cNvPr>
                  <p:cNvSpPr/>
                  <p:nvPr/>
                </p:nvSpPr>
                <p:spPr>
                  <a:xfrm>
                    <a:off x="7344621" y="4881278"/>
                    <a:ext cx="73686" cy="53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86" h="53909" extrusionOk="0">
                        <a:moveTo>
                          <a:pt x="41930" y="112"/>
                        </a:moveTo>
                        <a:cubicBezTo>
                          <a:pt x="39692" y="-621"/>
                          <a:pt x="28709" y="2055"/>
                          <a:pt x="14517" y="13847"/>
                        </a:cubicBezTo>
                        <a:cubicBezTo>
                          <a:pt x="344" y="25639"/>
                          <a:pt x="-2666" y="46994"/>
                          <a:pt x="2106" y="53909"/>
                        </a:cubicBezTo>
                        <a:lnTo>
                          <a:pt x="73686" y="53481"/>
                        </a:lnTo>
                        <a:cubicBezTo>
                          <a:pt x="69543" y="15266"/>
                          <a:pt x="44149" y="865"/>
                          <a:pt x="41930" y="112"/>
                        </a:cubicBezTo>
                        <a:close/>
                      </a:path>
                    </a:pathLst>
                  </a:custGeom>
                  <a:solidFill>
                    <a:srgbClr val="00174B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84" name="Google Shape;2264;p65">
                    <a:extLst>
                      <a:ext uri="{FF2B5EF4-FFF2-40B4-BE49-F238E27FC236}">
                        <a16:creationId xmlns:a16="http://schemas.microsoft.com/office/drawing/2014/main" id="{4E8B480B-246F-23D5-12DB-031C9D46B867}"/>
                      </a:ext>
                    </a:extLst>
                  </p:cNvPr>
                  <p:cNvGrpSpPr/>
                  <p:nvPr/>
                </p:nvGrpSpPr>
                <p:grpSpPr>
                  <a:xfrm>
                    <a:off x="7393185" y="4841200"/>
                    <a:ext cx="63163" cy="47861"/>
                    <a:chOff x="7393185" y="4841200"/>
                    <a:chExt cx="63163" cy="47861"/>
                  </a:xfrm>
                </p:grpSpPr>
                <p:sp>
                  <p:nvSpPr>
                    <p:cNvPr id="685" name="Google Shape;2265;p65">
                      <a:extLst>
                        <a:ext uri="{FF2B5EF4-FFF2-40B4-BE49-F238E27FC236}">
                          <a16:creationId xmlns:a16="http://schemas.microsoft.com/office/drawing/2014/main" id="{5EC9603E-E3D6-8470-B568-D8A49E1679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93185" y="4868367"/>
                      <a:ext cx="22518" cy="2069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18" h="20694" extrusionOk="0">
                          <a:moveTo>
                            <a:pt x="21284" y="13491"/>
                          </a:moveTo>
                          <a:cubicBezTo>
                            <a:pt x="23160" y="15348"/>
                            <a:pt x="22855" y="18101"/>
                            <a:pt x="20655" y="19653"/>
                          </a:cubicBezTo>
                          <a:lnTo>
                            <a:pt x="20655" y="19653"/>
                          </a:lnTo>
                          <a:cubicBezTo>
                            <a:pt x="18455" y="21216"/>
                            <a:pt x="15159" y="20996"/>
                            <a:pt x="13302" y="19148"/>
                          </a:cubicBezTo>
                          <a:lnTo>
                            <a:pt x="1224" y="7204"/>
                          </a:lnTo>
                          <a:cubicBezTo>
                            <a:pt x="-633" y="5356"/>
                            <a:pt x="-348" y="2604"/>
                            <a:pt x="1881" y="1032"/>
                          </a:cubicBezTo>
                          <a:lnTo>
                            <a:pt x="1881" y="1032"/>
                          </a:lnTo>
                          <a:cubicBezTo>
                            <a:pt x="4082" y="-521"/>
                            <a:pt x="7358" y="-301"/>
                            <a:pt x="9235" y="1556"/>
                          </a:cubicBezTo>
                          <a:lnTo>
                            <a:pt x="21284" y="1349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6" name="Google Shape;2266;p65">
                      <a:extLst>
                        <a:ext uri="{FF2B5EF4-FFF2-40B4-BE49-F238E27FC236}">
                          <a16:creationId xmlns:a16="http://schemas.microsoft.com/office/drawing/2014/main" id="{613BD88B-3201-1E4C-AC49-A0291E016F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06732" y="4859308"/>
                      <a:ext cx="22509" cy="2069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09" h="20694" extrusionOk="0">
                          <a:moveTo>
                            <a:pt x="21281" y="13491"/>
                          </a:moveTo>
                          <a:cubicBezTo>
                            <a:pt x="23139" y="15338"/>
                            <a:pt x="22853" y="18101"/>
                            <a:pt x="20672" y="19653"/>
                          </a:cubicBezTo>
                          <a:lnTo>
                            <a:pt x="20672" y="19653"/>
                          </a:lnTo>
                          <a:cubicBezTo>
                            <a:pt x="18443" y="21215"/>
                            <a:pt x="15147" y="20996"/>
                            <a:pt x="13271" y="19149"/>
                          </a:cubicBezTo>
                          <a:lnTo>
                            <a:pt x="1241" y="7204"/>
                          </a:lnTo>
                          <a:cubicBezTo>
                            <a:pt x="-636" y="5366"/>
                            <a:pt x="-350" y="2584"/>
                            <a:pt x="1869" y="1032"/>
                          </a:cubicBezTo>
                          <a:lnTo>
                            <a:pt x="1869" y="1032"/>
                          </a:lnTo>
                          <a:cubicBezTo>
                            <a:pt x="4051" y="-521"/>
                            <a:pt x="7365" y="-302"/>
                            <a:pt x="9223" y="1556"/>
                          </a:cubicBezTo>
                          <a:lnTo>
                            <a:pt x="21281" y="1349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7" name="Google Shape;2267;p65">
                      <a:extLst>
                        <a:ext uri="{FF2B5EF4-FFF2-40B4-BE49-F238E27FC236}">
                          <a16:creationId xmlns:a16="http://schemas.microsoft.com/office/drawing/2014/main" id="{B716B4C7-E2D9-1AF0-45DB-0AD90538A3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20277" y="4850256"/>
                      <a:ext cx="22522" cy="206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22" h="20697" extrusionOk="0">
                          <a:moveTo>
                            <a:pt x="21281" y="13484"/>
                          </a:moveTo>
                          <a:cubicBezTo>
                            <a:pt x="23158" y="15332"/>
                            <a:pt x="22872" y="18094"/>
                            <a:pt x="20653" y="19657"/>
                          </a:cubicBezTo>
                          <a:lnTo>
                            <a:pt x="20653" y="19657"/>
                          </a:lnTo>
                          <a:cubicBezTo>
                            <a:pt x="18452" y="21219"/>
                            <a:pt x="15157" y="20999"/>
                            <a:pt x="13299" y="19152"/>
                          </a:cubicBezTo>
                          <a:lnTo>
                            <a:pt x="1241" y="7207"/>
                          </a:lnTo>
                          <a:cubicBezTo>
                            <a:pt x="-636" y="5369"/>
                            <a:pt x="-350" y="2588"/>
                            <a:pt x="1869" y="1045"/>
                          </a:cubicBezTo>
                          <a:lnTo>
                            <a:pt x="1869" y="1045"/>
                          </a:lnTo>
                          <a:cubicBezTo>
                            <a:pt x="4070" y="-527"/>
                            <a:pt x="7375" y="-298"/>
                            <a:pt x="9251" y="1550"/>
                          </a:cubicBezTo>
                          <a:lnTo>
                            <a:pt x="21281" y="1348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8" name="Google Shape;2268;p65">
                      <a:extLst>
                        <a:ext uri="{FF2B5EF4-FFF2-40B4-BE49-F238E27FC236}">
                          <a16:creationId xmlns:a16="http://schemas.microsoft.com/office/drawing/2014/main" id="{A8B24DDC-6DED-FAEA-80FB-7EF2BDBB63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33822" y="4841200"/>
                      <a:ext cx="22526" cy="206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526" h="20698" extrusionOk="0">
                          <a:moveTo>
                            <a:pt x="21300" y="13492"/>
                          </a:moveTo>
                          <a:cubicBezTo>
                            <a:pt x="23157" y="15340"/>
                            <a:pt x="22871" y="18093"/>
                            <a:pt x="20671" y="19664"/>
                          </a:cubicBezTo>
                          <a:lnTo>
                            <a:pt x="20671" y="19664"/>
                          </a:lnTo>
                          <a:cubicBezTo>
                            <a:pt x="18471" y="21227"/>
                            <a:pt x="15146" y="20988"/>
                            <a:pt x="13289" y="19150"/>
                          </a:cubicBezTo>
                          <a:lnTo>
                            <a:pt x="1230" y="7215"/>
                          </a:lnTo>
                          <a:cubicBezTo>
                            <a:pt x="-627" y="5358"/>
                            <a:pt x="-360" y="2596"/>
                            <a:pt x="1888" y="1034"/>
                          </a:cubicBezTo>
                          <a:lnTo>
                            <a:pt x="1888" y="1034"/>
                          </a:lnTo>
                          <a:cubicBezTo>
                            <a:pt x="4069" y="-529"/>
                            <a:pt x="7364" y="-290"/>
                            <a:pt x="9241" y="1548"/>
                          </a:cubicBezTo>
                          <a:lnTo>
                            <a:pt x="21300" y="13492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635" name="Google Shape;2269;p65">
                  <a:extLst>
                    <a:ext uri="{FF2B5EF4-FFF2-40B4-BE49-F238E27FC236}">
                      <a16:creationId xmlns:a16="http://schemas.microsoft.com/office/drawing/2014/main" id="{02A2A05F-DBAC-AE79-AEC7-D5316BEED903}"/>
                    </a:ext>
                  </a:extLst>
                </p:cNvPr>
                <p:cNvSpPr/>
                <p:nvPr/>
              </p:nvSpPr>
              <p:spPr>
                <a:xfrm>
                  <a:off x="6949630" y="4652105"/>
                  <a:ext cx="161591" cy="155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591" h="155866" extrusionOk="0">
                      <a:moveTo>
                        <a:pt x="4944" y="0"/>
                      </a:moveTo>
                      <a:cubicBezTo>
                        <a:pt x="3801" y="31652"/>
                        <a:pt x="1648" y="92021"/>
                        <a:pt x="0" y="140532"/>
                      </a:cubicBezTo>
                      <a:lnTo>
                        <a:pt x="130150" y="155867"/>
                      </a:lnTo>
                      <a:cubicBezTo>
                        <a:pt x="140846" y="110414"/>
                        <a:pt x="154486" y="50025"/>
                        <a:pt x="161592" y="18479"/>
                      </a:cubicBezTo>
                      <a:lnTo>
                        <a:pt x="4944" y="0"/>
                      </a:lnTo>
                      <a:close/>
                    </a:path>
                  </a:pathLst>
                </a:custGeom>
                <a:solidFill>
                  <a:srgbClr val="ED806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2270;p65">
                  <a:extLst>
                    <a:ext uri="{FF2B5EF4-FFF2-40B4-BE49-F238E27FC236}">
                      <a16:creationId xmlns:a16="http://schemas.microsoft.com/office/drawing/2014/main" id="{335F1994-94B7-37A2-AF9F-2B76BF237861}"/>
                    </a:ext>
                  </a:extLst>
                </p:cNvPr>
                <p:cNvSpPr/>
                <p:nvPr/>
              </p:nvSpPr>
              <p:spPr>
                <a:xfrm>
                  <a:off x="7415136" y="4661239"/>
                  <a:ext cx="165039" cy="150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39" h="150333" extrusionOk="0">
                      <a:moveTo>
                        <a:pt x="0" y="13526"/>
                      </a:moveTo>
                      <a:cubicBezTo>
                        <a:pt x="7734" y="44920"/>
                        <a:pt x="22193" y="103527"/>
                        <a:pt x="33842" y="150333"/>
                      </a:cubicBezTo>
                      <a:lnTo>
                        <a:pt x="165040" y="139103"/>
                      </a:lnTo>
                      <a:cubicBezTo>
                        <a:pt x="163011" y="93459"/>
                        <a:pt x="159763" y="32499"/>
                        <a:pt x="157972" y="0"/>
                      </a:cubicBezTo>
                      <a:lnTo>
                        <a:pt x="0" y="13526"/>
                      </a:lnTo>
                      <a:close/>
                    </a:path>
                  </a:pathLst>
                </a:custGeom>
                <a:solidFill>
                  <a:srgbClr val="ED806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2271;p65">
                  <a:extLst>
                    <a:ext uri="{FF2B5EF4-FFF2-40B4-BE49-F238E27FC236}">
                      <a16:creationId xmlns:a16="http://schemas.microsoft.com/office/drawing/2014/main" id="{B9EA1DC8-85E5-FDD3-2EC6-6EC87CD35373}"/>
                    </a:ext>
                  </a:extLst>
                </p:cNvPr>
                <p:cNvSpPr/>
                <p:nvPr/>
              </p:nvSpPr>
              <p:spPr>
                <a:xfrm>
                  <a:off x="6931621" y="3381432"/>
                  <a:ext cx="671423" cy="1406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423" h="1406623" extrusionOk="0">
                      <a:moveTo>
                        <a:pt x="63" y="706003"/>
                      </a:moveTo>
                      <a:lnTo>
                        <a:pt x="54" y="680009"/>
                      </a:lnTo>
                      <a:cubicBezTo>
                        <a:pt x="359" y="673941"/>
                        <a:pt x="1349" y="668027"/>
                        <a:pt x="2921" y="662292"/>
                      </a:cubicBezTo>
                      <a:cubicBezTo>
                        <a:pt x="7950" y="583721"/>
                        <a:pt x="19514" y="402393"/>
                        <a:pt x="26924" y="283140"/>
                      </a:cubicBezTo>
                      <a:cubicBezTo>
                        <a:pt x="26143" y="276530"/>
                        <a:pt x="25876" y="269443"/>
                        <a:pt x="26276" y="261776"/>
                      </a:cubicBezTo>
                      <a:cubicBezTo>
                        <a:pt x="35678" y="79943"/>
                        <a:pt x="68596" y="6267"/>
                        <a:pt x="68596" y="0"/>
                      </a:cubicBezTo>
                      <a:lnTo>
                        <a:pt x="458911" y="7839"/>
                      </a:lnTo>
                      <a:cubicBezTo>
                        <a:pt x="458911" y="7839"/>
                        <a:pt x="510642" y="87782"/>
                        <a:pt x="521614" y="170859"/>
                      </a:cubicBezTo>
                      <a:cubicBezTo>
                        <a:pt x="532587" y="253936"/>
                        <a:pt x="529454" y="390316"/>
                        <a:pt x="529454" y="395011"/>
                      </a:cubicBezTo>
                      <a:cubicBezTo>
                        <a:pt x="529454" y="395211"/>
                        <a:pt x="529130" y="395250"/>
                        <a:pt x="528539" y="395154"/>
                      </a:cubicBezTo>
                      <a:cubicBezTo>
                        <a:pt x="543341" y="521703"/>
                        <a:pt x="558009" y="651310"/>
                        <a:pt x="560514" y="673522"/>
                      </a:cubicBezTo>
                      <a:cubicBezTo>
                        <a:pt x="560819" y="674637"/>
                        <a:pt x="561124" y="675742"/>
                        <a:pt x="561391" y="676875"/>
                      </a:cubicBezTo>
                      <a:lnTo>
                        <a:pt x="671424" y="1386754"/>
                      </a:lnTo>
                      <a:lnTo>
                        <a:pt x="626418" y="1391717"/>
                      </a:lnTo>
                      <a:lnTo>
                        <a:pt x="621951" y="1392222"/>
                      </a:lnTo>
                      <a:lnTo>
                        <a:pt x="491573" y="1406624"/>
                      </a:lnTo>
                      <a:lnTo>
                        <a:pt x="336391" y="719128"/>
                      </a:lnTo>
                      <a:cubicBezTo>
                        <a:pt x="336191" y="718252"/>
                        <a:pt x="336039" y="717366"/>
                        <a:pt x="335858" y="716490"/>
                      </a:cubicBezTo>
                      <a:cubicBezTo>
                        <a:pt x="335324" y="714527"/>
                        <a:pt x="334839" y="712537"/>
                        <a:pt x="334448" y="710518"/>
                      </a:cubicBezTo>
                      <a:cubicBezTo>
                        <a:pt x="334448" y="710518"/>
                        <a:pt x="302206" y="533543"/>
                        <a:pt x="274069" y="385534"/>
                      </a:cubicBezTo>
                      <a:cubicBezTo>
                        <a:pt x="253428" y="538029"/>
                        <a:pt x="228940" y="718042"/>
                        <a:pt x="228940" y="718042"/>
                      </a:cubicBezTo>
                      <a:cubicBezTo>
                        <a:pt x="228330" y="723633"/>
                        <a:pt x="227130" y="729063"/>
                        <a:pt x="225444" y="734311"/>
                      </a:cubicBezTo>
                      <a:lnTo>
                        <a:pt x="176867" y="1393498"/>
                      </a:lnTo>
                      <a:lnTo>
                        <a:pt x="134004" y="1387850"/>
                      </a:lnTo>
                      <a:lnTo>
                        <a:pt x="129546" y="1387278"/>
                      </a:lnTo>
                      <a:lnTo>
                        <a:pt x="225" y="1370238"/>
                      </a:lnTo>
                      <a:lnTo>
                        <a:pt x="73" y="712680"/>
                      </a:lnTo>
                      <a:cubicBezTo>
                        <a:pt x="-13" y="710451"/>
                        <a:pt x="-32" y="708231"/>
                        <a:pt x="63" y="70600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2272;p65">
                  <a:extLst>
                    <a:ext uri="{FF2B5EF4-FFF2-40B4-BE49-F238E27FC236}">
                      <a16:creationId xmlns:a16="http://schemas.microsoft.com/office/drawing/2014/main" id="{2938A04A-372A-957B-BF78-E61A03428B3C}"/>
                    </a:ext>
                  </a:extLst>
                </p:cNvPr>
                <p:cNvSpPr/>
                <p:nvPr/>
              </p:nvSpPr>
              <p:spPr>
                <a:xfrm>
                  <a:off x="7156494" y="3408549"/>
                  <a:ext cx="52415" cy="35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15" h="353148" extrusionOk="0">
                      <a:moveTo>
                        <a:pt x="13068" y="215427"/>
                      </a:moveTo>
                      <a:lnTo>
                        <a:pt x="13211" y="215446"/>
                      </a:lnTo>
                      <a:cubicBezTo>
                        <a:pt x="13868" y="207854"/>
                        <a:pt x="26308" y="67485"/>
                        <a:pt x="31813" y="0"/>
                      </a:cubicBezTo>
                      <a:lnTo>
                        <a:pt x="27089" y="191"/>
                      </a:lnTo>
                      <a:cubicBezTo>
                        <a:pt x="22736" y="53445"/>
                        <a:pt x="14087" y="151895"/>
                        <a:pt x="10325" y="194501"/>
                      </a:cubicBezTo>
                      <a:cubicBezTo>
                        <a:pt x="9811" y="189395"/>
                        <a:pt x="9382" y="184318"/>
                        <a:pt x="9106" y="179241"/>
                      </a:cubicBezTo>
                      <a:cubicBezTo>
                        <a:pt x="6305" y="129607"/>
                        <a:pt x="5181" y="53873"/>
                        <a:pt x="4705" y="1086"/>
                      </a:cubicBezTo>
                      <a:lnTo>
                        <a:pt x="0" y="1276"/>
                      </a:lnTo>
                      <a:cubicBezTo>
                        <a:pt x="467" y="54112"/>
                        <a:pt x="1600" y="129845"/>
                        <a:pt x="4400" y="179527"/>
                      </a:cubicBezTo>
                      <a:cubicBezTo>
                        <a:pt x="9077" y="262452"/>
                        <a:pt x="47710" y="352254"/>
                        <a:pt x="48092" y="353149"/>
                      </a:cubicBezTo>
                      <a:lnTo>
                        <a:pt x="52416" y="351272"/>
                      </a:lnTo>
                      <a:cubicBezTo>
                        <a:pt x="52054" y="350511"/>
                        <a:pt x="24127" y="285522"/>
                        <a:pt x="13068" y="215427"/>
                      </a:cubicBezTo>
                      <a:close/>
                    </a:path>
                  </a:pathLst>
                </a:custGeom>
                <a:solidFill>
                  <a:srgbClr val="00174B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39" name="Google Shape;2273;p65">
                  <a:extLst>
                    <a:ext uri="{FF2B5EF4-FFF2-40B4-BE49-F238E27FC236}">
                      <a16:creationId xmlns:a16="http://schemas.microsoft.com/office/drawing/2014/main" id="{35FD86D5-9473-8FA6-31B6-1132930B31C1}"/>
                    </a:ext>
                  </a:extLst>
                </p:cNvPr>
                <p:cNvGrpSpPr/>
                <p:nvPr/>
              </p:nvGrpSpPr>
              <p:grpSpPr>
                <a:xfrm>
                  <a:off x="6613256" y="2488520"/>
                  <a:ext cx="1110183" cy="1470793"/>
                  <a:chOff x="6613256" y="2488520"/>
                  <a:chExt cx="1110183" cy="1470793"/>
                </a:xfrm>
              </p:grpSpPr>
              <p:sp>
                <p:nvSpPr>
                  <p:cNvPr id="648" name="Google Shape;2274;p65">
                    <a:extLst>
                      <a:ext uri="{FF2B5EF4-FFF2-40B4-BE49-F238E27FC236}">
                        <a16:creationId xmlns:a16="http://schemas.microsoft.com/office/drawing/2014/main" id="{CE976C04-7FF6-AA80-4871-82781D242E49}"/>
                      </a:ext>
                    </a:extLst>
                  </p:cNvPr>
                  <p:cNvSpPr/>
                  <p:nvPr/>
                </p:nvSpPr>
                <p:spPr>
                  <a:xfrm>
                    <a:off x="6711876" y="2713472"/>
                    <a:ext cx="115338" cy="89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338" h="89125" extrusionOk="0">
                        <a:moveTo>
                          <a:pt x="0" y="42986"/>
                        </a:moveTo>
                        <a:lnTo>
                          <a:pt x="25165" y="0"/>
                        </a:lnTo>
                        <a:lnTo>
                          <a:pt x="115338" y="52426"/>
                        </a:lnTo>
                        <a:lnTo>
                          <a:pt x="97517" y="89125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9" name="Google Shape;2275;p65">
                    <a:extLst>
                      <a:ext uri="{FF2B5EF4-FFF2-40B4-BE49-F238E27FC236}">
                        <a16:creationId xmlns:a16="http://schemas.microsoft.com/office/drawing/2014/main" id="{B9F5706B-3FB3-4194-FE88-6753FA67C5BE}"/>
                      </a:ext>
                    </a:extLst>
                  </p:cNvPr>
                  <p:cNvSpPr/>
                  <p:nvPr/>
                </p:nvSpPr>
                <p:spPr>
                  <a:xfrm>
                    <a:off x="6848894" y="2770086"/>
                    <a:ext cx="703954" cy="11892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3954" h="1189227" extrusionOk="0">
                        <a:moveTo>
                          <a:pt x="703955" y="1184684"/>
                        </a:moveTo>
                        <a:lnTo>
                          <a:pt x="467268" y="1186208"/>
                        </a:lnTo>
                        <a:lnTo>
                          <a:pt x="287188" y="1187380"/>
                        </a:lnTo>
                        <a:lnTo>
                          <a:pt x="0" y="1189228"/>
                        </a:lnTo>
                        <a:cubicBezTo>
                          <a:pt x="0" y="1181284"/>
                          <a:pt x="102165" y="848509"/>
                          <a:pt x="108995" y="577951"/>
                        </a:cubicBezTo>
                        <a:cubicBezTo>
                          <a:pt x="113890" y="383927"/>
                          <a:pt x="24612" y="240528"/>
                          <a:pt x="22708" y="185531"/>
                        </a:cubicBezTo>
                        <a:cubicBezTo>
                          <a:pt x="20688" y="127009"/>
                          <a:pt x="110147" y="73860"/>
                          <a:pt x="221351" y="39255"/>
                        </a:cubicBezTo>
                        <a:cubicBezTo>
                          <a:pt x="223028" y="38722"/>
                          <a:pt x="224733" y="38198"/>
                          <a:pt x="226428" y="37684"/>
                        </a:cubicBezTo>
                        <a:cubicBezTo>
                          <a:pt x="284683" y="19939"/>
                          <a:pt x="348558" y="7289"/>
                          <a:pt x="408184" y="1574"/>
                        </a:cubicBezTo>
                        <a:cubicBezTo>
                          <a:pt x="410442" y="1355"/>
                          <a:pt x="412680" y="1155"/>
                          <a:pt x="414928" y="965"/>
                        </a:cubicBezTo>
                        <a:cubicBezTo>
                          <a:pt x="493976" y="-5960"/>
                          <a:pt x="564480" y="25901"/>
                          <a:pt x="603733" y="48323"/>
                        </a:cubicBezTo>
                        <a:cubicBezTo>
                          <a:pt x="622173" y="102073"/>
                          <a:pt x="598770" y="279657"/>
                          <a:pt x="606866" y="572017"/>
                        </a:cubicBezTo>
                        <a:cubicBezTo>
                          <a:pt x="614286" y="840298"/>
                          <a:pt x="703955" y="1184684"/>
                          <a:pt x="703955" y="1184684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0" name="Google Shape;2276;p65">
                    <a:extLst>
                      <a:ext uri="{FF2B5EF4-FFF2-40B4-BE49-F238E27FC236}">
                        <a16:creationId xmlns:a16="http://schemas.microsoft.com/office/drawing/2014/main" id="{08505EE4-09C6-A997-1099-3D91E2AA424F}"/>
                      </a:ext>
                    </a:extLst>
                  </p:cNvPr>
                  <p:cNvSpPr/>
                  <p:nvPr/>
                </p:nvSpPr>
                <p:spPr>
                  <a:xfrm>
                    <a:off x="7070245" y="2771051"/>
                    <a:ext cx="195815" cy="6593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5815" h="659358" extrusionOk="0">
                        <a:moveTo>
                          <a:pt x="195815" y="659359"/>
                        </a:moveTo>
                        <a:lnTo>
                          <a:pt x="95641" y="648529"/>
                        </a:lnTo>
                        <a:lnTo>
                          <a:pt x="0" y="38291"/>
                        </a:lnTo>
                        <a:cubicBezTo>
                          <a:pt x="1677" y="37757"/>
                          <a:pt x="3381" y="37233"/>
                          <a:pt x="5077" y="36719"/>
                        </a:cubicBezTo>
                        <a:cubicBezTo>
                          <a:pt x="63332" y="18974"/>
                          <a:pt x="127206" y="6325"/>
                          <a:pt x="186833" y="610"/>
                        </a:cubicBezTo>
                        <a:cubicBezTo>
                          <a:pt x="189091" y="391"/>
                          <a:pt x="191329" y="191"/>
                          <a:pt x="193577" y="0"/>
                        </a:cubicBezTo>
                        <a:lnTo>
                          <a:pt x="195815" y="659359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1" name="Google Shape;2277;p65">
                    <a:extLst>
                      <a:ext uri="{FF2B5EF4-FFF2-40B4-BE49-F238E27FC236}">
                        <a16:creationId xmlns:a16="http://schemas.microsoft.com/office/drawing/2014/main" id="{5E48EFDB-A80E-8B2D-BAEE-639D1AE3FB17}"/>
                      </a:ext>
                    </a:extLst>
                  </p:cNvPr>
                  <p:cNvSpPr/>
                  <p:nvPr/>
                </p:nvSpPr>
                <p:spPr>
                  <a:xfrm>
                    <a:off x="7049014" y="2787986"/>
                    <a:ext cx="230200" cy="106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200" h="106531" extrusionOk="0">
                        <a:moveTo>
                          <a:pt x="230200" y="0"/>
                        </a:moveTo>
                        <a:lnTo>
                          <a:pt x="229476" y="21774"/>
                        </a:lnTo>
                        <a:cubicBezTo>
                          <a:pt x="210179" y="66037"/>
                          <a:pt x="170088" y="99060"/>
                          <a:pt x="120301" y="105651"/>
                        </a:cubicBezTo>
                        <a:cubicBezTo>
                          <a:pt x="82134" y="110719"/>
                          <a:pt x="28651" y="93231"/>
                          <a:pt x="0" y="70647"/>
                        </a:cubicBezTo>
                        <a:lnTo>
                          <a:pt x="7696" y="44196"/>
                        </a:lnTo>
                        <a:cubicBezTo>
                          <a:pt x="79010" y="22489"/>
                          <a:pt x="157210" y="7001"/>
                          <a:pt x="23020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2" name="Google Shape;2278;p65">
                    <a:extLst>
                      <a:ext uri="{FF2B5EF4-FFF2-40B4-BE49-F238E27FC236}">
                        <a16:creationId xmlns:a16="http://schemas.microsoft.com/office/drawing/2014/main" id="{917C89C5-E0E4-912B-9BAE-480544FE33D4}"/>
                      </a:ext>
                    </a:extLst>
                  </p:cNvPr>
                  <p:cNvSpPr/>
                  <p:nvPr/>
                </p:nvSpPr>
                <p:spPr>
                  <a:xfrm>
                    <a:off x="6982272" y="2754106"/>
                    <a:ext cx="186547" cy="666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6547" h="666692" extrusionOk="0">
                        <a:moveTo>
                          <a:pt x="49073" y="67618"/>
                        </a:moveTo>
                        <a:cubicBezTo>
                          <a:pt x="47120" y="85677"/>
                          <a:pt x="0" y="322164"/>
                          <a:pt x="0" y="322164"/>
                        </a:cubicBezTo>
                        <a:lnTo>
                          <a:pt x="82620" y="276292"/>
                        </a:lnTo>
                        <a:lnTo>
                          <a:pt x="32204" y="362198"/>
                        </a:lnTo>
                        <a:lnTo>
                          <a:pt x="186547" y="666693"/>
                        </a:lnTo>
                        <a:lnTo>
                          <a:pt x="115614" y="87097"/>
                        </a:lnTo>
                        <a:lnTo>
                          <a:pt x="135636" y="0"/>
                        </a:lnTo>
                        <a:lnTo>
                          <a:pt x="49073" y="67618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3" name="Google Shape;2279;p65">
                    <a:extLst>
                      <a:ext uri="{FF2B5EF4-FFF2-40B4-BE49-F238E27FC236}">
                        <a16:creationId xmlns:a16="http://schemas.microsoft.com/office/drawing/2014/main" id="{897904E5-068D-C51F-0FD1-A0C60222704A}"/>
                      </a:ext>
                    </a:extLst>
                  </p:cNvPr>
                  <p:cNvSpPr/>
                  <p:nvPr/>
                </p:nvSpPr>
                <p:spPr>
                  <a:xfrm>
                    <a:off x="7203052" y="2737694"/>
                    <a:ext cx="203730" cy="6932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730" h="693210" extrusionOk="0">
                        <a:moveTo>
                          <a:pt x="106909" y="31556"/>
                        </a:moveTo>
                        <a:cubicBezTo>
                          <a:pt x="111100" y="49235"/>
                          <a:pt x="203730" y="328146"/>
                          <a:pt x="203730" y="328146"/>
                        </a:cubicBezTo>
                        <a:lnTo>
                          <a:pt x="116033" y="292913"/>
                        </a:lnTo>
                        <a:lnTo>
                          <a:pt x="176746" y="371875"/>
                        </a:lnTo>
                        <a:lnTo>
                          <a:pt x="61512" y="693210"/>
                        </a:lnTo>
                        <a:lnTo>
                          <a:pt x="45234" y="75371"/>
                        </a:lnTo>
                        <a:lnTo>
                          <a:pt x="0" y="0"/>
                        </a:lnTo>
                        <a:lnTo>
                          <a:pt x="106909" y="31556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4" name="Google Shape;2280;p65">
                    <a:extLst>
                      <a:ext uri="{FF2B5EF4-FFF2-40B4-BE49-F238E27FC236}">
                        <a16:creationId xmlns:a16="http://schemas.microsoft.com/office/drawing/2014/main" id="{FCFABA13-56A2-8CFD-8688-B39E4F0E93C1}"/>
                      </a:ext>
                    </a:extLst>
                  </p:cNvPr>
                  <p:cNvSpPr/>
                  <p:nvPr/>
                </p:nvSpPr>
                <p:spPr>
                  <a:xfrm>
                    <a:off x="7136082" y="3420799"/>
                    <a:ext cx="180079" cy="5366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079" h="536666" extrusionOk="0">
                        <a:moveTo>
                          <a:pt x="180080" y="535496"/>
                        </a:moveTo>
                        <a:lnTo>
                          <a:pt x="0" y="536667"/>
                        </a:lnTo>
                        <a:lnTo>
                          <a:pt x="32737" y="0"/>
                        </a:lnTo>
                        <a:lnTo>
                          <a:pt x="128359" y="1229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5" name="Google Shape;2281;p65">
                    <a:extLst>
                      <a:ext uri="{FF2B5EF4-FFF2-40B4-BE49-F238E27FC236}">
                        <a16:creationId xmlns:a16="http://schemas.microsoft.com/office/drawing/2014/main" id="{E10565FB-4CA6-19E3-2492-B2C28DB93C9C}"/>
                      </a:ext>
                    </a:extLst>
                  </p:cNvPr>
                  <p:cNvSpPr/>
                  <p:nvPr/>
                </p:nvSpPr>
                <p:spPr>
                  <a:xfrm>
                    <a:off x="7345813" y="3492360"/>
                    <a:ext cx="97564" cy="1450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564" h="145037" extrusionOk="0">
                        <a:moveTo>
                          <a:pt x="7906" y="0"/>
                        </a:moveTo>
                        <a:lnTo>
                          <a:pt x="97565" y="110757"/>
                        </a:lnTo>
                        <a:lnTo>
                          <a:pt x="84382" y="145037"/>
                        </a:lnTo>
                        <a:lnTo>
                          <a:pt x="0" y="21098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6" name="Google Shape;2282;p65">
                    <a:extLst>
                      <a:ext uri="{FF2B5EF4-FFF2-40B4-BE49-F238E27FC236}">
                        <a16:creationId xmlns:a16="http://schemas.microsoft.com/office/drawing/2014/main" id="{EDF553BE-2C7F-5A02-8F8C-5CAFC244A765}"/>
                      </a:ext>
                    </a:extLst>
                  </p:cNvPr>
                  <p:cNvSpPr/>
                  <p:nvPr/>
                </p:nvSpPr>
                <p:spPr>
                  <a:xfrm>
                    <a:off x="7012171" y="3503180"/>
                    <a:ext cx="100526" cy="1454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526" h="145494" extrusionOk="0">
                        <a:moveTo>
                          <a:pt x="99260" y="0"/>
                        </a:moveTo>
                        <a:lnTo>
                          <a:pt x="100527" y="21498"/>
                        </a:lnTo>
                        <a:lnTo>
                          <a:pt x="0" y="145494"/>
                        </a:lnTo>
                        <a:lnTo>
                          <a:pt x="0" y="92755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" name="Google Shape;2283;p65">
                    <a:extLst>
                      <a:ext uri="{FF2B5EF4-FFF2-40B4-BE49-F238E27FC236}">
                        <a16:creationId xmlns:a16="http://schemas.microsoft.com/office/drawing/2014/main" id="{1BBDD931-F07D-E97E-EA1E-62E75AA28A7B}"/>
                      </a:ext>
                    </a:extLst>
                  </p:cNvPr>
                  <p:cNvSpPr/>
                  <p:nvPr/>
                </p:nvSpPr>
                <p:spPr>
                  <a:xfrm>
                    <a:off x="6613256" y="2735332"/>
                    <a:ext cx="334792" cy="493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792" h="493300" extrusionOk="0">
                        <a:moveTo>
                          <a:pt x="96182" y="0"/>
                        </a:moveTo>
                        <a:lnTo>
                          <a:pt x="212902" y="53635"/>
                        </a:lnTo>
                        <a:lnTo>
                          <a:pt x="189032" y="241697"/>
                        </a:lnTo>
                        <a:lnTo>
                          <a:pt x="324220" y="139389"/>
                        </a:lnTo>
                        <a:lnTo>
                          <a:pt x="334793" y="422358"/>
                        </a:lnTo>
                        <a:cubicBezTo>
                          <a:pt x="334793" y="422358"/>
                          <a:pt x="119604" y="519379"/>
                          <a:pt x="28259" y="486499"/>
                        </a:cubicBezTo>
                        <a:cubicBezTo>
                          <a:pt x="-63067" y="453609"/>
                          <a:pt x="96182" y="0"/>
                          <a:pt x="96182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8" name="Google Shape;2284;p65">
                    <a:extLst>
                      <a:ext uri="{FF2B5EF4-FFF2-40B4-BE49-F238E27FC236}">
                        <a16:creationId xmlns:a16="http://schemas.microsoft.com/office/drawing/2014/main" id="{54A80DB0-8341-18FE-4F99-373AC20AFA67}"/>
                      </a:ext>
                    </a:extLst>
                  </p:cNvPr>
                  <p:cNvSpPr/>
                  <p:nvPr/>
                </p:nvSpPr>
                <p:spPr>
                  <a:xfrm>
                    <a:off x="7349290" y="2818409"/>
                    <a:ext cx="374149" cy="4926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4149" h="492635" extrusionOk="0">
                        <a:moveTo>
                          <a:pt x="103337" y="0"/>
                        </a:moveTo>
                        <a:cubicBezTo>
                          <a:pt x="103337" y="0"/>
                          <a:pt x="391420" y="333851"/>
                          <a:pt x="373332" y="391563"/>
                        </a:cubicBezTo>
                        <a:cubicBezTo>
                          <a:pt x="308867" y="597246"/>
                          <a:pt x="69418" y="425329"/>
                          <a:pt x="69418" y="425329"/>
                        </a:cubicBezTo>
                        <a:lnTo>
                          <a:pt x="0" y="352254"/>
                        </a:lnTo>
                        <a:lnTo>
                          <a:pt x="103337" y="0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9" name="Google Shape;2285;p65">
                    <a:extLst>
                      <a:ext uri="{FF2B5EF4-FFF2-40B4-BE49-F238E27FC236}">
                        <a16:creationId xmlns:a16="http://schemas.microsoft.com/office/drawing/2014/main" id="{118C49EC-663B-5F87-D1D8-49F42E45AA84}"/>
                      </a:ext>
                    </a:extLst>
                  </p:cNvPr>
                  <p:cNvSpPr/>
                  <p:nvPr/>
                </p:nvSpPr>
                <p:spPr>
                  <a:xfrm>
                    <a:off x="7544200" y="3113903"/>
                    <a:ext cx="81629" cy="1447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29" h="144779" extrusionOk="0">
                        <a:moveTo>
                          <a:pt x="81629" y="72390"/>
                        </a:moveTo>
                        <a:cubicBezTo>
                          <a:pt x="81629" y="112370"/>
                          <a:pt x="63356" y="144780"/>
                          <a:pt x="40815" y="144780"/>
                        </a:cubicBezTo>
                        <a:cubicBezTo>
                          <a:pt x="18273" y="144780"/>
                          <a:pt x="0" y="112370"/>
                          <a:pt x="0" y="72390"/>
                        </a:cubicBezTo>
                        <a:cubicBezTo>
                          <a:pt x="0" y="32410"/>
                          <a:pt x="18273" y="0"/>
                          <a:pt x="40815" y="0"/>
                        </a:cubicBezTo>
                        <a:cubicBezTo>
                          <a:pt x="63356" y="0"/>
                          <a:pt x="81629" y="32410"/>
                          <a:pt x="81629" y="7239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0" name="Google Shape;2286;p65">
                    <a:extLst>
                      <a:ext uri="{FF2B5EF4-FFF2-40B4-BE49-F238E27FC236}">
                        <a16:creationId xmlns:a16="http://schemas.microsoft.com/office/drawing/2014/main" id="{68B865B5-1786-82C5-7610-E870CCF9B73E}"/>
                      </a:ext>
                    </a:extLst>
                  </p:cNvPr>
                  <p:cNvSpPr/>
                  <p:nvPr/>
                </p:nvSpPr>
                <p:spPr>
                  <a:xfrm>
                    <a:off x="7179944" y="2927346"/>
                    <a:ext cx="414128" cy="4773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4128" h="477374" extrusionOk="0">
                        <a:moveTo>
                          <a:pt x="0" y="54426"/>
                        </a:moveTo>
                        <a:lnTo>
                          <a:pt x="364436" y="0"/>
                        </a:lnTo>
                        <a:lnTo>
                          <a:pt x="414128" y="414128"/>
                        </a:lnTo>
                        <a:lnTo>
                          <a:pt x="60636" y="47737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1" name="Google Shape;2287;p65">
                    <a:extLst>
                      <a:ext uri="{FF2B5EF4-FFF2-40B4-BE49-F238E27FC236}">
                        <a16:creationId xmlns:a16="http://schemas.microsoft.com/office/drawing/2014/main" id="{EF315B27-10C2-161C-55AE-B9BA0C6E952C}"/>
                      </a:ext>
                    </a:extLst>
                  </p:cNvPr>
                  <p:cNvSpPr/>
                  <p:nvPr/>
                </p:nvSpPr>
                <p:spPr>
                  <a:xfrm>
                    <a:off x="7513174" y="3087481"/>
                    <a:ext cx="80662" cy="138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662" h="138875" extrusionOk="0">
                        <a:moveTo>
                          <a:pt x="55714" y="0"/>
                        </a:moveTo>
                        <a:cubicBezTo>
                          <a:pt x="55714" y="0"/>
                          <a:pt x="2879" y="3343"/>
                          <a:pt x="98" y="19993"/>
                        </a:cubicBezTo>
                        <a:cubicBezTo>
                          <a:pt x="-2674" y="36643"/>
                          <a:pt x="54324" y="30528"/>
                          <a:pt x="54324" y="30528"/>
                        </a:cubicBezTo>
                        <a:cubicBezTo>
                          <a:pt x="54324" y="30528"/>
                          <a:pt x="17862" y="33318"/>
                          <a:pt x="15090" y="49968"/>
                        </a:cubicBezTo>
                        <a:cubicBezTo>
                          <a:pt x="12318" y="66618"/>
                          <a:pt x="57105" y="63827"/>
                          <a:pt x="57105" y="63827"/>
                        </a:cubicBezTo>
                        <a:cubicBezTo>
                          <a:pt x="57105" y="63827"/>
                          <a:pt x="30740" y="80477"/>
                          <a:pt x="33512" y="88802"/>
                        </a:cubicBezTo>
                        <a:cubicBezTo>
                          <a:pt x="36283" y="97126"/>
                          <a:pt x="58486" y="98517"/>
                          <a:pt x="58486" y="98517"/>
                        </a:cubicBezTo>
                        <a:cubicBezTo>
                          <a:pt x="58486" y="98517"/>
                          <a:pt x="26568" y="127654"/>
                          <a:pt x="33512" y="135988"/>
                        </a:cubicBezTo>
                        <a:cubicBezTo>
                          <a:pt x="40446" y="144313"/>
                          <a:pt x="72364" y="133217"/>
                          <a:pt x="76526" y="120720"/>
                        </a:cubicBezTo>
                        <a:cubicBezTo>
                          <a:pt x="80689" y="108232"/>
                          <a:pt x="70973" y="99908"/>
                          <a:pt x="70973" y="99908"/>
                        </a:cubicBezTo>
                        <a:cubicBezTo>
                          <a:pt x="70973" y="99908"/>
                          <a:pt x="88385" y="83953"/>
                          <a:pt x="76526" y="65218"/>
                        </a:cubicBezTo>
                        <a:cubicBezTo>
                          <a:pt x="81108" y="58464"/>
                          <a:pt x="82080" y="34690"/>
                          <a:pt x="73755" y="31909"/>
                        </a:cubicBezTo>
                        <a:cubicBezTo>
                          <a:pt x="65430" y="29146"/>
                          <a:pt x="75145" y="4162"/>
                          <a:pt x="55714" y="0"/>
                        </a:cubicBezTo>
                        <a:close/>
                      </a:path>
                    </a:pathLst>
                  </a:custGeom>
                  <a:solidFill>
                    <a:srgbClr val="EAA49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" name="Google Shape;2288;p65">
                    <a:extLst>
                      <a:ext uri="{FF2B5EF4-FFF2-40B4-BE49-F238E27FC236}">
                        <a16:creationId xmlns:a16="http://schemas.microsoft.com/office/drawing/2014/main" id="{79F0DB43-1E77-45EB-5DCB-42291390C2A4}"/>
                      </a:ext>
                    </a:extLst>
                  </p:cNvPr>
                  <p:cNvSpPr/>
                  <p:nvPr/>
                </p:nvSpPr>
                <p:spPr>
                  <a:xfrm>
                    <a:off x="7294244" y="2944272"/>
                    <a:ext cx="145761" cy="501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761" h="50101" extrusionOk="0">
                        <a:moveTo>
                          <a:pt x="0" y="18431"/>
                        </a:moveTo>
                        <a:lnTo>
                          <a:pt x="2524" y="50101"/>
                        </a:lnTo>
                        <a:lnTo>
                          <a:pt x="145761" y="30480"/>
                        </a:lnTo>
                        <a:lnTo>
                          <a:pt x="143151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2289;p65">
                    <a:extLst>
                      <a:ext uri="{FF2B5EF4-FFF2-40B4-BE49-F238E27FC236}">
                        <a16:creationId xmlns:a16="http://schemas.microsoft.com/office/drawing/2014/main" id="{067FE206-F65D-1B77-A75D-D1375FB95244}"/>
                      </a:ext>
                    </a:extLst>
                  </p:cNvPr>
                  <p:cNvSpPr/>
                  <p:nvPr/>
                </p:nvSpPr>
                <p:spPr>
                  <a:xfrm>
                    <a:off x="6706057" y="2977029"/>
                    <a:ext cx="106327" cy="1768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327" h="176860" extrusionOk="0">
                        <a:moveTo>
                          <a:pt x="96241" y="0"/>
                        </a:moveTo>
                        <a:cubicBezTo>
                          <a:pt x="96241" y="0"/>
                          <a:pt x="93069" y="120063"/>
                          <a:pt x="64675" y="138998"/>
                        </a:cubicBezTo>
                        <a:cubicBezTo>
                          <a:pt x="36281" y="157925"/>
                          <a:pt x="0" y="176860"/>
                          <a:pt x="0" y="176860"/>
                        </a:cubicBezTo>
                        <a:cubicBezTo>
                          <a:pt x="0" y="176860"/>
                          <a:pt x="96231" y="168974"/>
                          <a:pt x="104118" y="131112"/>
                        </a:cubicBezTo>
                        <a:cubicBezTo>
                          <a:pt x="112005" y="93240"/>
                          <a:pt x="96241" y="0"/>
                          <a:pt x="96241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4" name="Google Shape;2290;p65">
                    <a:extLst>
                      <a:ext uri="{FF2B5EF4-FFF2-40B4-BE49-F238E27FC236}">
                        <a16:creationId xmlns:a16="http://schemas.microsoft.com/office/drawing/2014/main" id="{2E755AA3-1ED6-8614-1F84-A0297B6DD7AA}"/>
                      </a:ext>
                    </a:extLst>
                  </p:cNvPr>
                  <p:cNvSpPr/>
                  <p:nvPr/>
                </p:nvSpPr>
                <p:spPr>
                  <a:xfrm>
                    <a:off x="7090743" y="2652007"/>
                    <a:ext cx="131770" cy="2030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770" h="203088" extrusionOk="0">
                        <a:moveTo>
                          <a:pt x="19688" y="140208"/>
                        </a:moveTo>
                        <a:cubicBezTo>
                          <a:pt x="21069" y="146914"/>
                          <a:pt x="23079" y="153276"/>
                          <a:pt x="25603" y="159182"/>
                        </a:cubicBezTo>
                        <a:cubicBezTo>
                          <a:pt x="38300" y="188928"/>
                          <a:pt x="64008" y="207388"/>
                          <a:pt x="88963" y="202225"/>
                        </a:cubicBezTo>
                        <a:lnTo>
                          <a:pt x="90659" y="201873"/>
                        </a:lnTo>
                        <a:cubicBezTo>
                          <a:pt x="120567" y="195691"/>
                          <a:pt x="138036" y="157915"/>
                          <a:pt x="129683" y="117472"/>
                        </a:cubicBezTo>
                        <a:lnTo>
                          <a:pt x="105413" y="0"/>
                        </a:lnTo>
                        <a:lnTo>
                          <a:pt x="0" y="3724"/>
                        </a:lnTo>
                        <a:lnTo>
                          <a:pt x="19688" y="140208"/>
                        </a:lnTo>
                        <a:close/>
                      </a:path>
                    </a:pathLst>
                  </a:custGeom>
                  <a:solidFill>
                    <a:srgbClr val="EAA49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5" name="Google Shape;2291;p65">
                    <a:extLst>
                      <a:ext uri="{FF2B5EF4-FFF2-40B4-BE49-F238E27FC236}">
                        <a16:creationId xmlns:a16="http://schemas.microsoft.com/office/drawing/2014/main" id="{9E02F3F7-69FE-2119-FD9A-8C6A79361047}"/>
                      </a:ext>
                    </a:extLst>
                  </p:cNvPr>
                  <p:cNvSpPr/>
                  <p:nvPr/>
                </p:nvSpPr>
                <p:spPr>
                  <a:xfrm>
                    <a:off x="7047198" y="2537242"/>
                    <a:ext cx="190834" cy="180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34" h="180306" extrusionOk="0">
                        <a:moveTo>
                          <a:pt x="150101" y="6285"/>
                        </a:moveTo>
                        <a:cubicBezTo>
                          <a:pt x="180257" y="30250"/>
                          <a:pt x="185648" y="56548"/>
                          <a:pt x="189144" y="79323"/>
                        </a:cubicBezTo>
                        <a:cubicBezTo>
                          <a:pt x="193925" y="110479"/>
                          <a:pt x="188344" y="136492"/>
                          <a:pt x="175209" y="154246"/>
                        </a:cubicBezTo>
                        <a:cubicBezTo>
                          <a:pt x="164274" y="169029"/>
                          <a:pt x="52946" y="180307"/>
                          <a:pt x="52946" y="180307"/>
                        </a:cubicBezTo>
                        <a:cubicBezTo>
                          <a:pt x="52946" y="180307"/>
                          <a:pt x="19437" y="166448"/>
                          <a:pt x="8674" y="134063"/>
                        </a:cubicBezTo>
                        <a:cubicBezTo>
                          <a:pt x="-5052" y="92772"/>
                          <a:pt x="-1880" y="50395"/>
                          <a:pt x="13903" y="30659"/>
                        </a:cubicBezTo>
                        <a:cubicBezTo>
                          <a:pt x="13903" y="30679"/>
                          <a:pt x="121193" y="-16680"/>
                          <a:pt x="150101" y="6285"/>
                        </a:cubicBez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2292;p65">
                    <a:extLst>
                      <a:ext uri="{FF2B5EF4-FFF2-40B4-BE49-F238E27FC236}">
                        <a16:creationId xmlns:a16="http://schemas.microsoft.com/office/drawing/2014/main" id="{0CCA9383-78ED-8430-676A-6573730E098A}"/>
                      </a:ext>
                    </a:extLst>
                  </p:cNvPr>
                  <p:cNvSpPr/>
                  <p:nvPr/>
                </p:nvSpPr>
                <p:spPr>
                  <a:xfrm>
                    <a:off x="7056230" y="2519534"/>
                    <a:ext cx="168401" cy="2234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01" h="223484" extrusionOk="0">
                        <a:moveTo>
                          <a:pt x="80975" y="0"/>
                        </a:moveTo>
                        <a:cubicBezTo>
                          <a:pt x="80975" y="0"/>
                          <a:pt x="114332" y="3248"/>
                          <a:pt x="139221" y="31833"/>
                        </a:cubicBezTo>
                        <a:cubicBezTo>
                          <a:pt x="163995" y="60265"/>
                          <a:pt x="192437" y="150590"/>
                          <a:pt x="134039" y="202540"/>
                        </a:cubicBezTo>
                        <a:cubicBezTo>
                          <a:pt x="75699" y="254460"/>
                          <a:pt x="15101" y="200625"/>
                          <a:pt x="4747" y="141360"/>
                        </a:cubicBezTo>
                        <a:cubicBezTo>
                          <a:pt x="-5702" y="82134"/>
                          <a:pt x="-6073" y="1314"/>
                          <a:pt x="80975" y="0"/>
                        </a:cubicBezTo>
                        <a:close/>
                      </a:path>
                    </a:pathLst>
                  </a:custGeom>
                  <a:solidFill>
                    <a:srgbClr val="EAA49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67" name="Google Shape;2293;p65">
                    <a:extLst>
                      <a:ext uri="{FF2B5EF4-FFF2-40B4-BE49-F238E27FC236}">
                        <a16:creationId xmlns:a16="http://schemas.microsoft.com/office/drawing/2014/main" id="{6FD3F796-ABC6-F082-3B8D-90DC21D4F069}"/>
                      </a:ext>
                    </a:extLst>
                  </p:cNvPr>
                  <p:cNvGrpSpPr/>
                  <p:nvPr/>
                </p:nvGrpSpPr>
                <p:grpSpPr>
                  <a:xfrm>
                    <a:off x="7072535" y="2580875"/>
                    <a:ext cx="99486" cy="124259"/>
                    <a:chOff x="7072535" y="2580875"/>
                    <a:chExt cx="99486" cy="124259"/>
                  </a:xfrm>
                </p:grpSpPr>
                <p:sp>
                  <p:nvSpPr>
                    <p:cNvPr id="671" name="Google Shape;2294;p65">
                      <a:extLst>
                        <a:ext uri="{FF2B5EF4-FFF2-40B4-BE49-F238E27FC236}">
                          <a16:creationId xmlns:a16="http://schemas.microsoft.com/office/drawing/2014/main" id="{4CB39390-3EAC-FCFE-FCDE-B90C678D4D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06610" y="2614236"/>
                      <a:ext cx="26130" cy="497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130" h="49777" extrusionOk="0">
                          <a:moveTo>
                            <a:pt x="23938" y="49725"/>
                          </a:moveTo>
                          <a:cubicBezTo>
                            <a:pt x="23815" y="49744"/>
                            <a:pt x="23691" y="49754"/>
                            <a:pt x="23567" y="49763"/>
                          </a:cubicBezTo>
                          <a:cubicBezTo>
                            <a:pt x="20119" y="49849"/>
                            <a:pt x="2821" y="49830"/>
                            <a:pt x="335" y="40905"/>
                          </a:cubicBezTo>
                          <a:cubicBezTo>
                            <a:pt x="-1836" y="33094"/>
                            <a:pt x="7184" y="6920"/>
                            <a:pt x="9013" y="1757"/>
                          </a:cubicBezTo>
                          <a:cubicBezTo>
                            <a:pt x="9498" y="386"/>
                            <a:pt x="11003" y="-329"/>
                            <a:pt x="12375" y="147"/>
                          </a:cubicBezTo>
                          <a:cubicBezTo>
                            <a:pt x="13747" y="633"/>
                            <a:pt x="14461" y="2138"/>
                            <a:pt x="13975" y="3510"/>
                          </a:cubicBezTo>
                          <a:cubicBezTo>
                            <a:pt x="9956" y="14864"/>
                            <a:pt x="4069" y="34676"/>
                            <a:pt x="5412" y="39486"/>
                          </a:cubicBezTo>
                          <a:cubicBezTo>
                            <a:pt x="6441" y="43181"/>
                            <a:pt x="16776" y="44658"/>
                            <a:pt x="23434" y="44496"/>
                          </a:cubicBezTo>
                          <a:cubicBezTo>
                            <a:pt x="24891" y="44458"/>
                            <a:pt x="26101" y="45610"/>
                            <a:pt x="26129" y="47068"/>
                          </a:cubicBezTo>
                          <a:cubicBezTo>
                            <a:pt x="26167" y="48382"/>
                            <a:pt x="25215" y="49506"/>
                            <a:pt x="23938" y="49725"/>
                          </a:cubicBezTo>
                          <a:close/>
                        </a:path>
                      </a:pathLst>
                    </a:custGeom>
                    <a:solidFill>
                      <a:srgbClr val="C42C2C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2" name="Google Shape;2295;p65">
                      <a:extLst>
                        <a:ext uri="{FF2B5EF4-FFF2-40B4-BE49-F238E27FC236}">
                          <a16:creationId xmlns:a16="http://schemas.microsoft.com/office/drawing/2014/main" id="{AA9DF8EE-320E-A550-CAC0-A34D26C511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82050" y="2616690"/>
                      <a:ext cx="14824" cy="1631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4" h="16312" extrusionOk="0">
                          <a:moveTo>
                            <a:pt x="34" y="8809"/>
                          </a:moveTo>
                          <a:cubicBezTo>
                            <a:pt x="434" y="13295"/>
                            <a:pt x="4064" y="16648"/>
                            <a:pt x="8131" y="16286"/>
                          </a:cubicBezTo>
                          <a:cubicBezTo>
                            <a:pt x="12207" y="15924"/>
                            <a:pt x="15189" y="11990"/>
                            <a:pt x="14789" y="7504"/>
                          </a:cubicBezTo>
                          <a:cubicBezTo>
                            <a:pt x="14388" y="3018"/>
                            <a:pt x="10760" y="-335"/>
                            <a:pt x="6692" y="27"/>
                          </a:cubicBezTo>
                          <a:cubicBezTo>
                            <a:pt x="2625" y="389"/>
                            <a:pt x="-356" y="4313"/>
                            <a:pt x="34" y="8809"/>
                          </a:cubicBezTo>
                          <a:close/>
                        </a:path>
                      </a:pathLst>
                    </a:custGeom>
                    <a:solidFill>
                      <a:srgbClr val="293F6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3" name="Google Shape;2296;p65">
                      <a:extLst>
                        <a:ext uri="{FF2B5EF4-FFF2-40B4-BE49-F238E27FC236}">
                          <a16:creationId xmlns:a16="http://schemas.microsoft.com/office/drawing/2014/main" id="{1D215084-3B1B-96EF-0992-A25C318C24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7429" y="2580875"/>
                      <a:ext cx="34592" cy="107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592" h="10777" extrusionOk="0">
                          <a:moveTo>
                            <a:pt x="32390" y="9001"/>
                          </a:moveTo>
                          <a:cubicBezTo>
                            <a:pt x="31771" y="9106"/>
                            <a:pt x="31114" y="8991"/>
                            <a:pt x="30542" y="8629"/>
                          </a:cubicBezTo>
                          <a:cubicBezTo>
                            <a:pt x="17598" y="400"/>
                            <a:pt x="4358" y="10144"/>
                            <a:pt x="4225" y="10249"/>
                          </a:cubicBezTo>
                          <a:cubicBezTo>
                            <a:pt x="3063" y="11125"/>
                            <a:pt x="1405" y="10887"/>
                            <a:pt x="529" y="9725"/>
                          </a:cubicBezTo>
                          <a:cubicBezTo>
                            <a:pt x="-347" y="8563"/>
                            <a:pt x="-109" y="6905"/>
                            <a:pt x="1053" y="6029"/>
                          </a:cubicBezTo>
                          <a:cubicBezTo>
                            <a:pt x="1710" y="5534"/>
                            <a:pt x="17379" y="-5991"/>
                            <a:pt x="33371" y="4181"/>
                          </a:cubicBezTo>
                          <a:cubicBezTo>
                            <a:pt x="34600" y="4962"/>
                            <a:pt x="34962" y="6591"/>
                            <a:pt x="34181" y="7820"/>
                          </a:cubicBezTo>
                          <a:cubicBezTo>
                            <a:pt x="33762" y="8477"/>
                            <a:pt x="33095" y="8887"/>
                            <a:pt x="32390" y="9001"/>
                          </a:cubicBezTo>
                          <a:close/>
                        </a:path>
                      </a:pathLst>
                    </a:custGeom>
                    <a:solidFill>
                      <a:srgbClr val="293F6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4" name="Google Shape;2297;p65">
                      <a:extLst>
                        <a:ext uri="{FF2B5EF4-FFF2-40B4-BE49-F238E27FC236}">
                          <a16:creationId xmlns:a16="http://schemas.microsoft.com/office/drawing/2014/main" id="{79E5F4FA-1F3C-3351-941B-5191F09A66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72535" y="2587824"/>
                      <a:ext cx="26652" cy="101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652" h="10185" extrusionOk="0">
                          <a:moveTo>
                            <a:pt x="24447" y="7500"/>
                          </a:moveTo>
                          <a:cubicBezTo>
                            <a:pt x="23885" y="7595"/>
                            <a:pt x="23295" y="7509"/>
                            <a:pt x="22752" y="7214"/>
                          </a:cubicBezTo>
                          <a:lnTo>
                            <a:pt x="22752" y="7214"/>
                          </a:lnTo>
                          <a:cubicBezTo>
                            <a:pt x="22323" y="6985"/>
                            <a:pt x="12303" y="1699"/>
                            <a:pt x="4483" y="9424"/>
                          </a:cubicBezTo>
                          <a:cubicBezTo>
                            <a:pt x="3445" y="10443"/>
                            <a:pt x="1778" y="10443"/>
                            <a:pt x="758" y="9405"/>
                          </a:cubicBezTo>
                          <a:cubicBezTo>
                            <a:pt x="-261" y="8366"/>
                            <a:pt x="-251" y="6700"/>
                            <a:pt x="778" y="5680"/>
                          </a:cubicBezTo>
                          <a:cubicBezTo>
                            <a:pt x="9302" y="-2740"/>
                            <a:pt x="20532" y="-16"/>
                            <a:pt x="25285" y="2594"/>
                          </a:cubicBezTo>
                          <a:cubicBezTo>
                            <a:pt x="26562" y="3299"/>
                            <a:pt x="27028" y="4899"/>
                            <a:pt x="26323" y="6176"/>
                          </a:cubicBezTo>
                          <a:cubicBezTo>
                            <a:pt x="25914" y="6909"/>
                            <a:pt x="25209" y="7376"/>
                            <a:pt x="24447" y="7500"/>
                          </a:cubicBezTo>
                          <a:close/>
                        </a:path>
                      </a:pathLst>
                    </a:custGeom>
                    <a:solidFill>
                      <a:srgbClr val="293F6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5" name="Google Shape;2298;p65">
                      <a:extLst>
                        <a:ext uri="{FF2B5EF4-FFF2-40B4-BE49-F238E27FC236}">
                          <a16:creationId xmlns:a16="http://schemas.microsoft.com/office/drawing/2014/main" id="{6B43DB9F-2F12-538A-00B5-7CFA17A3EA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07450" y="2675000"/>
                      <a:ext cx="51316" cy="301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316" h="30134" extrusionOk="0">
                          <a:moveTo>
                            <a:pt x="51292" y="0"/>
                          </a:moveTo>
                          <a:cubicBezTo>
                            <a:pt x="16478" y="12687"/>
                            <a:pt x="0" y="8192"/>
                            <a:pt x="0" y="8192"/>
                          </a:cubicBezTo>
                          <a:cubicBezTo>
                            <a:pt x="0" y="8192"/>
                            <a:pt x="1610" y="30832"/>
                            <a:pt x="22841" y="30118"/>
                          </a:cubicBezTo>
                          <a:cubicBezTo>
                            <a:pt x="53226" y="29089"/>
                            <a:pt x="51292" y="0"/>
                            <a:pt x="51292" y="0"/>
                          </a:cubicBezTo>
                          <a:close/>
                        </a:path>
                      </a:pathLst>
                    </a:custGeom>
                    <a:solidFill>
                      <a:srgbClr val="293F6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6" name="Google Shape;2299;p65">
                      <a:extLst>
                        <a:ext uri="{FF2B5EF4-FFF2-40B4-BE49-F238E27FC236}">
                          <a16:creationId xmlns:a16="http://schemas.microsoft.com/office/drawing/2014/main" id="{55E593AB-8249-65F4-B3F4-F91604B7C1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08755" y="2675010"/>
                      <a:ext cx="50004" cy="152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04" h="15295" extrusionOk="0">
                          <a:moveTo>
                            <a:pt x="0" y="8449"/>
                          </a:moveTo>
                          <a:cubicBezTo>
                            <a:pt x="0" y="8449"/>
                            <a:pt x="1457" y="12487"/>
                            <a:pt x="1915" y="13278"/>
                          </a:cubicBezTo>
                          <a:cubicBezTo>
                            <a:pt x="2400" y="14040"/>
                            <a:pt x="6182" y="16031"/>
                            <a:pt x="20965" y="15011"/>
                          </a:cubicBezTo>
                          <a:cubicBezTo>
                            <a:pt x="33461" y="14164"/>
                            <a:pt x="45882" y="8934"/>
                            <a:pt x="49387" y="7353"/>
                          </a:cubicBezTo>
                          <a:cubicBezTo>
                            <a:pt x="50197" y="3115"/>
                            <a:pt x="49978" y="0"/>
                            <a:pt x="49978" y="0"/>
                          </a:cubicBezTo>
                          <a:cubicBezTo>
                            <a:pt x="47949" y="752"/>
                            <a:pt x="45968" y="1419"/>
                            <a:pt x="44053" y="2038"/>
                          </a:cubicBezTo>
                          <a:cubicBezTo>
                            <a:pt x="18640" y="10411"/>
                            <a:pt x="4258" y="9125"/>
                            <a:pt x="29" y="8439"/>
                          </a:cubicBezTo>
                          <a:cubicBezTo>
                            <a:pt x="0" y="8449"/>
                            <a:pt x="0" y="8449"/>
                            <a:pt x="0" y="8449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7" name="Google Shape;2300;p65">
                      <a:extLst>
                        <a:ext uri="{FF2B5EF4-FFF2-40B4-BE49-F238E27FC236}">
                          <a16:creationId xmlns:a16="http://schemas.microsoft.com/office/drawing/2014/main" id="{27A64A42-AD0C-B533-8686-28F545014728}"/>
                        </a:ext>
                      </a:extLst>
                    </p:cNvPr>
                    <p:cNvSpPr/>
                    <p:nvPr/>
                  </p:nvSpPr>
                  <p:spPr>
                    <a:xfrm rot="-301539">
                      <a:off x="7144116" y="2613373"/>
                      <a:ext cx="15241" cy="1680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259" h="16821" extrusionOk="0">
                          <a:moveTo>
                            <a:pt x="15259" y="8411"/>
                          </a:moveTo>
                          <a:cubicBezTo>
                            <a:pt x="15259" y="13056"/>
                            <a:pt x="11843" y="16821"/>
                            <a:pt x="7630" y="16821"/>
                          </a:cubicBezTo>
                          <a:cubicBezTo>
                            <a:pt x="3416" y="16821"/>
                            <a:pt x="0" y="13056"/>
                            <a:pt x="0" y="8411"/>
                          </a:cubicBezTo>
                          <a:cubicBezTo>
                            <a:pt x="0" y="3766"/>
                            <a:pt x="3416" y="0"/>
                            <a:pt x="7630" y="0"/>
                          </a:cubicBezTo>
                          <a:cubicBezTo>
                            <a:pt x="11843" y="0"/>
                            <a:pt x="15259" y="3766"/>
                            <a:pt x="15259" y="8411"/>
                          </a:cubicBezTo>
                          <a:close/>
                        </a:path>
                      </a:pathLst>
                    </a:custGeom>
                    <a:solidFill>
                      <a:srgbClr val="293F60"/>
                    </a:solidFill>
                    <a:ln>
                      <a:noFill/>
                    </a:ln>
                  </p:spPr>
                  <p:txBody>
                    <a:bodyPr spcFirstLastPara="1" wrap="square" lIns="68575" tIns="34275" rIns="68575" bIns="34275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68" name="Google Shape;2301;p65">
                    <a:extLst>
                      <a:ext uri="{FF2B5EF4-FFF2-40B4-BE49-F238E27FC236}">
                        <a16:creationId xmlns:a16="http://schemas.microsoft.com/office/drawing/2014/main" id="{21674BEF-0B33-EC73-77B5-EC32F9C85906}"/>
                      </a:ext>
                    </a:extLst>
                  </p:cNvPr>
                  <p:cNvSpPr/>
                  <p:nvPr/>
                </p:nvSpPr>
                <p:spPr>
                  <a:xfrm>
                    <a:off x="7043643" y="2488520"/>
                    <a:ext cx="189085" cy="145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085" h="145275" extrusionOk="0">
                        <a:moveTo>
                          <a:pt x="187869" y="109385"/>
                        </a:moveTo>
                        <a:lnTo>
                          <a:pt x="176763" y="145275"/>
                        </a:lnTo>
                        <a:cubicBezTo>
                          <a:pt x="169248" y="143951"/>
                          <a:pt x="170353" y="131997"/>
                          <a:pt x="167238" y="129826"/>
                        </a:cubicBezTo>
                        <a:cubicBezTo>
                          <a:pt x="169562" y="106499"/>
                          <a:pt x="168076" y="76352"/>
                          <a:pt x="155980" y="63446"/>
                        </a:cubicBezTo>
                        <a:cubicBezTo>
                          <a:pt x="142511" y="49073"/>
                          <a:pt x="119528" y="58893"/>
                          <a:pt x="96886" y="56616"/>
                        </a:cubicBezTo>
                        <a:cubicBezTo>
                          <a:pt x="78294" y="54749"/>
                          <a:pt x="52443" y="39405"/>
                          <a:pt x="35650" y="55226"/>
                        </a:cubicBezTo>
                        <a:cubicBezTo>
                          <a:pt x="21411" y="68646"/>
                          <a:pt x="17543" y="95516"/>
                          <a:pt x="18905" y="120891"/>
                        </a:cubicBezTo>
                        <a:cubicBezTo>
                          <a:pt x="8666" y="121243"/>
                          <a:pt x="7799" y="126035"/>
                          <a:pt x="1332" y="126158"/>
                        </a:cubicBezTo>
                        <a:cubicBezTo>
                          <a:pt x="1332" y="126158"/>
                          <a:pt x="-6460" y="91602"/>
                          <a:pt x="15648" y="51159"/>
                        </a:cubicBezTo>
                        <a:cubicBezTo>
                          <a:pt x="37755" y="10715"/>
                          <a:pt x="73988" y="-2191"/>
                          <a:pt x="103697" y="295"/>
                        </a:cubicBezTo>
                        <a:cubicBezTo>
                          <a:pt x="133405" y="2781"/>
                          <a:pt x="198785" y="33975"/>
                          <a:pt x="187869" y="109385"/>
                        </a:cubicBezTo>
                        <a:close/>
                      </a:path>
                    </a:pathLst>
                  </a:custGeom>
                  <a:solidFill>
                    <a:srgbClr val="293F60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2302;p65">
                    <a:extLst>
                      <a:ext uri="{FF2B5EF4-FFF2-40B4-BE49-F238E27FC236}">
                        <a16:creationId xmlns:a16="http://schemas.microsoft.com/office/drawing/2014/main" id="{99A3755B-776B-E094-2E7E-BA55D8D8E490}"/>
                      </a:ext>
                    </a:extLst>
                  </p:cNvPr>
                  <p:cNvSpPr/>
                  <p:nvPr/>
                </p:nvSpPr>
                <p:spPr>
                  <a:xfrm>
                    <a:off x="7038864" y="2598378"/>
                    <a:ext cx="39467" cy="516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67" h="51634" extrusionOk="0">
                        <a:moveTo>
                          <a:pt x="6159" y="33894"/>
                        </a:moveTo>
                        <a:cubicBezTo>
                          <a:pt x="13932" y="47362"/>
                          <a:pt x="26505" y="54858"/>
                          <a:pt x="33982" y="50296"/>
                        </a:cubicBezTo>
                        <a:cubicBezTo>
                          <a:pt x="41554" y="45914"/>
                          <a:pt x="41211" y="31265"/>
                          <a:pt x="33420" y="17806"/>
                        </a:cubicBezTo>
                        <a:cubicBezTo>
                          <a:pt x="25504" y="4214"/>
                          <a:pt x="13036" y="-3130"/>
                          <a:pt x="5455" y="1280"/>
                        </a:cubicBezTo>
                        <a:cubicBezTo>
                          <a:pt x="-2080" y="5623"/>
                          <a:pt x="-1775" y="20301"/>
                          <a:pt x="6159" y="33894"/>
                        </a:cubicBezTo>
                        <a:close/>
                      </a:path>
                    </a:pathLst>
                  </a:custGeom>
                  <a:solidFill>
                    <a:srgbClr val="EAA49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0" name="Google Shape;2303;p65">
                    <a:extLst>
                      <a:ext uri="{FF2B5EF4-FFF2-40B4-BE49-F238E27FC236}">
                        <a16:creationId xmlns:a16="http://schemas.microsoft.com/office/drawing/2014/main" id="{11184C39-9696-3595-2EC9-3F9FD085D96B}"/>
                      </a:ext>
                    </a:extLst>
                  </p:cNvPr>
                  <p:cNvSpPr/>
                  <p:nvPr/>
                </p:nvSpPr>
                <p:spPr>
                  <a:xfrm>
                    <a:off x="7210259" y="2597698"/>
                    <a:ext cx="39264" cy="586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264" h="58614" extrusionOk="0">
                        <a:moveTo>
                          <a:pt x="423" y="25734"/>
                        </a:moveTo>
                        <a:cubicBezTo>
                          <a:pt x="-1797" y="41793"/>
                          <a:pt x="4938" y="56395"/>
                          <a:pt x="15605" y="58424"/>
                        </a:cubicBezTo>
                        <a:cubicBezTo>
                          <a:pt x="26159" y="60253"/>
                          <a:pt x="36627" y="48737"/>
                          <a:pt x="38827" y="32688"/>
                        </a:cubicBezTo>
                        <a:cubicBezTo>
                          <a:pt x="41094" y="16609"/>
                          <a:pt x="34312" y="2027"/>
                          <a:pt x="23759" y="198"/>
                        </a:cubicBezTo>
                        <a:cubicBezTo>
                          <a:pt x="13196" y="-1650"/>
                          <a:pt x="2690" y="9656"/>
                          <a:pt x="423" y="25734"/>
                        </a:cubicBezTo>
                        <a:close/>
                      </a:path>
                    </a:pathLst>
                  </a:custGeom>
                  <a:solidFill>
                    <a:srgbClr val="EAA49D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40" name="Google Shape;2304;p65">
                  <a:extLst>
                    <a:ext uri="{FF2B5EF4-FFF2-40B4-BE49-F238E27FC236}">
                      <a16:creationId xmlns:a16="http://schemas.microsoft.com/office/drawing/2014/main" id="{6DE0AFC6-94B1-D846-26AD-34E9C532D8FA}"/>
                    </a:ext>
                  </a:extLst>
                </p:cNvPr>
                <p:cNvGrpSpPr/>
                <p:nvPr/>
              </p:nvGrpSpPr>
              <p:grpSpPr>
                <a:xfrm>
                  <a:off x="6989244" y="2736732"/>
                  <a:ext cx="381647" cy="558412"/>
                  <a:chOff x="6989244" y="2736732"/>
                  <a:chExt cx="381647" cy="558412"/>
                </a:xfrm>
              </p:grpSpPr>
              <p:sp>
                <p:nvSpPr>
                  <p:cNvPr id="641" name="Google Shape;2305;p65">
                    <a:extLst>
                      <a:ext uri="{FF2B5EF4-FFF2-40B4-BE49-F238E27FC236}">
                        <a16:creationId xmlns:a16="http://schemas.microsoft.com/office/drawing/2014/main" id="{39D78DAE-A310-EF7E-B68C-7BB610E2021E}"/>
                      </a:ext>
                    </a:extLst>
                  </p:cNvPr>
                  <p:cNvSpPr/>
                  <p:nvPr/>
                </p:nvSpPr>
                <p:spPr>
                  <a:xfrm rot="-3459637">
                    <a:off x="7276535" y="3000223"/>
                    <a:ext cx="79297" cy="792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9287" h="79287" extrusionOk="0">
                        <a:moveTo>
                          <a:pt x="79287" y="39644"/>
                        </a:moveTo>
                        <a:cubicBezTo>
                          <a:pt x="79287" y="61538"/>
                          <a:pt x="61538" y="79287"/>
                          <a:pt x="39644" y="79287"/>
                        </a:cubicBezTo>
                        <a:cubicBezTo>
                          <a:pt x="17749" y="79287"/>
                          <a:pt x="0" y="61538"/>
                          <a:pt x="0" y="39644"/>
                        </a:cubicBezTo>
                        <a:cubicBezTo>
                          <a:pt x="0" y="17749"/>
                          <a:pt x="17749" y="0"/>
                          <a:pt x="39644" y="0"/>
                        </a:cubicBezTo>
                        <a:cubicBezTo>
                          <a:pt x="61538" y="0"/>
                          <a:pt x="79287" y="17749"/>
                          <a:pt x="79287" y="3964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2" name="Google Shape;2306;p65">
                    <a:extLst>
                      <a:ext uri="{FF2B5EF4-FFF2-40B4-BE49-F238E27FC236}">
                        <a16:creationId xmlns:a16="http://schemas.microsoft.com/office/drawing/2014/main" id="{DE195A09-BF7E-4362-30A4-B031026C180E}"/>
                      </a:ext>
                    </a:extLst>
                  </p:cNvPr>
                  <p:cNvSpPr/>
                  <p:nvPr/>
                </p:nvSpPr>
                <p:spPr>
                  <a:xfrm>
                    <a:off x="6990088" y="3008050"/>
                    <a:ext cx="143133" cy="28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133" h="282075" extrusionOk="0">
                        <a:moveTo>
                          <a:pt x="65803" y="282075"/>
                        </a:moveTo>
                        <a:cubicBezTo>
                          <a:pt x="26845" y="228878"/>
                          <a:pt x="4280" y="174643"/>
                          <a:pt x="547" y="125237"/>
                        </a:cubicBezTo>
                        <a:cubicBezTo>
                          <a:pt x="-2530" y="84660"/>
                          <a:pt x="7481" y="47760"/>
                          <a:pt x="27988" y="24005"/>
                        </a:cubicBezTo>
                        <a:cubicBezTo>
                          <a:pt x="48048" y="773"/>
                          <a:pt x="74594" y="-6218"/>
                          <a:pt x="97273" y="5765"/>
                        </a:cubicBezTo>
                        <a:cubicBezTo>
                          <a:pt x="137526" y="27015"/>
                          <a:pt x="164691" y="109444"/>
                          <a:pt x="120228" y="277075"/>
                        </a:cubicBezTo>
                        <a:lnTo>
                          <a:pt x="112199" y="274951"/>
                        </a:lnTo>
                        <a:cubicBezTo>
                          <a:pt x="132258" y="199332"/>
                          <a:pt x="139098" y="136657"/>
                          <a:pt x="132525" y="88642"/>
                        </a:cubicBezTo>
                        <a:cubicBezTo>
                          <a:pt x="127306" y="50504"/>
                          <a:pt x="113408" y="23672"/>
                          <a:pt x="93397" y="13108"/>
                        </a:cubicBezTo>
                        <a:cubicBezTo>
                          <a:pt x="74318" y="3040"/>
                          <a:pt x="51658" y="9289"/>
                          <a:pt x="34265" y="29434"/>
                        </a:cubicBezTo>
                        <a:cubicBezTo>
                          <a:pt x="15187" y="51532"/>
                          <a:pt x="5909" y="86222"/>
                          <a:pt x="8815" y="124618"/>
                        </a:cubicBezTo>
                        <a:cubicBezTo>
                          <a:pt x="12434" y="172481"/>
                          <a:pt x="34456" y="225240"/>
                          <a:pt x="72489" y="277180"/>
                        </a:cubicBezTo>
                        <a:lnTo>
                          <a:pt x="65803" y="282075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3" name="Google Shape;2307;p65">
                    <a:extLst>
                      <a:ext uri="{FF2B5EF4-FFF2-40B4-BE49-F238E27FC236}">
                        <a16:creationId xmlns:a16="http://schemas.microsoft.com/office/drawing/2014/main" id="{7CC9BB21-FDA5-67F4-C19D-987266DFA337}"/>
                      </a:ext>
                    </a:extLst>
                  </p:cNvPr>
                  <p:cNvSpPr/>
                  <p:nvPr/>
                </p:nvSpPr>
                <p:spPr>
                  <a:xfrm>
                    <a:off x="6989244" y="3007283"/>
                    <a:ext cx="143637" cy="1132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637" h="113296" extrusionOk="0">
                        <a:moveTo>
                          <a:pt x="10" y="113297"/>
                        </a:moveTo>
                        <a:cubicBezTo>
                          <a:pt x="-390" y="73368"/>
                          <a:pt x="11659" y="47317"/>
                          <a:pt x="21841" y="32496"/>
                        </a:cubicBezTo>
                        <a:cubicBezTo>
                          <a:pt x="35328" y="12855"/>
                          <a:pt x="53921" y="1035"/>
                          <a:pt x="72847" y="63"/>
                        </a:cubicBezTo>
                        <a:cubicBezTo>
                          <a:pt x="102489" y="-1441"/>
                          <a:pt x="136636" y="23638"/>
                          <a:pt x="143637" y="98695"/>
                        </a:cubicBezTo>
                        <a:lnTo>
                          <a:pt x="133712" y="99619"/>
                        </a:lnTo>
                        <a:cubicBezTo>
                          <a:pt x="127359" y="31582"/>
                          <a:pt x="98403" y="8722"/>
                          <a:pt x="73352" y="10008"/>
                        </a:cubicBezTo>
                        <a:cubicBezTo>
                          <a:pt x="41701" y="11646"/>
                          <a:pt x="9335" y="50689"/>
                          <a:pt x="9973" y="113192"/>
                        </a:cubicBezTo>
                        <a:lnTo>
                          <a:pt x="10" y="113297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4" name="Google Shape;2308;p65">
                    <a:extLst>
                      <a:ext uri="{FF2B5EF4-FFF2-40B4-BE49-F238E27FC236}">
                        <a16:creationId xmlns:a16="http://schemas.microsoft.com/office/drawing/2014/main" id="{21BD3CD5-2D58-3114-EBA9-48C67412C6CD}"/>
                      </a:ext>
                    </a:extLst>
                  </p:cNvPr>
                  <p:cNvSpPr/>
                  <p:nvPr/>
                </p:nvSpPr>
                <p:spPr>
                  <a:xfrm>
                    <a:off x="7098835" y="3237027"/>
                    <a:ext cx="24480" cy="544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480" h="54498" extrusionOk="0">
                        <a:moveTo>
                          <a:pt x="7481" y="54499"/>
                        </a:moveTo>
                        <a:cubicBezTo>
                          <a:pt x="6843" y="54499"/>
                          <a:pt x="6205" y="54422"/>
                          <a:pt x="5557" y="54251"/>
                        </a:cubicBezTo>
                        <a:cubicBezTo>
                          <a:pt x="1566" y="53194"/>
                          <a:pt x="-806" y="49098"/>
                          <a:pt x="252" y="45117"/>
                        </a:cubicBezTo>
                        <a:cubicBezTo>
                          <a:pt x="3804" y="31724"/>
                          <a:pt x="6986" y="18532"/>
                          <a:pt x="9700" y="5902"/>
                        </a:cubicBezTo>
                        <a:cubicBezTo>
                          <a:pt x="10567" y="1873"/>
                          <a:pt x="14549" y="-699"/>
                          <a:pt x="18577" y="168"/>
                        </a:cubicBezTo>
                        <a:cubicBezTo>
                          <a:pt x="22616" y="1035"/>
                          <a:pt x="25179" y="5016"/>
                          <a:pt x="24312" y="9045"/>
                        </a:cubicBezTo>
                        <a:cubicBezTo>
                          <a:pt x="21540" y="21904"/>
                          <a:pt x="18311" y="35325"/>
                          <a:pt x="14701" y="48945"/>
                        </a:cubicBezTo>
                        <a:cubicBezTo>
                          <a:pt x="13806" y="52289"/>
                          <a:pt x="10786" y="54499"/>
                          <a:pt x="7481" y="54499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5" name="Google Shape;2309;p65">
                    <a:extLst>
                      <a:ext uri="{FF2B5EF4-FFF2-40B4-BE49-F238E27FC236}">
                        <a16:creationId xmlns:a16="http://schemas.microsoft.com/office/drawing/2014/main" id="{3EA0D6E4-AE75-AFBA-2B26-C49B06BBDD20}"/>
                      </a:ext>
                    </a:extLst>
                  </p:cNvPr>
                  <p:cNvSpPr/>
                  <p:nvPr/>
                </p:nvSpPr>
                <p:spPr>
                  <a:xfrm>
                    <a:off x="7033887" y="3253896"/>
                    <a:ext cx="32829" cy="412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829" h="41248" extrusionOk="0">
                        <a:moveTo>
                          <a:pt x="25366" y="41249"/>
                        </a:moveTo>
                        <a:cubicBezTo>
                          <a:pt x="23061" y="41249"/>
                          <a:pt x="20794" y="40191"/>
                          <a:pt x="19327" y="38191"/>
                        </a:cubicBezTo>
                        <a:cubicBezTo>
                          <a:pt x="12831" y="29314"/>
                          <a:pt x="6716" y="20322"/>
                          <a:pt x="1144" y="11454"/>
                        </a:cubicBezTo>
                        <a:cubicBezTo>
                          <a:pt x="-1047" y="7959"/>
                          <a:pt x="1" y="3349"/>
                          <a:pt x="3497" y="1148"/>
                        </a:cubicBezTo>
                        <a:cubicBezTo>
                          <a:pt x="6993" y="-1052"/>
                          <a:pt x="11603" y="5"/>
                          <a:pt x="13803" y="3501"/>
                        </a:cubicBezTo>
                        <a:cubicBezTo>
                          <a:pt x="19185" y="12074"/>
                          <a:pt x="25100" y="20770"/>
                          <a:pt x="31386" y="29361"/>
                        </a:cubicBezTo>
                        <a:cubicBezTo>
                          <a:pt x="33824" y="32695"/>
                          <a:pt x="33101" y="37372"/>
                          <a:pt x="29767" y="39810"/>
                        </a:cubicBezTo>
                        <a:cubicBezTo>
                          <a:pt x="28443" y="40782"/>
                          <a:pt x="26900" y="41249"/>
                          <a:pt x="25366" y="41249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6" name="Google Shape;2310;p65">
                    <a:extLst>
                      <a:ext uri="{FF2B5EF4-FFF2-40B4-BE49-F238E27FC236}">
                        <a16:creationId xmlns:a16="http://schemas.microsoft.com/office/drawing/2014/main" id="{3FB4F266-E322-1356-7719-2011379F520B}"/>
                      </a:ext>
                    </a:extLst>
                  </p:cNvPr>
                  <p:cNvSpPr/>
                  <p:nvPr/>
                </p:nvSpPr>
                <p:spPr>
                  <a:xfrm>
                    <a:off x="7050530" y="2753906"/>
                    <a:ext cx="55519" cy="2567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519" h="256717" extrusionOk="0">
                        <a:moveTo>
                          <a:pt x="55520" y="16507"/>
                        </a:moveTo>
                        <a:cubicBezTo>
                          <a:pt x="55358" y="15583"/>
                          <a:pt x="55253" y="14631"/>
                          <a:pt x="55253" y="13659"/>
                        </a:cubicBezTo>
                        <a:lnTo>
                          <a:pt x="55253" y="0"/>
                        </a:lnTo>
                        <a:cubicBezTo>
                          <a:pt x="16153" y="47254"/>
                          <a:pt x="-3535" y="137665"/>
                          <a:pt x="523" y="256718"/>
                        </a:cubicBezTo>
                        <a:lnTo>
                          <a:pt x="10476" y="256375"/>
                        </a:lnTo>
                        <a:cubicBezTo>
                          <a:pt x="7914" y="181346"/>
                          <a:pt x="14591" y="118682"/>
                          <a:pt x="30307" y="70133"/>
                        </a:cubicBezTo>
                        <a:cubicBezTo>
                          <a:pt x="37137" y="49006"/>
                          <a:pt x="45652" y="31042"/>
                          <a:pt x="55520" y="1650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7" name="Google Shape;2311;p65">
                    <a:extLst>
                      <a:ext uri="{FF2B5EF4-FFF2-40B4-BE49-F238E27FC236}">
                        <a16:creationId xmlns:a16="http://schemas.microsoft.com/office/drawing/2014/main" id="{5E78BF13-9046-5F86-EF08-D85254727C64}"/>
                      </a:ext>
                    </a:extLst>
                  </p:cNvPr>
                  <p:cNvSpPr/>
                  <p:nvPr/>
                </p:nvSpPr>
                <p:spPr>
                  <a:xfrm>
                    <a:off x="7225496" y="2736732"/>
                    <a:ext cx="94283" cy="2834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283" h="283463" extrusionOk="0">
                        <a:moveTo>
                          <a:pt x="311" y="0"/>
                        </a:moveTo>
                        <a:cubicBezTo>
                          <a:pt x="101" y="4086"/>
                          <a:pt x="-89" y="8230"/>
                          <a:pt x="44" y="12278"/>
                        </a:cubicBezTo>
                        <a:cubicBezTo>
                          <a:pt x="23380" y="31051"/>
                          <a:pt x="43802" y="61551"/>
                          <a:pt x="58442" y="99889"/>
                        </a:cubicBezTo>
                        <a:cubicBezTo>
                          <a:pt x="77949" y="151019"/>
                          <a:pt x="86693" y="214351"/>
                          <a:pt x="83731" y="283035"/>
                        </a:cubicBezTo>
                        <a:lnTo>
                          <a:pt x="93685" y="283464"/>
                        </a:lnTo>
                        <a:cubicBezTo>
                          <a:pt x="100419" y="127606"/>
                          <a:pt x="49184" y="35033"/>
                          <a:pt x="311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76" name="Google Shape;2312;p65">
                <a:extLst>
                  <a:ext uri="{FF2B5EF4-FFF2-40B4-BE49-F238E27FC236}">
                    <a16:creationId xmlns:a16="http://schemas.microsoft.com/office/drawing/2014/main" id="{892AFBA9-2C0E-7FDE-0548-DE7C36717C8C}"/>
                  </a:ext>
                </a:extLst>
              </p:cNvPr>
              <p:cNvGrpSpPr/>
              <p:nvPr/>
            </p:nvGrpSpPr>
            <p:grpSpPr>
              <a:xfrm>
                <a:off x="4663668" y="2866880"/>
                <a:ext cx="586895" cy="850556"/>
                <a:chOff x="6218224" y="3822506"/>
                <a:chExt cx="782526" cy="1134074"/>
              </a:xfrm>
            </p:grpSpPr>
            <p:sp>
              <p:nvSpPr>
                <p:cNvPr id="594" name="Google Shape;2313;p65">
                  <a:extLst>
                    <a:ext uri="{FF2B5EF4-FFF2-40B4-BE49-F238E27FC236}">
                      <a16:creationId xmlns:a16="http://schemas.microsoft.com/office/drawing/2014/main" id="{909A297C-C3DC-D3A0-8BA2-B68A7F8CB503}"/>
                    </a:ext>
                  </a:extLst>
                </p:cNvPr>
                <p:cNvSpPr/>
                <p:nvPr/>
              </p:nvSpPr>
              <p:spPr>
                <a:xfrm>
                  <a:off x="6218234" y="3822506"/>
                  <a:ext cx="782516" cy="196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2516" h="196748" extrusionOk="0">
                      <a:moveTo>
                        <a:pt x="782517" y="66818"/>
                      </a:moveTo>
                      <a:lnTo>
                        <a:pt x="782517" y="129931"/>
                      </a:lnTo>
                      <a:cubicBezTo>
                        <a:pt x="782517" y="154819"/>
                        <a:pt x="768915" y="176527"/>
                        <a:pt x="748741" y="188014"/>
                      </a:cubicBezTo>
                      <a:cubicBezTo>
                        <a:pt x="742264" y="191710"/>
                        <a:pt x="735111" y="194358"/>
                        <a:pt x="727510" y="195701"/>
                      </a:cubicBezTo>
                      <a:cubicBezTo>
                        <a:pt x="723681" y="196396"/>
                        <a:pt x="719728" y="196748"/>
                        <a:pt x="715699" y="196748"/>
                      </a:cubicBezTo>
                      <a:lnTo>
                        <a:pt x="66818" y="196748"/>
                      </a:lnTo>
                      <a:cubicBezTo>
                        <a:pt x="63617" y="196748"/>
                        <a:pt x="60484" y="196530"/>
                        <a:pt x="57407" y="196091"/>
                      </a:cubicBezTo>
                      <a:cubicBezTo>
                        <a:pt x="49844" y="195034"/>
                        <a:pt x="42691" y="192700"/>
                        <a:pt x="36176" y="189319"/>
                      </a:cubicBezTo>
                      <a:cubicBezTo>
                        <a:pt x="14678" y="178232"/>
                        <a:pt x="0" y="155801"/>
                        <a:pt x="0" y="129931"/>
                      </a:cubicBezTo>
                      <a:lnTo>
                        <a:pt x="0" y="66818"/>
                      </a:lnTo>
                      <a:cubicBezTo>
                        <a:pt x="0" y="40958"/>
                        <a:pt x="14678" y="18536"/>
                        <a:pt x="36176" y="7429"/>
                      </a:cubicBezTo>
                      <a:cubicBezTo>
                        <a:pt x="42691" y="4048"/>
                        <a:pt x="49844" y="1715"/>
                        <a:pt x="57407" y="657"/>
                      </a:cubicBezTo>
                      <a:cubicBezTo>
                        <a:pt x="60484" y="219"/>
                        <a:pt x="63617" y="0"/>
                        <a:pt x="66818" y="0"/>
                      </a:cubicBezTo>
                      <a:lnTo>
                        <a:pt x="715699" y="0"/>
                      </a:lnTo>
                      <a:cubicBezTo>
                        <a:pt x="719728" y="0"/>
                        <a:pt x="723681" y="353"/>
                        <a:pt x="727510" y="1048"/>
                      </a:cubicBezTo>
                      <a:cubicBezTo>
                        <a:pt x="735111" y="2391"/>
                        <a:pt x="742264" y="5039"/>
                        <a:pt x="748741" y="8735"/>
                      </a:cubicBezTo>
                      <a:cubicBezTo>
                        <a:pt x="768906" y="20231"/>
                        <a:pt x="782517" y="41939"/>
                        <a:pt x="782517" y="668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2314;p65">
                  <a:extLst>
                    <a:ext uri="{FF2B5EF4-FFF2-40B4-BE49-F238E27FC236}">
                      <a16:creationId xmlns:a16="http://schemas.microsoft.com/office/drawing/2014/main" id="{DCF69E29-2B5C-7756-193E-35E9616F68CC}"/>
                    </a:ext>
                  </a:extLst>
                </p:cNvPr>
                <p:cNvSpPr/>
                <p:nvPr/>
              </p:nvSpPr>
              <p:spPr>
                <a:xfrm>
                  <a:off x="6218224" y="4019254"/>
                  <a:ext cx="782526" cy="9373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2526" h="937326" extrusionOk="0">
                      <a:moveTo>
                        <a:pt x="573462" y="937327"/>
                      </a:moveTo>
                      <a:lnTo>
                        <a:pt x="209064" y="937327"/>
                      </a:lnTo>
                      <a:cubicBezTo>
                        <a:pt x="93602" y="937327"/>
                        <a:pt x="0" y="843725"/>
                        <a:pt x="0" y="728263"/>
                      </a:cubicBezTo>
                      <a:lnTo>
                        <a:pt x="0" y="74152"/>
                      </a:lnTo>
                      <a:cubicBezTo>
                        <a:pt x="0" y="33204"/>
                        <a:pt x="33194" y="0"/>
                        <a:pt x="74152" y="0"/>
                      </a:cubicBezTo>
                      <a:lnTo>
                        <a:pt x="708374" y="0"/>
                      </a:lnTo>
                      <a:cubicBezTo>
                        <a:pt x="749322" y="0"/>
                        <a:pt x="782526" y="33195"/>
                        <a:pt x="782526" y="74152"/>
                      </a:cubicBezTo>
                      <a:lnTo>
                        <a:pt x="782526" y="728263"/>
                      </a:lnTo>
                      <a:cubicBezTo>
                        <a:pt x="782526" y="843725"/>
                        <a:pt x="688924" y="937327"/>
                        <a:pt x="573462" y="9373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2315;p65">
                  <a:extLst>
                    <a:ext uri="{FF2B5EF4-FFF2-40B4-BE49-F238E27FC236}">
                      <a16:creationId xmlns:a16="http://schemas.microsoft.com/office/drawing/2014/main" id="{6A0CEEC1-015B-8D03-C66D-AB97A48B7DF5}"/>
                    </a:ext>
                  </a:extLst>
                </p:cNvPr>
                <p:cNvSpPr/>
                <p:nvPr/>
              </p:nvSpPr>
              <p:spPr>
                <a:xfrm>
                  <a:off x="6254427" y="4062593"/>
                  <a:ext cx="710155" cy="850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155" h="850648" extrusionOk="0">
                      <a:moveTo>
                        <a:pt x="710155" y="67637"/>
                      </a:moveTo>
                      <a:lnTo>
                        <a:pt x="710155" y="659949"/>
                      </a:lnTo>
                      <a:cubicBezTo>
                        <a:pt x="710155" y="765267"/>
                        <a:pt x="624783" y="850649"/>
                        <a:pt x="519465" y="850649"/>
                      </a:cubicBezTo>
                      <a:lnTo>
                        <a:pt x="190690" y="850649"/>
                      </a:lnTo>
                      <a:cubicBezTo>
                        <a:pt x="85372" y="850649"/>
                        <a:pt x="0" y="765267"/>
                        <a:pt x="0" y="659949"/>
                      </a:cubicBezTo>
                      <a:lnTo>
                        <a:pt x="0" y="67637"/>
                      </a:lnTo>
                      <a:cubicBezTo>
                        <a:pt x="0" y="30289"/>
                        <a:pt x="30289" y="0"/>
                        <a:pt x="67637" y="0"/>
                      </a:cubicBezTo>
                      <a:lnTo>
                        <a:pt x="642528" y="0"/>
                      </a:lnTo>
                      <a:cubicBezTo>
                        <a:pt x="679875" y="0"/>
                        <a:pt x="710155" y="30280"/>
                        <a:pt x="710155" y="67637"/>
                      </a:cubicBezTo>
                      <a:close/>
                    </a:path>
                  </a:pathLst>
                </a:custGeom>
                <a:solidFill>
                  <a:srgbClr val="E3FB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97" name="Google Shape;2316;p65">
                  <a:extLst>
                    <a:ext uri="{FF2B5EF4-FFF2-40B4-BE49-F238E27FC236}">
                      <a16:creationId xmlns:a16="http://schemas.microsoft.com/office/drawing/2014/main" id="{028D75B5-8CBD-3459-379C-34FBB254EC2A}"/>
                    </a:ext>
                  </a:extLst>
                </p:cNvPr>
                <p:cNvGrpSpPr/>
                <p:nvPr/>
              </p:nvGrpSpPr>
              <p:grpSpPr>
                <a:xfrm>
                  <a:off x="6254410" y="3832917"/>
                  <a:ext cx="712565" cy="175936"/>
                  <a:chOff x="6254410" y="3832917"/>
                  <a:chExt cx="712565" cy="175936"/>
                </a:xfrm>
              </p:grpSpPr>
              <p:sp>
                <p:nvSpPr>
                  <p:cNvPr id="622" name="Google Shape;2317;p65">
                    <a:extLst>
                      <a:ext uri="{FF2B5EF4-FFF2-40B4-BE49-F238E27FC236}">
                        <a16:creationId xmlns:a16="http://schemas.microsoft.com/office/drawing/2014/main" id="{2E8939F1-921E-FF1B-0A5A-E30C8853263B}"/>
                      </a:ext>
                    </a:extLst>
                  </p:cNvPr>
                  <p:cNvSpPr/>
                  <p:nvPr/>
                </p:nvSpPr>
                <p:spPr>
                  <a:xfrm>
                    <a:off x="6254410" y="3833507"/>
                    <a:ext cx="21230" cy="1747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0" h="174755" extrusionOk="0">
                        <a:moveTo>
                          <a:pt x="21231" y="0"/>
                        </a:moveTo>
                        <a:lnTo>
                          <a:pt x="21231" y="174755"/>
                        </a:lnTo>
                        <a:cubicBezTo>
                          <a:pt x="13668" y="173803"/>
                          <a:pt x="6515" y="171726"/>
                          <a:pt x="0" y="168697"/>
                        </a:cubicBezTo>
                        <a:lnTo>
                          <a:pt x="0" y="6058"/>
                        </a:lnTo>
                        <a:cubicBezTo>
                          <a:pt x="6515" y="3029"/>
                          <a:pt x="13668" y="943"/>
                          <a:pt x="21231" y="0"/>
                        </a:cubicBez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3" name="Google Shape;2318;p65">
                    <a:extLst>
                      <a:ext uri="{FF2B5EF4-FFF2-40B4-BE49-F238E27FC236}">
                        <a16:creationId xmlns:a16="http://schemas.microsoft.com/office/drawing/2014/main" id="{F107A43D-4115-5B37-3EAC-BE72DE7BE5D0}"/>
                      </a:ext>
                    </a:extLst>
                  </p:cNvPr>
                  <p:cNvSpPr/>
                  <p:nvPr/>
                </p:nvSpPr>
                <p:spPr>
                  <a:xfrm>
                    <a:off x="6331219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4" name="Google Shape;2319;p65">
                    <a:extLst>
                      <a:ext uri="{FF2B5EF4-FFF2-40B4-BE49-F238E27FC236}">
                        <a16:creationId xmlns:a16="http://schemas.microsoft.com/office/drawing/2014/main" id="{D1F3A0EE-255D-774B-25EC-80A5B7E6A9B6}"/>
                      </a:ext>
                    </a:extLst>
                  </p:cNvPr>
                  <p:cNvSpPr/>
                  <p:nvPr/>
                </p:nvSpPr>
                <p:spPr>
                  <a:xfrm>
                    <a:off x="6408039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5" name="Google Shape;2320;p65">
                    <a:extLst>
                      <a:ext uri="{FF2B5EF4-FFF2-40B4-BE49-F238E27FC236}">
                        <a16:creationId xmlns:a16="http://schemas.microsoft.com/office/drawing/2014/main" id="{10EF2221-5C9B-0F04-0C41-5971D30568CE}"/>
                      </a:ext>
                    </a:extLst>
                  </p:cNvPr>
                  <p:cNvSpPr/>
                  <p:nvPr/>
                </p:nvSpPr>
                <p:spPr>
                  <a:xfrm>
                    <a:off x="6484858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6" name="Google Shape;2321;p65">
                    <a:extLst>
                      <a:ext uri="{FF2B5EF4-FFF2-40B4-BE49-F238E27FC236}">
                        <a16:creationId xmlns:a16="http://schemas.microsoft.com/office/drawing/2014/main" id="{9558726B-2667-84CB-DE64-625CEE7FBC5B}"/>
                      </a:ext>
                    </a:extLst>
                  </p:cNvPr>
                  <p:cNvSpPr/>
                  <p:nvPr/>
                </p:nvSpPr>
                <p:spPr>
                  <a:xfrm>
                    <a:off x="6561667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" name="Google Shape;2322;p65">
                    <a:extLst>
                      <a:ext uri="{FF2B5EF4-FFF2-40B4-BE49-F238E27FC236}">
                        <a16:creationId xmlns:a16="http://schemas.microsoft.com/office/drawing/2014/main" id="{5F81469B-A504-7755-30FA-376C5392A216}"/>
                      </a:ext>
                    </a:extLst>
                  </p:cNvPr>
                  <p:cNvSpPr/>
                  <p:nvPr/>
                </p:nvSpPr>
                <p:spPr>
                  <a:xfrm>
                    <a:off x="6638477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8" name="Google Shape;2323;p65">
                    <a:extLst>
                      <a:ext uri="{FF2B5EF4-FFF2-40B4-BE49-F238E27FC236}">
                        <a16:creationId xmlns:a16="http://schemas.microsoft.com/office/drawing/2014/main" id="{05B24A80-33DB-79CD-3B81-552645BC40FF}"/>
                      </a:ext>
                    </a:extLst>
                  </p:cNvPr>
                  <p:cNvSpPr/>
                  <p:nvPr/>
                </p:nvSpPr>
                <p:spPr>
                  <a:xfrm>
                    <a:off x="6715305" y="3832917"/>
                    <a:ext cx="2122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21" h="175936" extrusionOk="0">
                        <a:moveTo>
                          <a:pt x="0" y="0"/>
                        </a:moveTo>
                        <a:lnTo>
                          <a:pt x="21222" y="0"/>
                        </a:lnTo>
                        <a:lnTo>
                          <a:pt x="21222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9" name="Google Shape;2324;p65">
                    <a:extLst>
                      <a:ext uri="{FF2B5EF4-FFF2-40B4-BE49-F238E27FC236}">
                        <a16:creationId xmlns:a16="http://schemas.microsoft.com/office/drawing/2014/main" id="{1132C01B-A8D0-5E68-CF91-41CDB2F60398}"/>
                      </a:ext>
                    </a:extLst>
                  </p:cNvPr>
                  <p:cNvSpPr/>
                  <p:nvPr/>
                </p:nvSpPr>
                <p:spPr>
                  <a:xfrm>
                    <a:off x="6792115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0" name="Google Shape;2325;p65">
                    <a:extLst>
                      <a:ext uri="{FF2B5EF4-FFF2-40B4-BE49-F238E27FC236}">
                        <a16:creationId xmlns:a16="http://schemas.microsoft.com/office/drawing/2014/main" id="{32D3E318-8FBA-37AA-7A8C-0DFD703941AC}"/>
                      </a:ext>
                    </a:extLst>
                  </p:cNvPr>
                  <p:cNvSpPr/>
                  <p:nvPr/>
                </p:nvSpPr>
                <p:spPr>
                  <a:xfrm>
                    <a:off x="6868925" y="3832917"/>
                    <a:ext cx="21231" cy="1759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5936" extrusionOk="0">
                        <a:moveTo>
                          <a:pt x="0" y="0"/>
                        </a:moveTo>
                        <a:lnTo>
                          <a:pt x="21231" y="0"/>
                        </a:lnTo>
                        <a:lnTo>
                          <a:pt x="21231" y="175936"/>
                        </a:lnTo>
                        <a:lnTo>
                          <a:pt x="0" y="175936"/>
                        </a:ln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1" name="Google Shape;2326;p65">
                    <a:extLst>
                      <a:ext uri="{FF2B5EF4-FFF2-40B4-BE49-F238E27FC236}">
                        <a16:creationId xmlns:a16="http://schemas.microsoft.com/office/drawing/2014/main" id="{5354540E-E3BF-012D-F0CA-1B759D1113C6}"/>
                      </a:ext>
                    </a:extLst>
                  </p:cNvPr>
                  <p:cNvSpPr/>
                  <p:nvPr/>
                </p:nvSpPr>
                <p:spPr>
                  <a:xfrm>
                    <a:off x="6945744" y="3833850"/>
                    <a:ext cx="21231" cy="174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31" h="174060" extrusionOk="0">
                        <a:moveTo>
                          <a:pt x="21231" y="6877"/>
                        </a:moveTo>
                        <a:lnTo>
                          <a:pt x="21231" y="167183"/>
                        </a:lnTo>
                        <a:cubicBezTo>
                          <a:pt x="14754" y="170488"/>
                          <a:pt x="7601" y="172860"/>
                          <a:pt x="0" y="174060"/>
                        </a:cubicBezTo>
                        <a:lnTo>
                          <a:pt x="0" y="0"/>
                        </a:lnTo>
                        <a:cubicBezTo>
                          <a:pt x="7601" y="1200"/>
                          <a:pt x="14745" y="3572"/>
                          <a:pt x="21231" y="6877"/>
                        </a:cubicBezTo>
                        <a:close/>
                      </a:path>
                    </a:pathLst>
                  </a:custGeom>
                  <a:solidFill>
                    <a:srgbClr val="B2DCF7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98" name="Google Shape;2327;p65">
                  <a:extLst>
                    <a:ext uri="{FF2B5EF4-FFF2-40B4-BE49-F238E27FC236}">
                      <a16:creationId xmlns:a16="http://schemas.microsoft.com/office/drawing/2014/main" id="{6D5B9E09-5B4F-B397-7567-031A11BD178A}"/>
                    </a:ext>
                  </a:extLst>
                </p:cNvPr>
                <p:cNvSpPr/>
                <p:nvPr/>
              </p:nvSpPr>
              <p:spPr>
                <a:xfrm>
                  <a:off x="6268279" y="4702111"/>
                  <a:ext cx="166905" cy="166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905" h="166905" extrusionOk="0">
                      <a:moveTo>
                        <a:pt x="65312" y="11201"/>
                      </a:moveTo>
                      <a:lnTo>
                        <a:pt x="155704" y="101594"/>
                      </a:lnTo>
                      <a:cubicBezTo>
                        <a:pt x="170639" y="116529"/>
                        <a:pt x="170639" y="140760"/>
                        <a:pt x="155704" y="155696"/>
                      </a:cubicBezTo>
                      <a:cubicBezTo>
                        <a:pt x="140759" y="170640"/>
                        <a:pt x="116537" y="170640"/>
                        <a:pt x="101592" y="155705"/>
                      </a:cubicBezTo>
                      <a:lnTo>
                        <a:pt x="11200" y="65313"/>
                      </a:lnTo>
                      <a:cubicBezTo>
                        <a:pt x="-3735" y="50378"/>
                        <a:pt x="-3735" y="26146"/>
                        <a:pt x="11210" y="11201"/>
                      </a:cubicBezTo>
                      <a:cubicBezTo>
                        <a:pt x="18677" y="3734"/>
                        <a:pt x="28469" y="-10"/>
                        <a:pt x="38261" y="0"/>
                      </a:cubicBezTo>
                      <a:cubicBezTo>
                        <a:pt x="48052" y="-10"/>
                        <a:pt x="57844" y="3724"/>
                        <a:pt x="65312" y="1120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2328;p65">
                  <a:extLst>
                    <a:ext uri="{FF2B5EF4-FFF2-40B4-BE49-F238E27FC236}">
                      <a16:creationId xmlns:a16="http://schemas.microsoft.com/office/drawing/2014/main" id="{6B6EB19B-52AB-CB62-3732-9E0B9C2A6246}"/>
                    </a:ext>
                  </a:extLst>
                </p:cNvPr>
                <p:cNvSpPr/>
                <p:nvPr/>
              </p:nvSpPr>
              <p:spPr>
                <a:xfrm>
                  <a:off x="6324123" y="4757956"/>
                  <a:ext cx="111061" cy="111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1" h="111060" extrusionOk="0">
                      <a:moveTo>
                        <a:pt x="54112" y="0"/>
                      </a:moveTo>
                      <a:lnTo>
                        <a:pt x="99860" y="45748"/>
                      </a:lnTo>
                      <a:cubicBezTo>
                        <a:pt x="114795" y="60684"/>
                        <a:pt x="114795" y="84915"/>
                        <a:pt x="99860" y="99851"/>
                      </a:cubicBezTo>
                      <a:cubicBezTo>
                        <a:pt x="84915" y="114795"/>
                        <a:pt x="60693" y="114795"/>
                        <a:pt x="45748" y="99860"/>
                      </a:cubicBezTo>
                      <a:lnTo>
                        <a:pt x="0" y="54112"/>
                      </a:lnTo>
                      <a:cubicBezTo>
                        <a:pt x="2505" y="44005"/>
                        <a:pt x="7715" y="34433"/>
                        <a:pt x="15611" y="26527"/>
                      </a:cubicBezTo>
                      <a:lnTo>
                        <a:pt x="26527" y="15611"/>
                      </a:lnTo>
                      <a:cubicBezTo>
                        <a:pt x="34433" y="7715"/>
                        <a:pt x="44005" y="2505"/>
                        <a:pt x="5411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2329;p65">
                  <a:extLst>
                    <a:ext uri="{FF2B5EF4-FFF2-40B4-BE49-F238E27FC236}">
                      <a16:creationId xmlns:a16="http://schemas.microsoft.com/office/drawing/2014/main" id="{F4002814-4E30-1437-A52F-E1507FE077E6}"/>
                    </a:ext>
                  </a:extLst>
                </p:cNvPr>
                <p:cNvSpPr/>
                <p:nvPr/>
              </p:nvSpPr>
              <p:spPr>
                <a:xfrm>
                  <a:off x="6441604" y="4813086"/>
                  <a:ext cx="204341" cy="77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341" h="77277" extrusionOk="0">
                      <a:moveTo>
                        <a:pt x="38025" y="763"/>
                      </a:moveTo>
                      <a:lnTo>
                        <a:pt x="165860" y="1"/>
                      </a:lnTo>
                      <a:cubicBezTo>
                        <a:pt x="186986" y="-123"/>
                        <a:pt x="204217" y="16898"/>
                        <a:pt x="204341" y="38025"/>
                      </a:cubicBezTo>
                      <a:cubicBezTo>
                        <a:pt x="204464" y="59160"/>
                        <a:pt x="187443" y="76391"/>
                        <a:pt x="166317" y="76515"/>
                      </a:cubicBezTo>
                      <a:lnTo>
                        <a:pt x="38482" y="77277"/>
                      </a:lnTo>
                      <a:cubicBezTo>
                        <a:pt x="17355" y="77401"/>
                        <a:pt x="125" y="60380"/>
                        <a:pt x="1" y="39244"/>
                      </a:cubicBezTo>
                      <a:cubicBezTo>
                        <a:pt x="-66" y="28680"/>
                        <a:pt x="4163" y="19089"/>
                        <a:pt x="11050" y="12126"/>
                      </a:cubicBezTo>
                      <a:cubicBezTo>
                        <a:pt x="17917" y="5163"/>
                        <a:pt x="27461" y="829"/>
                        <a:pt x="38025" y="76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2330;p65">
                  <a:extLst>
                    <a:ext uri="{FF2B5EF4-FFF2-40B4-BE49-F238E27FC236}">
                      <a16:creationId xmlns:a16="http://schemas.microsoft.com/office/drawing/2014/main" id="{0F2FD750-A1B8-48D3-E1AB-BB32D0742239}"/>
                    </a:ext>
                  </a:extLst>
                </p:cNvPr>
                <p:cNvSpPr/>
                <p:nvPr/>
              </p:nvSpPr>
              <p:spPr>
                <a:xfrm>
                  <a:off x="6534482" y="4813096"/>
                  <a:ext cx="111463" cy="76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463" h="76895" extrusionOk="0">
                      <a:moveTo>
                        <a:pt x="8288" y="381"/>
                      </a:moveTo>
                      <a:lnTo>
                        <a:pt x="72982" y="1"/>
                      </a:lnTo>
                      <a:cubicBezTo>
                        <a:pt x="94108" y="-123"/>
                        <a:pt x="111339" y="16898"/>
                        <a:pt x="111463" y="38024"/>
                      </a:cubicBezTo>
                      <a:cubicBezTo>
                        <a:pt x="111586" y="59160"/>
                        <a:pt x="94565" y="76391"/>
                        <a:pt x="73439" y="76515"/>
                      </a:cubicBezTo>
                      <a:lnTo>
                        <a:pt x="8745" y="76896"/>
                      </a:lnTo>
                      <a:cubicBezTo>
                        <a:pt x="3316" y="68009"/>
                        <a:pt x="163" y="57579"/>
                        <a:pt x="96" y="46406"/>
                      </a:cubicBezTo>
                      <a:lnTo>
                        <a:pt x="1" y="30976"/>
                      </a:lnTo>
                      <a:cubicBezTo>
                        <a:pt x="-65" y="19803"/>
                        <a:pt x="2963" y="9335"/>
                        <a:pt x="8288" y="38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2331;p65">
                  <a:extLst>
                    <a:ext uri="{FF2B5EF4-FFF2-40B4-BE49-F238E27FC236}">
                      <a16:creationId xmlns:a16="http://schemas.microsoft.com/office/drawing/2014/main" id="{6AA80166-EA82-AED7-4390-995A454D0E09}"/>
                    </a:ext>
                  </a:extLst>
                </p:cNvPr>
                <p:cNvSpPr/>
                <p:nvPr/>
              </p:nvSpPr>
              <p:spPr>
                <a:xfrm>
                  <a:off x="6656640" y="4815286"/>
                  <a:ext cx="204341" cy="772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341" h="77277" extrusionOk="0">
                      <a:moveTo>
                        <a:pt x="38025" y="763"/>
                      </a:moveTo>
                      <a:lnTo>
                        <a:pt x="165860" y="1"/>
                      </a:lnTo>
                      <a:cubicBezTo>
                        <a:pt x="186986" y="-123"/>
                        <a:pt x="204217" y="16898"/>
                        <a:pt x="204341" y="38025"/>
                      </a:cubicBezTo>
                      <a:cubicBezTo>
                        <a:pt x="204464" y="59160"/>
                        <a:pt x="187443" y="76391"/>
                        <a:pt x="166317" y="76515"/>
                      </a:cubicBezTo>
                      <a:lnTo>
                        <a:pt x="38482" y="77277"/>
                      </a:lnTo>
                      <a:cubicBezTo>
                        <a:pt x="17356" y="77401"/>
                        <a:pt x="125" y="60380"/>
                        <a:pt x="1" y="39244"/>
                      </a:cubicBezTo>
                      <a:cubicBezTo>
                        <a:pt x="-66" y="28681"/>
                        <a:pt x="4163" y="19089"/>
                        <a:pt x="11050" y="12126"/>
                      </a:cubicBezTo>
                      <a:cubicBezTo>
                        <a:pt x="17917" y="5163"/>
                        <a:pt x="27462" y="820"/>
                        <a:pt x="38025" y="76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2332;p65">
                  <a:extLst>
                    <a:ext uri="{FF2B5EF4-FFF2-40B4-BE49-F238E27FC236}">
                      <a16:creationId xmlns:a16="http://schemas.microsoft.com/office/drawing/2014/main" id="{32469557-D392-FD88-B751-677607A6DE2F}"/>
                    </a:ext>
                  </a:extLst>
                </p:cNvPr>
                <p:cNvSpPr/>
                <p:nvPr/>
              </p:nvSpPr>
              <p:spPr>
                <a:xfrm>
                  <a:off x="6749518" y="4815286"/>
                  <a:ext cx="111463" cy="76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463" h="76895" extrusionOk="0">
                      <a:moveTo>
                        <a:pt x="8288" y="382"/>
                      </a:moveTo>
                      <a:lnTo>
                        <a:pt x="72982" y="1"/>
                      </a:lnTo>
                      <a:cubicBezTo>
                        <a:pt x="94108" y="-123"/>
                        <a:pt x="111339" y="16898"/>
                        <a:pt x="111463" y="38025"/>
                      </a:cubicBezTo>
                      <a:cubicBezTo>
                        <a:pt x="111586" y="59160"/>
                        <a:pt x="94565" y="76391"/>
                        <a:pt x="73439" y="76515"/>
                      </a:cubicBezTo>
                      <a:lnTo>
                        <a:pt x="8745" y="76896"/>
                      </a:lnTo>
                      <a:cubicBezTo>
                        <a:pt x="3316" y="68009"/>
                        <a:pt x="163" y="57579"/>
                        <a:pt x="96" y="46407"/>
                      </a:cubicBezTo>
                      <a:lnTo>
                        <a:pt x="1" y="30976"/>
                      </a:lnTo>
                      <a:cubicBezTo>
                        <a:pt x="-65" y="19803"/>
                        <a:pt x="2963" y="9335"/>
                        <a:pt x="8288" y="38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2333;p65">
                  <a:extLst>
                    <a:ext uri="{FF2B5EF4-FFF2-40B4-BE49-F238E27FC236}">
                      <a16:creationId xmlns:a16="http://schemas.microsoft.com/office/drawing/2014/main" id="{ACAEE6CE-0271-F66F-F00F-71D025B50B14}"/>
                    </a:ext>
                  </a:extLst>
                </p:cNvPr>
                <p:cNvSpPr/>
                <p:nvPr/>
              </p:nvSpPr>
              <p:spPr>
                <a:xfrm>
                  <a:off x="6617061" y="4712019"/>
                  <a:ext cx="203432" cy="91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32" h="91870" extrusionOk="0">
                      <a:moveTo>
                        <a:pt x="42857" y="283"/>
                      </a:moveTo>
                      <a:lnTo>
                        <a:pt x="169768" y="15628"/>
                      </a:lnTo>
                      <a:cubicBezTo>
                        <a:pt x="190742" y="18162"/>
                        <a:pt x="205687" y="37231"/>
                        <a:pt x="203153" y="58195"/>
                      </a:cubicBezTo>
                      <a:cubicBezTo>
                        <a:pt x="200619" y="79179"/>
                        <a:pt x="181550" y="94124"/>
                        <a:pt x="160576" y="91590"/>
                      </a:cubicBezTo>
                      <a:lnTo>
                        <a:pt x="33665" y="76245"/>
                      </a:lnTo>
                      <a:cubicBezTo>
                        <a:pt x="12691" y="73712"/>
                        <a:pt x="-2254" y="54643"/>
                        <a:pt x="280" y="33668"/>
                      </a:cubicBezTo>
                      <a:cubicBezTo>
                        <a:pt x="1547" y="23182"/>
                        <a:pt x="6947" y="14199"/>
                        <a:pt x="14653" y="8161"/>
                      </a:cubicBezTo>
                      <a:cubicBezTo>
                        <a:pt x="22359" y="2112"/>
                        <a:pt x="32370" y="-993"/>
                        <a:pt x="42857" y="2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2334;p65">
                  <a:extLst>
                    <a:ext uri="{FF2B5EF4-FFF2-40B4-BE49-F238E27FC236}">
                      <a16:creationId xmlns:a16="http://schemas.microsoft.com/office/drawing/2014/main" id="{AD3E19B9-A5E0-242B-BCD4-FA76B7B234DF}"/>
                    </a:ext>
                  </a:extLst>
                </p:cNvPr>
                <p:cNvSpPr/>
                <p:nvPr/>
              </p:nvSpPr>
              <p:spPr>
                <a:xfrm>
                  <a:off x="6708240" y="4719885"/>
                  <a:ext cx="112253" cy="84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53" h="84004" extrusionOk="0">
                      <a:moveTo>
                        <a:pt x="14362" y="0"/>
                      </a:moveTo>
                      <a:lnTo>
                        <a:pt x="78589" y="7763"/>
                      </a:lnTo>
                      <a:cubicBezTo>
                        <a:pt x="99563" y="10296"/>
                        <a:pt x="114508" y="29366"/>
                        <a:pt x="111974" y="50330"/>
                      </a:cubicBezTo>
                      <a:cubicBezTo>
                        <a:pt x="109440" y="71314"/>
                        <a:pt x="90371" y="86258"/>
                        <a:pt x="69397" y="83725"/>
                      </a:cubicBezTo>
                      <a:lnTo>
                        <a:pt x="5170" y="75962"/>
                      </a:lnTo>
                      <a:cubicBezTo>
                        <a:pt x="903" y="66456"/>
                        <a:pt x="-907" y="55712"/>
                        <a:pt x="436" y="44625"/>
                      </a:cubicBezTo>
                      <a:lnTo>
                        <a:pt x="2293" y="29299"/>
                      </a:lnTo>
                      <a:cubicBezTo>
                        <a:pt x="3636" y="18212"/>
                        <a:pt x="7961" y="8211"/>
                        <a:pt x="1436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2335;p65">
                  <a:extLst>
                    <a:ext uri="{FF2B5EF4-FFF2-40B4-BE49-F238E27FC236}">
                      <a16:creationId xmlns:a16="http://schemas.microsoft.com/office/drawing/2014/main" id="{2DA4DA3D-E03B-2EDC-A2B3-E5C60D7007A9}"/>
                    </a:ext>
                  </a:extLst>
                </p:cNvPr>
                <p:cNvSpPr/>
                <p:nvPr/>
              </p:nvSpPr>
              <p:spPr>
                <a:xfrm>
                  <a:off x="6303716" y="4518549"/>
                  <a:ext cx="105927" cy="20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927" h="200931" extrusionOk="0">
                      <a:moveTo>
                        <a:pt x="75500" y="29467"/>
                      </a:moveTo>
                      <a:lnTo>
                        <a:pt x="104894" y="153873"/>
                      </a:lnTo>
                      <a:cubicBezTo>
                        <a:pt x="109752" y="174437"/>
                        <a:pt x="97017" y="195040"/>
                        <a:pt x="76462" y="199897"/>
                      </a:cubicBezTo>
                      <a:cubicBezTo>
                        <a:pt x="55897" y="204755"/>
                        <a:pt x="35285" y="192030"/>
                        <a:pt x="30428" y="171466"/>
                      </a:cubicBezTo>
                      <a:lnTo>
                        <a:pt x="1033" y="47059"/>
                      </a:lnTo>
                      <a:cubicBezTo>
                        <a:pt x="-3824" y="26495"/>
                        <a:pt x="8911" y="5892"/>
                        <a:pt x="29475" y="1035"/>
                      </a:cubicBezTo>
                      <a:cubicBezTo>
                        <a:pt x="39752" y="-1394"/>
                        <a:pt x="50049" y="568"/>
                        <a:pt x="58374" y="5721"/>
                      </a:cubicBezTo>
                      <a:cubicBezTo>
                        <a:pt x="66699" y="10855"/>
                        <a:pt x="73071" y="19180"/>
                        <a:pt x="75500" y="2946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2336;p65">
                  <a:extLst>
                    <a:ext uri="{FF2B5EF4-FFF2-40B4-BE49-F238E27FC236}">
                      <a16:creationId xmlns:a16="http://schemas.microsoft.com/office/drawing/2014/main" id="{A32DCA81-D4AE-6E5E-6CB2-B6EB2C27F98A}"/>
                    </a:ext>
                  </a:extLst>
                </p:cNvPr>
                <p:cNvSpPr/>
                <p:nvPr/>
              </p:nvSpPr>
              <p:spPr>
                <a:xfrm>
                  <a:off x="6319266" y="4606644"/>
                  <a:ext cx="90377" cy="1128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377" h="112836" extrusionOk="0">
                      <a:moveTo>
                        <a:pt x="74466" y="2817"/>
                      </a:moveTo>
                      <a:lnTo>
                        <a:pt x="89345" y="65777"/>
                      </a:lnTo>
                      <a:cubicBezTo>
                        <a:pt x="94202" y="86342"/>
                        <a:pt x="81467" y="106944"/>
                        <a:pt x="60912" y="111802"/>
                      </a:cubicBezTo>
                      <a:cubicBezTo>
                        <a:pt x="40348" y="116660"/>
                        <a:pt x="19736" y="103935"/>
                        <a:pt x="14878" y="83370"/>
                      </a:cubicBezTo>
                      <a:lnTo>
                        <a:pt x="0" y="20410"/>
                      </a:lnTo>
                      <a:cubicBezTo>
                        <a:pt x="7448" y="13133"/>
                        <a:pt x="16907" y="7722"/>
                        <a:pt x="27775" y="5151"/>
                      </a:cubicBezTo>
                      <a:lnTo>
                        <a:pt x="42796" y="1598"/>
                      </a:lnTo>
                      <a:cubicBezTo>
                        <a:pt x="53664" y="-964"/>
                        <a:pt x="64551" y="-364"/>
                        <a:pt x="74466" y="281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2337;p65">
                  <a:extLst>
                    <a:ext uri="{FF2B5EF4-FFF2-40B4-BE49-F238E27FC236}">
                      <a16:creationId xmlns:a16="http://schemas.microsoft.com/office/drawing/2014/main" id="{9816787B-DD1A-96B0-15FE-62575E8FE1B5}"/>
                    </a:ext>
                  </a:extLst>
                </p:cNvPr>
                <p:cNvSpPr/>
                <p:nvPr/>
              </p:nvSpPr>
              <p:spPr>
                <a:xfrm>
                  <a:off x="6836673" y="4610976"/>
                  <a:ext cx="101326" cy="201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326" h="201929" extrusionOk="0">
                      <a:moveTo>
                        <a:pt x="100593" y="45682"/>
                      </a:moveTo>
                      <a:lnTo>
                        <a:pt x="75800" y="171088"/>
                      </a:lnTo>
                      <a:cubicBezTo>
                        <a:pt x="71704" y="191814"/>
                        <a:pt x="51577" y="205292"/>
                        <a:pt x="30851" y="201196"/>
                      </a:cubicBezTo>
                      <a:cubicBezTo>
                        <a:pt x="10115" y="197101"/>
                        <a:pt x="-3363" y="176974"/>
                        <a:pt x="733" y="156248"/>
                      </a:cubicBezTo>
                      <a:lnTo>
                        <a:pt x="25527" y="30841"/>
                      </a:lnTo>
                      <a:cubicBezTo>
                        <a:pt x="29622" y="10115"/>
                        <a:pt x="49749" y="-3363"/>
                        <a:pt x="70485" y="733"/>
                      </a:cubicBezTo>
                      <a:cubicBezTo>
                        <a:pt x="80848" y="2781"/>
                        <a:pt x="89401" y="8839"/>
                        <a:pt x="94850" y="16973"/>
                      </a:cubicBezTo>
                      <a:cubicBezTo>
                        <a:pt x="100298" y="25098"/>
                        <a:pt x="102641" y="35318"/>
                        <a:pt x="100593" y="456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2338;p65">
                  <a:extLst>
                    <a:ext uri="{FF2B5EF4-FFF2-40B4-BE49-F238E27FC236}">
                      <a16:creationId xmlns:a16="http://schemas.microsoft.com/office/drawing/2014/main" id="{6FC9531E-61EC-D652-DE82-4185CD3B5DFA}"/>
                    </a:ext>
                  </a:extLst>
                </p:cNvPr>
                <p:cNvSpPr/>
                <p:nvPr/>
              </p:nvSpPr>
              <p:spPr>
                <a:xfrm>
                  <a:off x="6836683" y="4700243"/>
                  <a:ext cx="88344" cy="112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344" h="112662" extrusionOk="0">
                      <a:moveTo>
                        <a:pt x="88344" y="18356"/>
                      </a:moveTo>
                      <a:lnTo>
                        <a:pt x="75800" y="81821"/>
                      </a:lnTo>
                      <a:cubicBezTo>
                        <a:pt x="71704" y="102548"/>
                        <a:pt x="51578" y="116025"/>
                        <a:pt x="30851" y="111930"/>
                      </a:cubicBezTo>
                      <a:cubicBezTo>
                        <a:pt x="10115" y="107834"/>
                        <a:pt x="-3363" y="87708"/>
                        <a:pt x="733" y="66981"/>
                      </a:cubicBezTo>
                      <a:lnTo>
                        <a:pt x="13278" y="3516"/>
                      </a:lnTo>
                      <a:cubicBezTo>
                        <a:pt x="23069" y="-27"/>
                        <a:pt x="33918" y="-1027"/>
                        <a:pt x="44882" y="1135"/>
                      </a:cubicBezTo>
                      <a:lnTo>
                        <a:pt x="60026" y="4126"/>
                      </a:lnTo>
                      <a:cubicBezTo>
                        <a:pt x="70980" y="6297"/>
                        <a:pt x="80629" y="11355"/>
                        <a:pt x="88344" y="1835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2339;p65">
                  <a:extLst>
                    <a:ext uri="{FF2B5EF4-FFF2-40B4-BE49-F238E27FC236}">
                      <a16:creationId xmlns:a16="http://schemas.microsoft.com/office/drawing/2014/main" id="{C9DF1D37-055D-F88F-1B01-140C4EE72EAA}"/>
                    </a:ext>
                  </a:extLst>
                </p:cNvPr>
                <p:cNvSpPr/>
                <p:nvPr/>
              </p:nvSpPr>
              <p:spPr>
                <a:xfrm>
                  <a:off x="6394325" y="4419334"/>
                  <a:ext cx="163005" cy="1706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005" h="170639" extrusionOk="0">
                      <a:moveTo>
                        <a:pt x="152922" y="64130"/>
                      </a:moveTo>
                      <a:lnTo>
                        <a:pt x="66435" y="158266"/>
                      </a:lnTo>
                      <a:cubicBezTo>
                        <a:pt x="52138" y="173821"/>
                        <a:pt x="27944" y="174849"/>
                        <a:pt x="12380" y="160562"/>
                      </a:cubicBezTo>
                      <a:cubicBezTo>
                        <a:pt x="-3184" y="146265"/>
                        <a:pt x="-4212" y="122062"/>
                        <a:pt x="10085" y="106507"/>
                      </a:cubicBezTo>
                      <a:lnTo>
                        <a:pt x="96572" y="12372"/>
                      </a:lnTo>
                      <a:cubicBezTo>
                        <a:pt x="110869" y="-3183"/>
                        <a:pt x="135062" y="-4211"/>
                        <a:pt x="150636" y="10086"/>
                      </a:cubicBezTo>
                      <a:cubicBezTo>
                        <a:pt x="158418" y="17230"/>
                        <a:pt x="162561" y="26859"/>
                        <a:pt x="162971" y="36641"/>
                      </a:cubicBezTo>
                      <a:cubicBezTo>
                        <a:pt x="163390" y="46414"/>
                        <a:pt x="160075" y="56349"/>
                        <a:pt x="152922" y="6413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2340;p65">
                  <a:extLst>
                    <a:ext uri="{FF2B5EF4-FFF2-40B4-BE49-F238E27FC236}">
                      <a16:creationId xmlns:a16="http://schemas.microsoft.com/office/drawing/2014/main" id="{CF3B6526-9FB3-4F5F-AA49-3C6D58E98973}"/>
                    </a:ext>
                  </a:extLst>
                </p:cNvPr>
                <p:cNvSpPr/>
                <p:nvPr/>
              </p:nvSpPr>
              <p:spPr>
                <a:xfrm>
                  <a:off x="6394334" y="4478207"/>
                  <a:ext cx="110201" cy="111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01" h="111775" extrusionOk="0">
                      <a:moveTo>
                        <a:pt x="110202" y="51759"/>
                      </a:moveTo>
                      <a:lnTo>
                        <a:pt x="66435" y="99403"/>
                      </a:lnTo>
                      <a:cubicBezTo>
                        <a:pt x="52138" y="114957"/>
                        <a:pt x="27944" y="115986"/>
                        <a:pt x="12380" y="101698"/>
                      </a:cubicBezTo>
                      <a:cubicBezTo>
                        <a:pt x="-3184" y="87401"/>
                        <a:pt x="-4212" y="63198"/>
                        <a:pt x="10085" y="47644"/>
                      </a:cubicBezTo>
                      <a:lnTo>
                        <a:pt x="53852" y="0"/>
                      </a:lnTo>
                      <a:cubicBezTo>
                        <a:pt x="64063" y="2076"/>
                        <a:pt x="73845" y="6877"/>
                        <a:pt x="82065" y="14430"/>
                      </a:cubicBezTo>
                      <a:lnTo>
                        <a:pt x="93429" y="24870"/>
                      </a:lnTo>
                      <a:cubicBezTo>
                        <a:pt x="101658" y="32413"/>
                        <a:pt x="107268" y="41757"/>
                        <a:pt x="110202" y="5175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2341;p65">
                  <a:extLst>
                    <a:ext uri="{FF2B5EF4-FFF2-40B4-BE49-F238E27FC236}">
                      <a16:creationId xmlns:a16="http://schemas.microsoft.com/office/drawing/2014/main" id="{E8788EDE-9F12-E4F0-2949-75E4EB2A9DC3}"/>
                    </a:ext>
                  </a:extLst>
                </p:cNvPr>
                <p:cNvSpPr/>
                <p:nvPr/>
              </p:nvSpPr>
              <p:spPr>
                <a:xfrm>
                  <a:off x="6707304" y="4450367"/>
                  <a:ext cx="170639" cy="163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639" h="163004" extrusionOk="0">
                      <a:moveTo>
                        <a:pt x="106509" y="152922"/>
                      </a:moveTo>
                      <a:lnTo>
                        <a:pt x="12373" y="66435"/>
                      </a:lnTo>
                      <a:cubicBezTo>
                        <a:pt x="-3181" y="52138"/>
                        <a:pt x="-4210" y="27944"/>
                        <a:pt x="10078" y="12380"/>
                      </a:cubicBezTo>
                      <a:cubicBezTo>
                        <a:pt x="24375" y="-3184"/>
                        <a:pt x="48578" y="-4212"/>
                        <a:pt x="64132" y="10085"/>
                      </a:cubicBezTo>
                      <a:lnTo>
                        <a:pt x="158268" y="96572"/>
                      </a:lnTo>
                      <a:cubicBezTo>
                        <a:pt x="173822" y="110869"/>
                        <a:pt x="174851" y="135062"/>
                        <a:pt x="160554" y="150636"/>
                      </a:cubicBezTo>
                      <a:cubicBezTo>
                        <a:pt x="153410" y="158418"/>
                        <a:pt x="143780" y="162561"/>
                        <a:pt x="133998" y="162971"/>
                      </a:cubicBezTo>
                      <a:cubicBezTo>
                        <a:pt x="124225" y="163380"/>
                        <a:pt x="114291" y="160065"/>
                        <a:pt x="106509" y="15292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2342;p65">
                  <a:extLst>
                    <a:ext uri="{FF2B5EF4-FFF2-40B4-BE49-F238E27FC236}">
                      <a16:creationId xmlns:a16="http://schemas.microsoft.com/office/drawing/2014/main" id="{9B2159E1-056D-A63B-3EF5-044F9C49B48C}"/>
                    </a:ext>
                  </a:extLst>
                </p:cNvPr>
                <p:cNvSpPr/>
                <p:nvPr/>
              </p:nvSpPr>
              <p:spPr>
                <a:xfrm>
                  <a:off x="6707304" y="4450367"/>
                  <a:ext cx="111776" cy="110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776" h="110201" extrusionOk="0">
                      <a:moveTo>
                        <a:pt x="60017" y="110202"/>
                      </a:moveTo>
                      <a:lnTo>
                        <a:pt x="12373" y="66435"/>
                      </a:lnTo>
                      <a:cubicBezTo>
                        <a:pt x="-3181" y="52138"/>
                        <a:pt x="-4210" y="27944"/>
                        <a:pt x="10078" y="12380"/>
                      </a:cubicBezTo>
                      <a:cubicBezTo>
                        <a:pt x="24375" y="-3184"/>
                        <a:pt x="48578" y="-4212"/>
                        <a:pt x="64132" y="10085"/>
                      </a:cubicBezTo>
                      <a:lnTo>
                        <a:pt x="111776" y="53852"/>
                      </a:lnTo>
                      <a:cubicBezTo>
                        <a:pt x="109700" y="64063"/>
                        <a:pt x="104908" y="73845"/>
                        <a:pt x="97346" y="82065"/>
                      </a:cubicBezTo>
                      <a:lnTo>
                        <a:pt x="86906" y="93429"/>
                      </a:lnTo>
                      <a:cubicBezTo>
                        <a:pt x="79353" y="101658"/>
                        <a:pt x="70009" y="107268"/>
                        <a:pt x="60017" y="11020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2343;p65">
                  <a:extLst>
                    <a:ext uri="{FF2B5EF4-FFF2-40B4-BE49-F238E27FC236}">
                      <a16:creationId xmlns:a16="http://schemas.microsoft.com/office/drawing/2014/main" id="{9D60AEE6-3912-2382-D87F-436B91DD6F36}"/>
                    </a:ext>
                  </a:extLst>
                </p:cNvPr>
                <p:cNvSpPr/>
                <p:nvPr/>
              </p:nvSpPr>
              <p:spPr>
                <a:xfrm>
                  <a:off x="6529044" y="4506435"/>
                  <a:ext cx="200371" cy="108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371" h="108224" extrusionOk="0">
                      <a:moveTo>
                        <a:pt x="152629" y="107027"/>
                      </a:moveTo>
                      <a:lnTo>
                        <a:pt x="28785" y="75337"/>
                      </a:lnTo>
                      <a:cubicBezTo>
                        <a:pt x="8315" y="70098"/>
                        <a:pt x="-4029" y="49257"/>
                        <a:pt x="1200" y="28788"/>
                      </a:cubicBezTo>
                      <a:cubicBezTo>
                        <a:pt x="6439" y="8310"/>
                        <a:pt x="27280" y="-4035"/>
                        <a:pt x="47749" y="1204"/>
                      </a:cubicBezTo>
                      <a:lnTo>
                        <a:pt x="171593" y="32894"/>
                      </a:lnTo>
                      <a:cubicBezTo>
                        <a:pt x="192062" y="38132"/>
                        <a:pt x="204407" y="58973"/>
                        <a:pt x="199168" y="79442"/>
                      </a:cubicBezTo>
                      <a:cubicBezTo>
                        <a:pt x="196548" y="89672"/>
                        <a:pt x="190033" y="97883"/>
                        <a:pt x="181604" y="102864"/>
                      </a:cubicBezTo>
                      <a:cubicBezTo>
                        <a:pt x="173184" y="107865"/>
                        <a:pt x="162859" y="109637"/>
                        <a:pt x="152629" y="10702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2344;p65">
                  <a:extLst>
                    <a:ext uri="{FF2B5EF4-FFF2-40B4-BE49-F238E27FC236}">
                      <a16:creationId xmlns:a16="http://schemas.microsoft.com/office/drawing/2014/main" id="{4E957C6B-067A-5BDB-0D07-87054D86C735}"/>
                    </a:ext>
                  </a:extLst>
                </p:cNvPr>
                <p:cNvSpPr/>
                <p:nvPr/>
              </p:nvSpPr>
              <p:spPr>
                <a:xfrm>
                  <a:off x="6529035" y="4506435"/>
                  <a:ext cx="112916" cy="91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916" h="91367" extrusionOk="0">
                      <a:moveTo>
                        <a:pt x="91459" y="91368"/>
                      </a:moveTo>
                      <a:lnTo>
                        <a:pt x="28784" y="75337"/>
                      </a:lnTo>
                      <a:cubicBezTo>
                        <a:pt x="8315" y="70098"/>
                        <a:pt x="-4029" y="49257"/>
                        <a:pt x="1200" y="28788"/>
                      </a:cubicBezTo>
                      <a:cubicBezTo>
                        <a:pt x="6439" y="8310"/>
                        <a:pt x="27280" y="-4035"/>
                        <a:pt x="47749" y="1204"/>
                      </a:cubicBezTo>
                      <a:lnTo>
                        <a:pt x="110423" y="17234"/>
                      </a:lnTo>
                      <a:cubicBezTo>
                        <a:pt x="113414" y="27207"/>
                        <a:pt x="113824" y="38094"/>
                        <a:pt x="111052" y="48924"/>
                      </a:cubicBezTo>
                      <a:lnTo>
                        <a:pt x="107223" y="63878"/>
                      </a:lnTo>
                      <a:cubicBezTo>
                        <a:pt x="104461" y="74708"/>
                        <a:pt x="98879" y="84062"/>
                        <a:pt x="91459" y="9136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2345;p65">
                  <a:extLst>
                    <a:ext uri="{FF2B5EF4-FFF2-40B4-BE49-F238E27FC236}">
                      <a16:creationId xmlns:a16="http://schemas.microsoft.com/office/drawing/2014/main" id="{B1844A87-509A-79BA-2E1D-017660700C56}"/>
                    </a:ext>
                  </a:extLst>
                </p:cNvPr>
                <p:cNvSpPr/>
                <p:nvPr/>
              </p:nvSpPr>
              <p:spPr>
                <a:xfrm>
                  <a:off x="6409954" y="4589974"/>
                  <a:ext cx="92512" cy="203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12" h="203356" extrusionOk="0">
                      <a:moveTo>
                        <a:pt x="92210" y="43042"/>
                      </a:moveTo>
                      <a:lnTo>
                        <a:pt x="76227" y="169877"/>
                      </a:lnTo>
                      <a:cubicBezTo>
                        <a:pt x="73589" y="190842"/>
                        <a:pt x="54453" y="205691"/>
                        <a:pt x="33489" y="203053"/>
                      </a:cubicBezTo>
                      <a:cubicBezTo>
                        <a:pt x="12515" y="200414"/>
                        <a:pt x="-2335" y="181279"/>
                        <a:pt x="304" y="160314"/>
                      </a:cubicBezTo>
                      <a:lnTo>
                        <a:pt x="16286" y="33479"/>
                      </a:lnTo>
                      <a:cubicBezTo>
                        <a:pt x="18925" y="12515"/>
                        <a:pt x="38061" y="-2335"/>
                        <a:pt x="59035" y="304"/>
                      </a:cubicBezTo>
                      <a:cubicBezTo>
                        <a:pt x="69512" y="1628"/>
                        <a:pt x="78475" y="7066"/>
                        <a:pt x="84467" y="14801"/>
                      </a:cubicBezTo>
                      <a:cubicBezTo>
                        <a:pt x="90477" y="22535"/>
                        <a:pt x="93525" y="32565"/>
                        <a:pt x="92210" y="4304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2346;p65">
                  <a:extLst>
                    <a:ext uri="{FF2B5EF4-FFF2-40B4-BE49-F238E27FC236}">
                      <a16:creationId xmlns:a16="http://schemas.microsoft.com/office/drawing/2014/main" id="{96C83068-CF86-CB2B-A094-7A4086751B22}"/>
                    </a:ext>
                  </a:extLst>
                </p:cNvPr>
                <p:cNvSpPr/>
                <p:nvPr/>
              </p:nvSpPr>
              <p:spPr>
                <a:xfrm>
                  <a:off x="6409954" y="4681049"/>
                  <a:ext cx="84313" cy="1122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313" h="112281" extrusionOk="0">
                      <a:moveTo>
                        <a:pt x="84314" y="14614"/>
                      </a:moveTo>
                      <a:lnTo>
                        <a:pt x="76227" y="78803"/>
                      </a:lnTo>
                      <a:cubicBezTo>
                        <a:pt x="73589" y="99767"/>
                        <a:pt x="54453" y="114617"/>
                        <a:pt x="33489" y="111978"/>
                      </a:cubicBezTo>
                      <a:cubicBezTo>
                        <a:pt x="12515" y="109340"/>
                        <a:pt x="-2335" y="90204"/>
                        <a:pt x="304" y="69240"/>
                      </a:cubicBezTo>
                      <a:lnTo>
                        <a:pt x="8390" y="5051"/>
                      </a:lnTo>
                      <a:cubicBezTo>
                        <a:pt x="17915" y="831"/>
                        <a:pt x="28669" y="-922"/>
                        <a:pt x="39747" y="469"/>
                      </a:cubicBezTo>
                      <a:lnTo>
                        <a:pt x="55063" y="2403"/>
                      </a:lnTo>
                      <a:cubicBezTo>
                        <a:pt x="66150" y="3803"/>
                        <a:pt x="76132" y="8165"/>
                        <a:pt x="84314" y="1461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2347;p65">
                  <a:extLst>
                    <a:ext uri="{FF2B5EF4-FFF2-40B4-BE49-F238E27FC236}">
                      <a16:creationId xmlns:a16="http://schemas.microsoft.com/office/drawing/2014/main" id="{2D6B26A7-3B55-0C8D-41DD-39F703C64D24}"/>
                    </a:ext>
                  </a:extLst>
                </p:cNvPr>
                <p:cNvSpPr/>
                <p:nvPr/>
              </p:nvSpPr>
              <p:spPr>
                <a:xfrm>
                  <a:off x="6515002" y="4600058"/>
                  <a:ext cx="84653" cy="204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53" h="204088" extrusionOk="0">
                      <a:moveTo>
                        <a:pt x="8213" y="168271"/>
                      </a:moveTo>
                      <a:lnTo>
                        <a:pt x="79" y="40693"/>
                      </a:lnTo>
                      <a:cubicBezTo>
                        <a:pt x="-1264" y="19605"/>
                        <a:pt x="14738" y="1422"/>
                        <a:pt x="35817" y="79"/>
                      </a:cubicBezTo>
                      <a:cubicBezTo>
                        <a:pt x="56905" y="-1264"/>
                        <a:pt x="75098" y="14738"/>
                        <a:pt x="76441" y="35816"/>
                      </a:cubicBezTo>
                      <a:lnTo>
                        <a:pt x="84575" y="163394"/>
                      </a:lnTo>
                      <a:cubicBezTo>
                        <a:pt x="85918" y="184483"/>
                        <a:pt x="69916" y="202666"/>
                        <a:pt x="48828" y="204009"/>
                      </a:cubicBezTo>
                      <a:cubicBezTo>
                        <a:pt x="38284" y="204685"/>
                        <a:pt x="28463" y="201018"/>
                        <a:pt x="21120" y="194551"/>
                      </a:cubicBezTo>
                      <a:cubicBezTo>
                        <a:pt x="13766" y="188093"/>
                        <a:pt x="8890" y="178815"/>
                        <a:pt x="8213" y="1682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" name="Google Shape;2348;p65">
                  <a:extLst>
                    <a:ext uri="{FF2B5EF4-FFF2-40B4-BE49-F238E27FC236}">
                      <a16:creationId xmlns:a16="http://schemas.microsoft.com/office/drawing/2014/main" id="{BC8F4876-B205-A5AE-C706-D94290DEFB3E}"/>
                    </a:ext>
                  </a:extLst>
                </p:cNvPr>
                <p:cNvSpPr/>
                <p:nvPr/>
              </p:nvSpPr>
              <p:spPr>
                <a:xfrm>
                  <a:off x="6515002" y="4600067"/>
                  <a:ext cx="80555" cy="1118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555" h="111873" extrusionOk="0">
                      <a:moveTo>
                        <a:pt x="4194" y="105254"/>
                      </a:moveTo>
                      <a:lnTo>
                        <a:pt x="79" y="40693"/>
                      </a:lnTo>
                      <a:cubicBezTo>
                        <a:pt x="-1264" y="19605"/>
                        <a:pt x="14738" y="1422"/>
                        <a:pt x="35817" y="79"/>
                      </a:cubicBezTo>
                      <a:cubicBezTo>
                        <a:pt x="56905" y="-1264"/>
                        <a:pt x="75098" y="14738"/>
                        <a:pt x="76441" y="35817"/>
                      </a:cubicBezTo>
                      <a:lnTo>
                        <a:pt x="80555" y="100377"/>
                      </a:lnTo>
                      <a:cubicBezTo>
                        <a:pt x="71993" y="106311"/>
                        <a:pt x="61763" y="110055"/>
                        <a:pt x="50618" y="110769"/>
                      </a:cubicBezTo>
                      <a:lnTo>
                        <a:pt x="35217" y="111750"/>
                      </a:lnTo>
                      <a:cubicBezTo>
                        <a:pt x="24063" y="112464"/>
                        <a:pt x="13442" y="110045"/>
                        <a:pt x="4194" y="10525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2349;p65">
                  <a:extLst>
                    <a:ext uri="{FF2B5EF4-FFF2-40B4-BE49-F238E27FC236}">
                      <a16:creationId xmlns:a16="http://schemas.microsoft.com/office/drawing/2014/main" id="{8782BFD2-EBF0-D411-DBEF-B5EFDE9551E5}"/>
                    </a:ext>
                  </a:extLst>
                </p:cNvPr>
                <p:cNvSpPr/>
                <p:nvPr/>
              </p:nvSpPr>
              <p:spPr>
                <a:xfrm>
                  <a:off x="6629222" y="4611844"/>
                  <a:ext cx="203763" cy="88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63" h="88788" extrusionOk="0">
                      <a:moveTo>
                        <a:pt x="34592" y="12438"/>
                      </a:moveTo>
                      <a:lnTo>
                        <a:pt x="161836" y="179"/>
                      </a:lnTo>
                      <a:cubicBezTo>
                        <a:pt x="182867" y="-1849"/>
                        <a:pt x="201556" y="13562"/>
                        <a:pt x="203584" y="34593"/>
                      </a:cubicBezTo>
                      <a:cubicBezTo>
                        <a:pt x="205613" y="55634"/>
                        <a:pt x="190202" y="74322"/>
                        <a:pt x="169171" y="76351"/>
                      </a:cubicBezTo>
                      <a:lnTo>
                        <a:pt x="41926" y="88609"/>
                      </a:lnTo>
                      <a:cubicBezTo>
                        <a:pt x="20895" y="90638"/>
                        <a:pt x="2207" y="75227"/>
                        <a:pt x="178" y="54186"/>
                      </a:cubicBezTo>
                      <a:cubicBezTo>
                        <a:pt x="-832" y="43671"/>
                        <a:pt x="2512" y="33736"/>
                        <a:pt x="8741" y="26192"/>
                      </a:cubicBezTo>
                      <a:cubicBezTo>
                        <a:pt x="14970" y="18629"/>
                        <a:pt x="24086" y="13448"/>
                        <a:pt x="34592" y="124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2350;p65">
                  <a:extLst>
                    <a:ext uri="{FF2B5EF4-FFF2-40B4-BE49-F238E27FC236}">
                      <a16:creationId xmlns:a16="http://schemas.microsoft.com/office/drawing/2014/main" id="{B580313B-EC32-DD1C-F3EC-EE1BC3DADA61}"/>
                    </a:ext>
                  </a:extLst>
                </p:cNvPr>
                <p:cNvSpPr/>
                <p:nvPr/>
              </p:nvSpPr>
              <p:spPr>
                <a:xfrm>
                  <a:off x="6720897" y="4611844"/>
                  <a:ext cx="112097" cy="82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097" h="82551" extrusionOk="0">
                      <a:moveTo>
                        <a:pt x="5772" y="6380"/>
                      </a:moveTo>
                      <a:lnTo>
                        <a:pt x="70170" y="179"/>
                      </a:lnTo>
                      <a:cubicBezTo>
                        <a:pt x="91202" y="-1849"/>
                        <a:pt x="109890" y="13562"/>
                        <a:pt x="111918" y="34593"/>
                      </a:cubicBezTo>
                      <a:cubicBezTo>
                        <a:pt x="113947" y="55634"/>
                        <a:pt x="98536" y="74322"/>
                        <a:pt x="77505" y="76351"/>
                      </a:cubicBezTo>
                      <a:lnTo>
                        <a:pt x="13106" y="82552"/>
                      </a:lnTo>
                      <a:cubicBezTo>
                        <a:pt x="6905" y="74189"/>
                        <a:pt x="2829" y="64083"/>
                        <a:pt x="1752" y="52958"/>
                      </a:cubicBezTo>
                      <a:lnTo>
                        <a:pt x="276" y="37594"/>
                      </a:lnTo>
                      <a:cubicBezTo>
                        <a:pt x="-791" y="26478"/>
                        <a:pt x="1276" y="15781"/>
                        <a:pt x="5772" y="63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7" name="Google Shape;2351;p65">
                <a:extLst>
                  <a:ext uri="{FF2B5EF4-FFF2-40B4-BE49-F238E27FC236}">
                    <a16:creationId xmlns:a16="http://schemas.microsoft.com/office/drawing/2014/main" id="{3739BBDF-3B93-1790-088C-9F62CE6723BF}"/>
                  </a:ext>
                </a:extLst>
              </p:cNvPr>
              <p:cNvGrpSpPr/>
              <p:nvPr/>
            </p:nvGrpSpPr>
            <p:grpSpPr>
              <a:xfrm>
                <a:off x="2999125" y="1325451"/>
                <a:ext cx="2984959" cy="1147937"/>
                <a:chOff x="3998833" y="1767268"/>
                <a:chExt cx="3979945" cy="1530582"/>
              </a:xfrm>
            </p:grpSpPr>
            <p:grpSp>
              <p:nvGrpSpPr>
                <p:cNvPr id="579" name="Google Shape;2352;p65">
                  <a:extLst>
                    <a:ext uri="{FF2B5EF4-FFF2-40B4-BE49-F238E27FC236}">
                      <a16:creationId xmlns:a16="http://schemas.microsoft.com/office/drawing/2014/main" id="{2BC72521-A6D2-C606-346E-A37434B1136B}"/>
                    </a:ext>
                  </a:extLst>
                </p:cNvPr>
                <p:cNvGrpSpPr/>
                <p:nvPr/>
              </p:nvGrpSpPr>
              <p:grpSpPr>
                <a:xfrm>
                  <a:off x="7774790" y="2604363"/>
                  <a:ext cx="171450" cy="171450"/>
                  <a:chOff x="7774790" y="2604363"/>
                  <a:chExt cx="171450" cy="171450"/>
                </a:xfrm>
              </p:grpSpPr>
              <p:sp>
                <p:nvSpPr>
                  <p:cNvPr id="592" name="Google Shape;2353;p65">
                    <a:extLst>
                      <a:ext uri="{FF2B5EF4-FFF2-40B4-BE49-F238E27FC236}">
                        <a16:creationId xmlns:a16="http://schemas.microsoft.com/office/drawing/2014/main" id="{AF5197D2-2341-6FC6-99FC-6761C096882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831940" y="2604363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3" name="Google Shape;2354;p65">
                    <a:extLst>
                      <a:ext uri="{FF2B5EF4-FFF2-40B4-BE49-F238E27FC236}">
                        <a16:creationId xmlns:a16="http://schemas.microsoft.com/office/drawing/2014/main" id="{83AB9631-53A0-740A-960C-CE5953ACDAD2}"/>
                      </a:ext>
                    </a:extLst>
                  </p:cNvPr>
                  <p:cNvSpPr/>
                  <p:nvPr/>
                </p:nvSpPr>
                <p:spPr>
                  <a:xfrm>
                    <a:off x="7831940" y="2604363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80" name="Google Shape;2355;p65">
                  <a:extLst>
                    <a:ext uri="{FF2B5EF4-FFF2-40B4-BE49-F238E27FC236}">
                      <a16:creationId xmlns:a16="http://schemas.microsoft.com/office/drawing/2014/main" id="{94C41D5C-2D56-4CA0-429E-C6E3A8F49B71}"/>
                    </a:ext>
                  </a:extLst>
                </p:cNvPr>
                <p:cNvGrpSpPr/>
                <p:nvPr/>
              </p:nvGrpSpPr>
              <p:grpSpPr>
                <a:xfrm>
                  <a:off x="7807328" y="2908792"/>
                  <a:ext cx="171450" cy="171450"/>
                  <a:chOff x="7807328" y="2908792"/>
                  <a:chExt cx="171450" cy="171450"/>
                </a:xfrm>
              </p:grpSpPr>
              <p:sp>
                <p:nvSpPr>
                  <p:cNvPr id="590" name="Google Shape;2356;p65">
                    <a:extLst>
                      <a:ext uri="{FF2B5EF4-FFF2-40B4-BE49-F238E27FC236}">
                        <a16:creationId xmlns:a16="http://schemas.microsoft.com/office/drawing/2014/main" id="{CE41B5E8-5D96-B202-C49B-F3A111B0C73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864478" y="2908792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1" name="Google Shape;2357;p65">
                    <a:extLst>
                      <a:ext uri="{FF2B5EF4-FFF2-40B4-BE49-F238E27FC236}">
                        <a16:creationId xmlns:a16="http://schemas.microsoft.com/office/drawing/2014/main" id="{E6008D96-36E4-E343-6B88-324B439ABE6F}"/>
                      </a:ext>
                    </a:extLst>
                  </p:cNvPr>
                  <p:cNvSpPr/>
                  <p:nvPr/>
                </p:nvSpPr>
                <p:spPr>
                  <a:xfrm>
                    <a:off x="7864478" y="2908792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81" name="Google Shape;2358;p65">
                  <a:extLst>
                    <a:ext uri="{FF2B5EF4-FFF2-40B4-BE49-F238E27FC236}">
                      <a16:creationId xmlns:a16="http://schemas.microsoft.com/office/drawing/2014/main" id="{A15076A9-B1F4-5EAC-9712-809E3482B32F}"/>
                    </a:ext>
                  </a:extLst>
                </p:cNvPr>
                <p:cNvGrpSpPr/>
                <p:nvPr/>
              </p:nvGrpSpPr>
              <p:grpSpPr>
                <a:xfrm>
                  <a:off x="5525643" y="1778441"/>
                  <a:ext cx="171450" cy="171450"/>
                  <a:chOff x="5525643" y="1778441"/>
                  <a:chExt cx="171450" cy="171450"/>
                </a:xfrm>
              </p:grpSpPr>
              <p:sp>
                <p:nvSpPr>
                  <p:cNvPr id="588" name="Google Shape;2359;p65">
                    <a:extLst>
                      <a:ext uri="{FF2B5EF4-FFF2-40B4-BE49-F238E27FC236}">
                        <a16:creationId xmlns:a16="http://schemas.microsoft.com/office/drawing/2014/main" id="{CFE75833-6260-E383-A36C-A36B3ED0B6D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82793" y="1778441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9" name="Google Shape;2360;p65">
                    <a:extLst>
                      <a:ext uri="{FF2B5EF4-FFF2-40B4-BE49-F238E27FC236}">
                        <a16:creationId xmlns:a16="http://schemas.microsoft.com/office/drawing/2014/main" id="{C81302CC-7D50-E8EC-2192-1580784AD92B}"/>
                      </a:ext>
                    </a:extLst>
                  </p:cNvPr>
                  <p:cNvSpPr/>
                  <p:nvPr/>
                </p:nvSpPr>
                <p:spPr>
                  <a:xfrm>
                    <a:off x="5582793" y="1778441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82" name="Google Shape;2361;p65">
                  <a:extLst>
                    <a:ext uri="{FF2B5EF4-FFF2-40B4-BE49-F238E27FC236}">
                      <a16:creationId xmlns:a16="http://schemas.microsoft.com/office/drawing/2014/main" id="{C565874F-FFFF-BDC1-04D5-C7E8F3299E34}"/>
                    </a:ext>
                  </a:extLst>
                </p:cNvPr>
                <p:cNvGrpSpPr/>
                <p:nvPr/>
              </p:nvGrpSpPr>
              <p:grpSpPr>
                <a:xfrm>
                  <a:off x="3998833" y="3126400"/>
                  <a:ext cx="171450" cy="171450"/>
                  <a:chOff x="3998833" y="3126400"/>
                  <a:chExt cx="171450" cy="171450"/>
                </a:xfrm>
              </p:grpSpPr>
              <p:sp>
                <p:nvSpPr>
                  <p:cNvPr id="586" name="Google Shape;2362;p65">
                    <a:extLst>
                      <a:ext uri="{FF2B5EF4-FFF2-40B4-BE49-F238E27FC236}">
                        <a16:creationId xmlns:a16="http://schemas.microsoft.com/office/drawing/2014/main" id="{EC166052-C244-6ED0-BC09-1CA7D3DC841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055983" y="3126400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7" name="Google Shape;2363;p65">
                    <a:extLst>
                      <a:ext uri="{FF2B5EF4-FFF2-40B4-BE49-F238E27FC236}">
                        <a16:creationId xmlns:a16="http://schemas.microsoft.com/office/drawing/2014/main" id="{848BA8BF-BC0B-C8AF-BEC3-B396726C46F7}"/>
                      </a:ext>
                    </a:extLst>
                  </p:cNvPr>
                  <p:cNvSpPr/>
                  <p:nvPr/>
                </p:nvSpPr>
                <p:spPr>
                  <a:xfrm>
                    <a:off x="4055983" y="3126400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83" name="Google Shape;2364;p65">
                  <a:extLst>
                    <a:ext uri="{FF2B5EF4-FFF2-40B4-BE49-F238E27FC236}">
                      <a16:creationId xmlns:a16="http://schemas.microsoft.com/office/drawing/2014/main" id="{42423918-7899-DA36-5E81-408486B8A113}"/>
                    </a:ext>
                  </a:extLst>
                </p:cNvPr>
                <p:cNvGrpSpPr/>
                <p:nvPr/>
              </p:nvGrpSpPr>
              <p:grpSpPr>
                <a:xfrm>
                  <a:off x="5144681" y="1767268"/>
                  <a:ext cx="171450" cy="171450"/>
                  <a:chOff x="5144681" y="1767268"/>
                  <a:chExt cx="171450" cy="171450"/>
                </a:xfrm>
              </p:grpSpPr>
              <p:sp>
                <p:nvSpPr>
                  <p:cNvPr id="584" name="Google Shape;2365;p65">
                    <a:extLst>
                      <a:ext uri="{FF2B5EF4-FFF2-40B4-BE49-F238E27FC236}">
                        <a16:creationId xmlns:a16="http://schemas.microsoft.com/office/drawing/2014/main" id="{0161CBA9-423D-9133-2432-FD4F0A035CE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201831" y="1767266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5" name="Google Shape;2366;p65">
                    <a:extLst>
                      <a:ext uri="{FF2B5EF4-FFF2-40B4-BE49-F238E27FC236}">
                        <a16:creationId xmlns:a16="http://schemas.microsoft.com/office/drawing/2014/main" id="{72B044F6-0E4D-06DC-16F3-E444D74C4323}"/>
                      </a:ext>
                    </a:extLst>
                  </p:cNvPr>
                  <p:cNvSpPr/>
                  <p:nvPr/>
                </p:nvSpPr>
                <p:spPr>
                  <a:xfrm>
                    <a:off x="5201831" y="1767268"/>
                    <a:ext cx="5715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150" h="171450" extrusionOk="0">
                        <a:moveTo>
                          <a:pt x="0" y="0"/>
                        </a:moveTo>
                        <a:lnTo>
                          <a:pt x="57150" y="0"/>
                        </a:lnTo>
                        <a:lnTo>
                          <a:pt x="57150" y="171450"/>
                        </a:lnTo>
                        <a:lnTo>
                          <a:pt x="0" y="1714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68575" tIns="34275" rIns="68575" bIns="34275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8" name="Google Shape;2367;p65">
                <a:extLst>
                  <a:ext uri="{FF2B5EF4-FFF2-40B4-BE49-F238E27FC236}">
                    <a16:creationId xmlns:a16="http://schemas.microsoft.com/office/drawing/2014/main" id="{87F69EF0-FB9E-AA52-1644-569F423A3B89}"/>
                  </a:ext>
                </a:extLst>
              </p:cNvPr>
              <p:cNvSpPr/>
              <p:nvPr/>
            </p:nvSpPr>
            <p:spPr>
              <a:xfrm>
                <a:off x="5468264" y="2261192"/>
                <a:ext cx="37786" cy="37786"/>
              </a:xfrm>
              <a:custGeom>
                <a:avLst/>
                <a:gdLst/>
                <a:ahLst/>
                <a:cxnLst/>
                <a:rect l="l" t="t" r="r" b="b"/>
                <a:pathLst>
                  <a:path w="50381" h="50381" extrusionOk="0">
                    <a:moveTo>
                      <a:pt x="50375" y="25762"/>
                    </a:moveTo>
                    <a:cubicBezTo>
                      <a:pt x="50060" y="39669"/>
                      <a:pt x="38526" y="50689"/>
                      <a:pt x="24619" y="50375"/>
                    </a:cubicBezTo>
                    <a:cubicBezTo>
                      <a:pt x="10713" y="50060"/>
                      <a:pt x="-308" y="38526"/>
                      <a:pt x="7" y="24619"/>
                    </a:cubicBezTo>
                    <a:cubicBezTo>
                      <a:pt x="321" y="10713"/>
                      <a:pt x="11856" y="-308"/>
                      <a:pt x="25762" y="7"/>
                    </a:cubicBezTo>
                    <a:cubicBezTo>
                      <a:pt x="39669" y="321"/>
                      <a:pt x="50689" y="11856"/>
                      <a:pt x="50375" y="2576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restig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33"/>
          <p:cNvGrpSpPr/>
          <p:nvPr/>
        </p:nvGrpSpPr>
        <p:grpSpPr>
          <a:xfrm>
            <a:off x="857072" y="702144"/>
            <a:ext cx="812959" cy="861672"/>
            <a:chOff x="5137170" y="1563182"/>
            <a:chExt cx="584358" cy="619462"/>
          </a:xfrm>
        </p:grpSpPr>
        <p:sp>
          <p:nvSpPr>
            <p:cNvPr id="556" name="Google Shape;556;p33"/>
            <p:cNvSpPr/>
            <p:nvPr/>
          </p:nvSpPr>
          <p:spPr>
            <a:xfrm>
              <a:off x="5137170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811"/>
                  </a:moveTo>
                  <a:cubicBezTo>
                    <a:pt x="96911" y="73631"/>
                    <a:pt x="75956" y="94567"/>
                    <a:pt x="50175" y="94567"/>
                  </a:cubicBezTo>
                  <a:cubicBezTo>
                    <a:pt x="24330" y="94567"/>
                    <a:pt x="3439" y="73631"/>
                    <a:pt x="3439" y="47811"/>
                  </a:cubicBezTo>
                  <a:cubicBezTo>
                    <a:pt x="3439" y="21992"/>
                    <a:pt x="24330" y="1063"/>
                    <a:pt x="50175" y="1063"/>
                  </a:cubicBezTo>
                  <a:cubicBezTo>
                    <a:pt x="75956" y="1063"/>
                    <a:pt x="96911" y="21992"/>
                    <a:pt x="96911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33"/>
            <p:cNvSpPr/>
            <p:nvPr/>
          </p:nvSpPr>
          <p:spPr>
            <a:xfrm>
              <a:off x="5137170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936"/>
                  </a:moveTo>
                  <a:cubicBezTo>
                    <a:pt x="96911" y="73755"/>
                    <a:pt x="75956" y="94691"/>
                    <a:pt x="50175" y="94691"/>
                  </a:cubicBezTo>
                  <a:cubicBezTo>
                    <a:pt x="24330" y="94691"/>
                    <a:pt x="3439" y="73755"/>
                    <a:pt x="3439" y="47936"/>
                  </a:cubicBezTo>
                  <a:cubicBezTo>
                    <a:pt x="3439" y="22117"/>
                    <a:pt x="24330" y="1187"/>
                    <a:pt x="50175" y="1187"/>
                  </a:cubicBezTo>
                  <a:cubicBezTo>
                    <a:pt x="75956" y="1187"/>
                    <a:pt x="96911" y="22117"/>
                    <a:pt x="96911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33"/>
            <p:cNvSpPr/>
            <p:nvPr/>
          </p:nvSpPr>
          <p:spPr>
            <a:xfrm>
              <a:off x="5312477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811"/>
                  </a:moveTo>
                  <a:cubicBezTo>
                    <a:pt x="97028" y="73631"/>
                    <a:pt x="76137" y="94567"/>
                    <a:pt x="50292" y="94567"/>
                  </a:cubicBezTo>
                  <a:cubicBezTo>
                    <a:pt x="24447" y="94567"/>
                    <a:pt x="3556" y="73631"/>
                    <a:pt x="3556" y="47811"/>
                  </a:cubicBezTo>
                  <a:cubicBezTo>
                    <a:pt x="3556" y="21992"/>
                    <a:pt x="24447" y="1063"/>
                    <a:pt x="50292" y="1063"/>
                  </a:cubicBezTo>
                  <a:cubicBezTo>
                    <a:pt x="76137" y="1063"/>
                    <a:pt x="97028" y="21992"/>
                    <a:pt x="97028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5312477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936"/>
                  </a:moveTo>
                  <a:cubicBezTo>
                    <a:pt x="97028" y="73755"/>
                    <a:pt x="76137" y="94691"/>
                    <a:pt x="50292" y="94691"/>
                  </a:cubicBezTo>
                  <a:cubicBezTo>
                    <a:pt x="24447" y="94691"/>
                    <a:pt x="3556" y="73755"/>
                    <a:pt x="3556" y="47936"/>
                  </a:cubicBezTo>
                  <a:cubicBezTo>
                    <a:pt x="3556" y="22117"/>
                    <a:pt x="24447" y="1187"/>
                    <a:pt x="50292" y="1187"/>
                  </a:cubicBezTo>
                  <a:cubicBezTo>
                    <a:pt x="76137" y="1187"/>
                    <a:pt x="97028" y="22117"/>
                    <a:pt x="97028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5476117" y="1563182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5476117" y="1750191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5651425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5651425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5137170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059"/>
                  </a:moveTo>
                  <a:cubicBezTo>
                    <a:pt x="96911" y="73878"/>
                    <a:pt x="75956" y="94807"/>
                    <a:pt x="50175" y="94807"/>
                  </a:cubicBezTo>
                  <a:cubicBezTo>
                    <a:pt x="24330" y="94807"/>
                    <a:pt x="3439" y="73878"/>
                    <a:pt x="3439" y="48059"/>
                  </a:cubicBezTo>
                  <a:cubicBezTo>
                    <a:pt x="3439" y="22240"/>
                    <a:pt x="24330" y="1304"/>
                    <a:pt x="50175" y="1304"/>
                  </a:cubicBezTo>
                  <a:cubicBezTo>
                    <a:pt x="75956" y="1304"/>
                    <a:pt x="96911" y="22240"/>
                    <a:pt x="96911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5137170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183"/>
                  </a:moveTo>
                  <a:cubicBezTo>
                    <a:pt x="96911" y="74002"/>
                    <a:pt x="75956" y="94932"/>
                    <a:pt x="50175" y="94932"/>
                  </a:cubicBezTo>
                  <a:cubicBezTo>
                    <a:pt x="24330" y="94932"/>
                    <a:pt x="3439" y="74002"/>
                    <a:pt x="3439" y="48183"/>
                  </a:cubicBezTo>
                  <a:cubicBezTo>
                    <a:pt x="3439" y="22364"/>
                    <a:pt x="24330" y="1428"/>
                    <a:pt x="50175" y="1428"/>
                  </a:cubicBezTo>
                  <a:cubicBezTo>
                    <a:pt x="75956" y="1428"/>
                    <a:pt x="96911" y="22364"/>
                    <a:pt x="96911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5312477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059"/>
                  </a:moveTo>
                  <a:cubicBezTo>
                    <a:pt x="97028" y="73878"/>
                    <a:pt x="76137" y="94807"/>
                    <a:pt x="50292" y="94807"/>
                  </a:cubicBezTo>
                  <a:cubicBezTo>
                    <a:pt x="24447" y="94807"/>
                    <a:pt x="3556" y="73878"/>
                    <a:pt x="3556" y="48059"/>
                  </a:cubicBezTo>
                  <a:cubicBezTo>
                    <a:pt x="3556" y="22240"/>
                    <a:pt x="24447" y="1304"/>
                    <a:pt x="50292" y="1304"/>
                  </a:cubicBezTo>
                  <a:cubicBezTo>
                    <a:pt x="76137" y="1304"/>
                    <a:pt x="97028" y="22240"/>
                    <a:pt x="97028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5312477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183"/>
                  </a:moveTo>
                  <a:cubicBezTo>
                    <a:pt x="97028" y="74002"/>
                    <a:pt x="76137" y="94932"/>
                    <a:pt x="50292" y="94932"/>
                  </a:cubicBezTo>
                  <a:cubicBezTo>
                    <a:pt x="24447" y="94932"/>
                    <a:pt x="3556" y="74002"/>
                    <a:pt x="3556" y="48183"/>
                  </a:cubicBezTo>
                  <a:cubicBezTo>
                    <a:pt x="3556" y="22364"/>
                    <a:pt x="24447" y="1428"/>
                    <a:pt x="50292" y="1428"/>
                  </a:cubicBezTo>
                  <a:cubicBezTo>
                    <a:pt x="76137" y="1428"/>
                    <a:pt x="97028" y="22364"/>
                    <a:pt x="97028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5476117" y="1925509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5476117" y="2112518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5651425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5651425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2" name="Google Shape;572;p33"/>
          <p:cNvGrpSpPr/>
          <p:nvPr/>
        </p:nvGrpSpPr>
        <p:grpSpPr>
          <a:xfrm>
            <a:off x="3241329" y="615700"/>
            <a:ext cx="2661277" cy="1654059"/>
            <a:chOff x="2881566" y="539500"/>
            <a:chExt cx="2661277" cy="1654059"/>
          </a:xfrm>
        </p:grpSpPr>
        <p:sp>
          <p:nvSpPr>
            <p:cNvPr id="573" name="Google Shape;573;p33"/>
            <p:cNvSpPr/>
            <p:nvPr/>
          </p:nvSpPr>
          <p:spPr>
            <a:xfrm>
              <a:off x="3863788" y="1263251"/>
              <a:ext cx="1271685" cy="844323"/>
            </a:xfrm>
            <a:custGeom>
              <a:avLst/>
              <a:gdLst/>
              <a:ahLst/>
              <a:cxnLst/>
              <a:rect l="l" t="t" r="r" b="b"/>
              <a:pathLst>
                <a:path w="757811" h="503169" extrusionOk="0">
                  <a:moveTo>
                    <a:pt x="685387" y="264296"/>
                  </a:moveTo>
                  <a:lnTo>
                    <a:pt x="188248" y="491886"/>
                  </a:lnTo>
                  <a:cubicBezTo>
                    <a:pt x="125974" y="520395"/>
                    <a:pt x="52374" y="493020"/>
                    <a:pt x="23866" y="430745"/>
                  </a:cubicBezTo>
                  <a:lnTo>
                    <a:pt x="11283" y="403256"/>
                  </a:lnTo>
                  <a:cubicBezTo>
                    <a:pt x="-17225" y="340982"/>
                    <a:pt x="10150" y="267382"/>
                    <a:pt x="72424" y="238874"/>
                  </a:cubicBezTo>
                  <a:lnTo>
                    <a:pt x="569563" y="11283"/>
                  </a:lnTo>
                  <a:cubicBezTo>
                    <a:pt x="631837" y="-17225"/>
                    <a:pt x="705437" y="10150"/>
                    <a:pt x="733945" y="72424"/>
                  </a:cubicBezTo>
                  <a:lnTo>
                    <a:pt x="746528" y="99914"/>
                  </a:lnTo>
                  <a:cubicBezTo>
                    <a:pt x="775036" y="162188"/>
                    <a:pt x="747661" y="235788"/>
                    <a:pt x="685387" y="264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4" name="Google Shape;574;p33"/>
            <p:cNvGrpSpPr/>
            <p:nvPr/>
          </p:nvGrpSpPr>
          <p:grpSpPr>
            <a:xfrm>
              <a:off x="3935997" y="1767989"/>
              <a:ext cx="149162" cy="282612"/>
              <a:chOff x="3613289" y="5525404"/>
              <a:chExt cx="88887" cy="168421"/>
            </a:xfrm>
          </p:grpSpPr>
          <p:sp>
            <p:nvSpPr>
              <p:cNvPr id="575" name="Google Shape;575;p33"/>
              <p:cNvSpPr/>
              <p:nvPr/>
            </p:nvSpPr>
            <p:spPr>
              <a:xfrm>
                <a:off x="3613289" y="5525404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33"/>
              <p:cNvSpPr/>
              <p:nvPr/>
            </p:nvSpPr>
            <p:spPr>
              <a:xfrm>
                <a:off x="3646865" y="5598747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33"/>
              <p:cNvSpPr/>
              <p:nvPr/>
            </p:nvSpPr>
            <p:spPr>
              <a:xfrm>
                <a:off x="3680440" y="5672089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8" name="Google Shape;578;p33"/>
            <p:cNvGrpSpPr/>
            <p:nvPr/>
          </p:nvGrpSpPr>
          <p:grpSpPr>
            <a:xfrm>
              <a:off x="4262037" y="1618740"/>
              <a:ext cx="149162" cy="282612"/>
              <a:chOff x="3807580" y="5436460"/>
              <a:chExt cx="88887" cy="168421"/>
            </a:xfrm>
          </p:grpSpPr>
          <p:sp>
            <p:nvSpPr>
              <p:cNvPr id="579" name="Google Shape;579;p33"/>
              <p:cNvSpPr/>
              <p:nvPr/>
            </p:nvSpPr>
            <p:spPr>
              <a:xfrm>
                <a:off x="3807580" y="543646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33"/>
              <p:cNvSpPr/>
              <p:nvPr/>
            </p:nvSpPr>
            <p:spPr>
              <a:xfrm>
                <a:off x="3841156" y="5509802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33"/>
              <p:cNvSpPr/>
              <p:nvPr/>
            </p:nvSpPr>
            <p:spPr>
              <a:xfrm>
                <a:off x="3874731" y="5583145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" name="Google Shape;582;p33"/>
            <p:cNvGrpSpPr/>
            <p:nvPr/>
          </p:nvGrpSpPr>
          <p:grpSpPr>
            <a:xfrm>
              <a:off x="4425041" y="1544115"/>
              <a:ext cx="149162" cy="282612"/>
              <a:chOff x="3904716" y="5391988"/>
              <a:chExt cx="88887" cy="168421"/>
            </a:xfrm>
          </p:grpSpPr>
          <p:sp>
            <p:nvSpPr>
              <p:cNvPr id="583" name="Google Shape;583;p33"/>
              <p:cNvSpPr/>
              <p:nvPr/>
            </p:nvSpPr>
            <p:spPr>
              <a:xfrm>
                <a:off x="3904716" y="539198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33"/>
              <p:cNvSpPr/>
              <p:nvPr/>
            </p:nvSpPr>
            <p:spPr>
              <a:xfrm>
                <a:off x="3938292" y="546533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33"/>
              <p:cNvSpPr/>
              <p:nvPr/>
            </p:nvSpPr>
            <p:spPr>
              <a:xfrm>
                <a:off x="3971867" y="5538673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6" name="Google Shape;586;p33"/>
            <p:cNvGrpSpPr/>
            <p:nvPr/>
          </p:nvGrpSpPr>
          <p:grpSpPr>
            <a:xfrm>
              <a:off x="4588062" y="1469489"/>
              <a:ext cx="149162" cy="282612"/>
              <a:chOff x="4001862" y="5347515"/>
              <a:chExt cx="88887" cy="168421"/>
            </a:xfrm>
          </p:grpSpPr>
          <p:sp>
            <p:nvSpPr>
              <p:cNvPr id="587" name="Google Shape;587;p33"/>
              <p:cNvSpPr/>
              <p:nvPr/>
            </p:nvSpPr>
            <p:spPr>
              <a:xfrm>
                <a:off x="4001862" y="5347515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33"/>
              <p:cNvSpPr/>
              <p:nvPr/>
            </p:nvSpPr>
            <p:spPr>
              <a:xfrm>
                <a:off x="4035437" y="542085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4069013" y="549420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0" name="Google Shape;590;p33"/>
            <p:cNvGrpSpPr/>
            <p:nvPr/>
          </p:nvGrpSpPr>
          <p:grpSpPr>
            <a:xfrm>
              <a:off x="4751066" y="1394864"/>
              <a:ext cx="149162" cy="282612"/>
              <a:chOff x="4098998" y="5303043"/>
              <a:chExt cx="88887" cy="168421"/>
            </a:xfrm>
          </p:grpSpPr>
          <p:sp>
            <p:nvSpPr>
              <p:cNvPr id="591" name="Google Shape;591;p33"/>
              <p:cNvSpPr/>
              <p:nvPr/>
            </p:nvSpPr>
            <p:spPr>
              <a:xfrm>
                <a:off x="4098998" y="5303043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33"/>
              <p:cNvSpPr/>
              <p:nvPr/>
            </p:nvSpPr>
            <p:spPr>
              <a:xfrm>
                <a:off x="4132573" y="5376386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33"/>
              <p:cNvSpPr/>
              <p:nvPr/>
            </p:nvSpPr>
            <p:spPr>
              <a:xfrm>
                <a:off x="4166149" y="544972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" name="Google Shape;594;p33"/>
            <p:cNvGrpSpPr/>
            <p:nvPr/>
          </p:nvGrpSpPr>
          <p:grpSpPr>
            <a:xfrm>
              <a:off x="4914086" y="1320240"/>
              <a:ext cx="149162" cy="282612"/>
              <a:chOff x="4196143" y="5258571"/>
              <a:chExt cx="88887" cy="168421"/>
            </a:xfrm>
          </p:grpSpPr>
          <p:sp>
            <p:nvSpPr>
              <p:cNvPr id="595" name="Google Shape;595;p33"/>
              <p:cNvSpPr/>
              <p:nvPr/>
            </p:nvSpPr>
            <p:spPr>
              <a:xfrm>
                <a:off x="4196143" y="5258571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33"/>
              <p:cNvSpPr/>
              <p:nvPr/>
            </p:nvSpPr>
            <p:spPr>
              <a:xfrm>
                <a:off x="4229719" y="5331914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33"/>
              <p:cNvSpPr/>
              <p:nvPr/>
            </p:nvSpPr>
            <p:spPr>
              <a:xfrm>
                <a:off x="4263294" y="5405256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8" name="Google Shape;598;p33"/>
            <p:cNvSpPr/>
            <p:nvPr/>
          </p:nvSpPr>
          <p:spPr>
            <a:xfrm>
              <a:off x="3572298" y="786705"/>
              <a:ext cx="985597" cy="1191077"/>
            </a:xfrm>
            <a:custGeom>
              <a:avLst/>
              <a:gdLst/>
              <a:ahLst/>
              <a:cxnLst/>
              <a:rect l="l" t="t" r="r" b="b"/>
              <a:pathLst>
                <a:path w="587328" h="709815" extrusionOk="0">
                  <a:moveTo>
                    <a:pt x="526952" y="87576"/>
                  </a:moveTo>
                  <a:lnTo>
                    <a:pt x="298771" y="5423"/>
                  </a:lnTo>
                  <a:cubicBezTo>
                    <a:pt x="251346" y="-11655"/>
                    <a:pt x="199053" y="12947"/>
                    <a:pt x="181985" y="60372"/>
                  </a:cubicBezTo>
                  <a:lnTo>
                    <a:pt x="118339" y="237147"/>
                  </a:lnTo>
                  <a:lnTo>
                    <a:pt x="0" y="565826"/>
                  </a:lnTo>
                  <a:lnTo>
                    <a:pt x="399926" y="709816"/>
                  </a:lnTo>
                  <a:lnTo>
                    <a:pt x="518265" y="381136"/>
                  </a:lnTo>
                  <a:lnTo>
                    <a:pt x="581911" y="204362"/>
                  </a:lnTo>
                  <a:cubicBezTo>
                    <a:pt x="598980" y="156937"/>
                    <a:pt x="574377" y="104654"/>
                    <a:pt x="526952" y="875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4006870" y="539500"/>
              <a:ext cx="589247" cy="408238"/>
            </a:xfrm>
            <a:custGeom>
              <a:avLst/>
              <a:gdLst/>
              <a:ahLst/>
              <a:cxnLst/>
              <a:rect l="l" t="t" r="r" b="b"/>
              <a:pathLst>
                <a:path w="351139" h="243287" extrusionOk="0">
                  <a:moveTo>
                    <a:pt x="351139" y="109023"/>
                  </a:moveTo>
                  <a:lnTo>
                    <a:pt x="302800" y="243287"/>
                  </a:lnTo>
                  <a:lnTo>
                    <a:pt x="0" y="134264"/>
                  </a:lnTo>
                  <a:lnTo>
                    <a:pt x="4833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0" name="Google Shape;600;p33"/>
            <p:cNvGrpSpPr/>
            <p:nvPr/>
          </p:nvGrpSpPr>
          <p:grpSpPr>
            <a:xfrm>
              <a:off x="4088196" y="597343"/>
              <a:ext cx="426594" cy="292553"/>
              <a:chOff x="3703986" y="4827765"/>
              <a:chExt cx="254212" cy="174345"/>
            </a:xfrm>
          </p:grpSpPr>
          <p:sp>
            <p:nvSpPr>
              <p:cNvPr id="601" name="Google Shape;601;p33"/>
              <p:cNvSpPr/>
              <p:nvPr/>
            </p:nvSpPr>
            <p:spPr>
              <a:xfrm>
                <a:off x="3703986" y="4827765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33"/>
              <p:cNvSpPr/>
              <p:nvPr/>
            </p:nvSpPr>
            <p:spPr>
              <a:xfrm>
                <a:off x="3735409" y="4839081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33"/>
              <p:cNvSpPr/>
              <p:nvPr/>
            </p:nvSpPr>
            <p:spPr>
              <a:xfrm>
                <a:off x="3766832" y="4850396"/>
                <a:ext cx="34251" cy="95145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45" extrusionOk="0">
                    <a:moveTo>
                      <a:pt x="34252" y="0"/>
                    </a:moveTo>
                    <a:lnTo>
                      <a:pt x="0" y="9514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33"/>
              <p:cNvSpPr/>
              <p:nvPr/>
            </p:nvSpPr>
            <p:spPr>
              <a:xfrm>
                <a:off x="3798255" y="4861702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33"/>
              <p:cNvSpPr/>
              <p:nvPr/>
            </p:nvSpPr>
            <p:spPr>
              <a:xfrm>
                <a:off x="3829678" y="4873018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33"/>
              <p:cNvSpPr/>
              <p:nvPr/>
            </p:nvSpPr>
            <p:spPr>
              <a:xfrm>
                <a:off x="3861101" y="4884334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33"/>
              <p:cNvSpPr/>
              <p:nvPr/>
            </p:nvSpPr>
            <p:spPr>
              <a:xfrm>
                <a:off x="3892524" y="4895649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33"/>
              <p:cNvSpPr/>
              <p:nvPr/>
            </p:nvSpPr>
            <p:spPr>
              <a:xfrm>
                <a:off x="3923947" y="4906965"/>
                <a:ext cx="34251" cy="95145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45" extrusionOk="0">
                    <a:moveTo>
                      <a:pt x="34252" y="0"/>
                    </a:moveTo>
                    <a:lnTo>
                      <a:pt x="0" y="9514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9" name="Google Shape;609;p33"/>
            <p:cNvSpPr/>
            <p:nvPr/>
          </p:nvSpPr>
          <p:spPr>
            <a:xfrm>
              <a:off x="3841325" y="1098315"/>
              <a:ext cx="499529" cy="499502"/>
            </a:xfrm>
            <a:custGeom>
              <a:avLst/>
              <a:gdLst/>
              <a:ahLst/>
              <a:cxnLst/>
              <a:rect l="l" t="t" r="r" b="b"/>
              <a:pathLst>
                <a:path w="297675" h="297675" extrusionOk="0">
                  <a:moveTo>
                    <a:pt x="297675" y="148838"/>
                  </a:moveTo>
                  <a:cubicBezTo>
                    <a:pt x="297675" y="231038"/>
                    <a:pt x="231038" y="297675"/>
                    <a:pt x="148838" y="297675"/>
                  </a:cubicBezTo>
                  <a:cubicBezTo>
                    <a:pt x="66637" y="297675"/>
                    <a:pt x="0" y="231038"/>
                    <a:pt x="0" y="148838"/>
                  </a:cubicBezTo>
                  <a:cubicBezTo>
                    <a:pt x="0" y="66637"/>
                    <a:pt x="66637" y="0"/>
                    <a:pt x="148838" y="0"/>
                  </a:cubicBezTo>
                  <a:cubicBezTo>
                    <a:pt x="231038" y="0"/>
                    <a:pt x="297675" y="66637"/>
                    <a:pt x="297675" y="1488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3925240" y="1182242"/>
              <a:ext cx="331682" cy="331647"/>
            </a:xfrm>
            <a:custGeom>
              <a:avLst/>
              <a:gdLst/>
              <a:ahLst/>
              <a:cxnLst/>
              <a:rect l="l" t="t" r="r" b="b"/>
              <a:pathLst>
                <a:path w="197653" h="197643" extrusionOk="0">
                  <a:moveTo>
                    <a:pt x="197653" y="102013"/>
                  </a:moveTo>
                  <a:lnTo>
                    <a:pt x="137817" y="80477"/>
                  </a:lnTo>
                  <a:lnTo>
                    <a:pt x="159363" y="20641"/>
                  </a:lnTo>
                  <a:lnTo>
                    <a:pt x="102022" y="0"/>
                  </a:lnTo>
                  <a:lnTo>
                    <a:pt x="80477" y="59827"/>
                  </a:lnTo>
                  <a:lnTo>
                    <a:pt x="20650" y="38291"/>
                  </a:lnTo>
                  <a:lnTo>
                    <a:pt x="0" y="95621"/>
                  </a:lnTo>
                  <a:lnTo>
                    <a:pt x="59836" y="117167"/>
                  </a:lnTo>
                  <a:lnTo>
                    <a:pt x="38290" y="177003"/>
                  </a:lnTo>
                  <a:lnTo>
                    <a:pt x="95631" y="197644"/>
                  </a:lnTo>
                  <a:lnTo>
                    <a:pt x="117176" y="137808"/>
                  </a:lnTo>
                  <a:lnTo>
                    <a:pt x="177003" y="15935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33"/>
            <p:cNvSpPr/>
            <p:nvPr/>
          </p:nvSpPr>
          <p:spPr>
            <a:xfrm rot="-543206">
              <a:off x="4822922" y="911966"/>
              <a:ext cx="335176" cy="186815"/>
            </a:xfrm>
            <a:custGeom>
              <a:avLst/>
              <a:gdLst/>
              <a:ahLst/>
              <a:cxnLst/>
              <a:rect l="l" t="t" r="r" b="b"/>
              <a:pathLst>
                <a:path w="363737" h="202734" extrusionOk="0">
                  <a:moveTo>
                    <a:pt x="201587" y="201587"/>
                  </a:moveTo>
                  <a:cubicBezTo>
                    <a:pt x="301714" y="190376"/>
                    <a:pt x="373799" y="100127"/>
                    <a:pt x="362588" y="0"/>
                  </a:cubicBezTo>
                  <a:lnTo>
                    <a:pt x="0" y="40595"/>
                  </a:lnTo>
                  <a:cubicBezTo>
                    <a:pt x="11201" y="140713"/>
                    <a:pt x="101460" y="212788"/>
                    <a:pt x="201587" y="2015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33"/>
            <p:cNvSpPr/>
            <p:nvPr/>
          </p:nvSpPr>
          <p:spPr>
            <a:xfrm rot="-543206">
              <a:off x="4798380" y="765112"/>
              <a:ext cx="335174" cy="186825"/>
            </a:xfrm>
            <a:custGeom>
              <a:avLst/>
              <a:gdLst/>
              <a:ahLst/>
              <a:cxnLst/>
              <a:rect l="l" t="t" r="r" b="b"/>
              <a:pathLst>
                <a:path w="363735" h="202745" extrusionOk="0">
                  <a:moveTo>
                    <a:pt x="1147" y="202746"/>
                  </a:moveTo>
                  <a:lnTo>
                    <a:pt x="363736" y="162150"/>
                  </a:lnTo>
                  <a:cubicBezTo>
                    <a:pt x="352525" y="62024"/>
                    <a:pt x="262275" y="-10062"/>
                    <a:pt x="162148" y="1149"/>
                  </a:cubicBezTo>
                  <a:cubicBezTo>
                    <a:pt x="62022" y="12360"/>
                    <a:pt x="-10054" y="102619"/>
                    <a:pt x="1147" y="202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33"/>
            <p:cNvSpPr/>
            <p:nvPr/>
          </p:nvSpPr>
          <p:spPr>
            <a:xfrm rot="-543206">
              <a:off x="5327714" y="1152327"/>
              <a:ext cx="198146" cy="159316"/>
            </a:xfrm>
            <a:custGeom>
              <a:avLst/>
              <a:gdLst/>
              <a:ahLst/>
              <a:cxnLst/>
              <a:rect l="l" t="t" r="r" b="b"/>
              <a:pathLst>
                <a:path w="215030" h="172891" extrusionOk="0">
                  <a:moveTo>
                    <a:pt x="57611" y="157419"/>
                  </a:moveTo>
                  <a:cubicBezTo>
                    <a:pt x="112713" y="189252"/>
                    <a:pt x="183198" y="170393"/>
                    <a:pt x="215030" y="115290"/>
                  </a:cubicBezTo>
                  <a:lnTo>
                    <a:pt x="15472" y="0"/>
                  </a:lnTo>
                  <a:cubicBezTo>
                    <a:pt x="-16360" y="55102"/>
                    <a:pt x="2499" y="125587"/>
                    <a:pt x="57611" y="1574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33"/>
            <p:cNvSpPr/>
            <p:nvPr/>
          </p:nvSpPr>
          <p:spPr>
            <a:xfrm rot="-543206">
              <a:off x="5333396" y="1097857"/>
              <a:ext cx="198146" cy="159320"/>
            </a:xfrm>
            <a:custGeom>
              <a:avLst/>
              <a:gdLst/>
              <a:ahLst/>
              <a:cxnLst/>
              <a:rect l="l" t="t" r="r" b="b"/>
              <a:pathLst>
                <a:path w="215030" h="172896" extrusionOk="0">
                  <a:moveTo>
                    <a:pt x="0" y="57606"/>
                  </a:moveTo>
                  <a:lnTo>
                    <a:pt x="199558" y="172896"/>
                  </a:lnTo>
                  <a:cubicBezTo>
                    <a:pt x="231391" y="117794"/>
                    <a:pt x="212531" y="47309"/>
                    <a:pt x="157429" y="15477"/>
                  </a:cubicBezTo>
                  <a:cubicBezTo>
                    <a:pt x="102318" y="-16365"/>
                    <a:pt x="31842" y="2504"/>
                    <a:pt x="0" y="576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33"/>
            <p:cNvSpPr/>
            <p:nvPr/>
          </p:nvSpPr>
          <p:spPr>
            <a:xfrm rot="-3999147">
              <a:off x="3529633" y="1292453"/>
              <a:ext cx="95797" cy="95797"/>
            </a:xfrm>
            <a:custGeom>
              <a:avLst/>
              <a:gdLst/>
              <a:ahLst/>
              <a:cxnLst/>
              <a:rect l="l" t="t" r="r" b="b"/>
              <a:pathLst>
                <a:path w="127732" h="127732" extrusionOk="0">
                  <a:moveTo>
                    <a:pt x="120255" y="93831"/>
                  </a:moveTo>
                  <a:cubicBezTo>
                    <a:pt x="103701" y="124978"/>
                    <a:pt x="65039" y="136798"/>
                    <a:pt x="33901" y="120253"/>
                  </a:cubicBezTo>
                  <a:cubicBezTo>
                    <a:pt x="2755" y="103699"/>
                    <a:pt x="-9066" y="65037"/>
                    <a:pt x="7479" y="33900"/>
                  </a:cubicBezTo>
                  <a:cubicBezTo>
                    <a:pt x="24024" y="2762"/>
                    <a:pt x="62696" y="-9068"/>
                    <a:pt x="93833" y="7477"/>
                  </a:cubicBezTo>
                  <a:cubicBezTo>
                    <a:pt x="124970" y="24022"/>
                    <a:pt x="136800" y="62684"/>
                    <a:pt x="120255" y="938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33"/>
            <p:cNvSpPr/>
            <p:nvPr/>
          </p:nvSpPr>
          <p:spPr>
            <a:xfrm rot="-3999147">
              <a:off x="3683691" y="2082714"/>
              <a:ext cx="95787" cy="95787"/>
            </a:xfrm>
            <a:custGeom>
              <a:avLst/>
              <a:gdLst/>
              <a:ahLst/>
              <a:cxnLst/>
              <a:rect l="l" t="t" r="r" b="b"/>
              <a:pathLst>
                <a:path w="127718" h="127718" extrusionOk="0">
                  <a:moveTo>
                    <a:pt x="116137" y="100526"/>
                  </a:moveTo>
                  <a:cubicBezTo>
                    <a:pt x="95887" y="129396"/>
                    <a:pt x="56063" y="136388"/>
                    <a:pt x="27193" y="116137"/>
                  </a:cubicBezTo>
                  <a:cubicBezTo>
                    <a:pt x="-1677" y="95887"/>
                    <a:pt x="-8669" y="56063"/>
                    <a:pt x="11582" y="27193"/>
                  </a:cubicBezTo>
                  <a:cubicBezTo>
                    <a:pt x="31832" y="-1677"/>
                    <a:pt x="71656" y="-8669"/>
                    <a:pt x="100526" y="11582"/>
                  </a:cubicBezTo>
                  <a:cubicBezTo>
                    <a:pt x="129396" y="31832"/>
                    <a:pt x="136388" y="71656"/>
                    <a:pt x="116137" y="100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33"/>
            <p:cNvSpPr/>
            <p:nvPr/>
          </p:nvSpPr>
          <p:spPr>
            <a:xfrm rot="-3999147">
              <a:off x="3310312" y="1871849"/>
              <a:ext cx="272797" cy="152049"/>
            </a:xfrm>
            <a:custGeom>
              <a:avLst/>
              <a:gdLst/>
              <a:ahLst/>
              <a:cxnLst/>
              <a:rect l="l" t="t" r="r" b="b"/>
              <a:pathLst>
                <a:path w="363737" h="202736" extrusionOk="0">
                  <a:moveTo>
                    <a:pt x="201587" y="201587"/>
                  </a:moveTo>
                  <a:cubicBezTo>
                    <a:pt x="301714" y="190376"/>
                    <a:pt x="373799" y="100127"/>
                    <a:pt x="362588" y="0"/>
                  </a:cubicBezTo>
                  <a:lnTo>
                    <a:pt x="0" y="40596"/>
                  </a:lnTo>
                  <a:cubicBezTo>
                    <a:pt x="11201" y="140713"/>
                    <a:pt x="101460" y="212798"/>
                    <a:pt x="201587" y="2015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33"/>
            <p:cNvSpPr/>
            <p:nvPr/>
          </p:nvSpPr>
          <p:spPr>
            <a:xfrm rot="-3999147">
              <a:off x="3198315" y="1824441"/>
              <a:ext cx="272797" cy="152056"/>
            </a:xfrm>
            <a:custGeom>
              <a:avLst/>
              <a:gdLst/>
              <a:ahLst/>
              <a:cxnLst/>
              <a:rect l="l" t="t" r="r" b="b"/>
              <a:pathLst>
                <a:path w="363737" h="202745" extrusionOk="0">
                  <a:moveTo>
                    <a:pt x="1149" y="202746"/>
                  </a:moveTo>
                  <a:lnTo>
                    <a:pt x="363737" y="162150"/>
                  </a:lnTo>
                  <a:cubicBezTo>
                    <a:pt x="352526" y="62023"/>
                    <a:pt x="262277" y="-10062"/>
                    <a:pt x="162150" y="1149"/>
                  </a:cubicBezTo>
                  <a:cubicBezTo>
                    <a:pt x="62023" y="12360"/>
                    <a:pt x="-10062" y="102619"/>
                    <a:pt x="1149" y="202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33"/>
            <p:cNvSpPr/>
            <p:nvPr/>
          </p:nvSpPr>
          <p:spPr>
            <a:xfrm rot="-3999147">
              <a:off x="2922854" y="1733985"/>
              <a:ext cx="155387" cy="138522"/>
            </a:xfrm>
            <a:custGeom>
              <a:avLst/>
              <a:gdLst/>
              <a:ahLst/>
              <a:cxnLst/>
              <a:rect l="l" t="t" r="r" b="b"/>
              <a:pathLst>
                <a:path w="207187" h="184699" extrusionOk="0">
                  <a:moveTo>
                    <a:pt x="45777" y="161401"/>
                  </a:moveTo>
                  <a:cubicBezTo>
                    <a:pt x="96555" y="199768"/>
                    <a:pt x="168821" y="189700"/>
                    <a:pt x="207188" y="138922"/>
                  </a:cubicBezTo>
                  <a:lnTo>
                    <a:pt x="23298" y="0"/>
                  </a:lnTo>
                  <a:cubicBezTo>
                    <a:pt x="-15069" y="50768"/>
                    <a:pt x="-5001" y="123034"/>
                    <a:pt x="45777" y="16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33"/>
            <p:cNvSpPr/>
            <p:nvPr/>
          </p:nvSpPr>
          <p:spPr>
            <a:xfrm rot="-3999147">
              <a:off x="2898252" y="1704335"/>
              <a:ext cx="155387" cy="138519"/>
            </a:xfrm>
            <a:custGeom>
              <a:avLst/>
              <a:gdLst/>
              <a:ahLst/>
              <a:cxnLst/>
              <a:rect l="l" t="t" r="r" b="b"/>
              <a:pathLst>
                <a:path w="207187" h="184696" extrusionOk="0">
                  <a:moveTo>
                    <a:pt x="0" y="45775"/>
                  </a:moveTo>
                  <a:lnTo>
                    <a:pt x="183890" y="184697"/>
                  </a:lnTo>
                  <a:cubicBezTo>
                    <a:pt x="222256" y="133919"/>
                    <a:pt x="212189" y="61653"/>
                    <a:pt x="161411" y="23286"/>
                  </a:cubicBezTo>
                  <a:cubicBezTo>
                    <a:pt x="110623" y="-15061"/>
                    <a:pt x="38367" y="-5003"/>
                    <a:pt x="0" y="45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33"/>
            <p:cNvSpPr/>
            <p:nvPr/>
          </p:nvSpPr>
          <p:spPr>
            <a:xfrm rot="-3999147">
              <a:off x="3205916" y="1490053"/>
              <a:ext cx="155384" cy="138522"/>
            </a:xfrm>
            <a:custGeom>
              <a:avLst/>
              <a:gdLst/>
              <a:ahLst/>
              <a:cxnLst/>
              <a:rect l="l" t="t" r="r" b="b"/>
              <a:pathLst>
                <a:path w="207183" h="184699" extrusionOk="0">
                  <a:moveTo>
                    <a:pt x="45773" y="161401"/>
                  </a:moveTo>
                  <a:cubicBezTo>
                    <a:pt x="96551" y="199768"/>
                    <a:pt x="168817" y="189700"/>
                    <a:pt x="207183" y="138922"/>
                  </a:cubicBezTo>
                  <a:lnTo>
                    <a:pt x="23294" y="0"/>
                  </a:lnTo>
                  <a:cubicBezTo>
                    <a:pt x="-15063" y="50778"/>
                    <a:pt x="-5005" y="123044"/>
                    <a:pt x="45773" y="161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33"/>
            <p:cNvSpPr/>
            <p:nvPr/>
          </p:nvSpPr>
          <p:spPr>
            <a:xfrm rot="-3999147">
              <a:off x="3181315" y="1460402"/>
              <a:ext cx="155387" cy="138526"/>
            </a:xfrm>
            <a:custGeom>
              <a:avLst/>
              <a:gdLst/>
              <a:ahLst/>
              <a:cxnLst/>
              <a:rect l="l" t="t" r="r" b="b"/>
              <a:pathLst>
                <a:path w="207187" h="184705" extrusionOk="0">
                  <a:moveTo>
                    <a:pt x="0" y="45783"/>
                  </a:moveTo>
                  <a:lnTo>
                    <a:pt x="183890" y="184705"/>
                  </a:lnTo>
                  <a:cubicBezTo>
                    <a:pt x="222256" y="133927"/>
                    <a:pt x="212189" y="61661"/>
                    <a:pt x="161411" y="23294"/>
                  </a:cubicBezTo>
                  <a:cubicBezTo>
                    <a:pt x="110633" y="-15072"/>
                    <a:pt x="38367" y="-4995"/>
                    <a:pt x="0" y="457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33"/>
            <p:cNvSpPr/>
            <p:nvPr/>
          </p:nvSpPr>
          <p:spPr>
            <a:xfrm rot="-3996033">
              <a:off x="5271196" y="1643656"/>
              <a:ext cx="95675" cy="95675"/>
            </a:xfrm>
            <a:custGeom>
              <a:avLst/>
              <a:gdLst/>
              <a:ahLst/>
              <a:cxnLst/>
              <a:rect l="l" t="t" r="r" b="b"/>
              <a:pathLst>
                <a:path w="127718" h="127718" extrusionOk="0">
                  <a:moveTo>
                    <a:pt x="116137" y="100526"/>
                  </a:moveTo>
                  <a:cubicBezTo>
                    <a:pt x="95887" y="129396"/>
                    <a:pt x="56063" y="136388"/>
                    <a:pt x="27193" y="116137"/>
                  </a:cubicBezTo>
                  <a:cubicBezTo>
                    <a:pt x="-1677" y="95887"/>
                    <a:pt x="-8669" y="56063"/>
                    <a:pt x="11582" y="27193"/>
                  </a:cubicBezTo>
                  <a:cubicBezTo>
                    <a:pt x="31832" y="-1677"/>
                    <a:pt x="71656" y="-8669"/>
                    <a:pt x="100526" y="11582"/>
                  </a:cubicBezTo>
                  <a:cubicBezTo>
                    <a:pt x="129396" y="31832"/>
                    <a:pt x="136388" y="71656"/>
                    <a:pt x="116137" y="100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3" name="Google Shape;553;p33"/>
          <p:cNvSpPr txBox="1">
            <a:spLocks noGrp="1"/>
          </p:cNvSpPr>
          <p:nvPr>
            <p:ph type="title"/>
          </p:nvPr>
        </p:nvSpPr>
        <p:spPr>
          <a:xfrm>
            <a:off x="1829650" y="2360850"/>
            <a:ext cx="5484900" cy="10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/>
              <a:t>Reimagining Emergency Triage</a:t>
            </a:r>
            <a:endParaRPr sz="3600" dirty="0"/>
          </a:p>
        </p:txBody>
      </p:sp>
      <p:sp>
        <p:nvSpPr>
          <p:cNvPr id="554" name="Google Shape;554;p33"/>
          <p:cNvSpPr txBox="1">
            <a:spLocks noGrp="1"/>
          </p:cNvSpPr>
          <p:nvPr>
            <p:ph type="subTitle" idx="1"/>
          </p:nvPr>
        </p:nvSpPr>
        <p:spPr>
          <a:xfrm>
            <a:off x="1829736" y="3478775"/>
            <a:ext cx="54849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Skip the Wait. Filter the Noise. Lead with Data.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restig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5"/>
          <p:cNvSpPr/>
          <p:nvPr/>
        </p:nvSpPr>
        <p:spPr>
          <a:xfrm rot="10800000">
            <a:off x="4561098" y="-4766406"/>
            <a:ext cx="5313540" cy="5305907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5"/>
          <p:cNvSpPr txBox="1">
            <a:spLocks noGrp="1"/>
          </p:cNvSpPr>
          <p:nvPr>
            <p:ph type="subTitle" idx="2"/>
          </p:nvPr>
        </p:nvSpPr>
        <p:spPr>
          <a:xfrm>
            <a:off x="720000" y="1911351"/>
            <a:ext cx="7775185" cy="27425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Target Segments:</a:t>
            </a:r>
            <a:r>
              <a:rPr lang="en-US" dirty="0"/>
              <a:t> Initial focus on </a:t>
            </a:r>
            <a:r>
              <a:rPr lang="en-US" b="1" dirty="0"/>
              <a:t>Private B2B networks</a:t>
            </a:r>
            <a:r>
              <a:rPr lang="en-US" dirty="0"/>
              <a:t> (e.g., Regina Maria, </a:t>
            </a:r>
            <a:r>
              <a:rPr lang="en-US" dirty="0" err="1"/>
              <a:t>MedLife</a:t>
            </a:r>
            <a:r>
              <a:rPr lang="en-US" dirty="0"/>
              <a:t>, </a:t>
            </a:r>
            <a:r>
              <a:rPr lang="en-US" dirty="0" err="1"/>
              <a:t>Sanador</a:t>
            </a:r>
            <a:r>
              <a:rPr lang="en-US" dirty="0"/>
              <a:t>) with long-term expansion into </a:t>
            </a:r>
            <a:r>
              <a:rPr lang="en-US" b="1" dirty="0"/>
              <a:t>Public B2G (State Hospitals)</a:t>
            </a:r>
            <a:r>
              <a:rPr lang="en-US" dirty="0"/>
              <a:t> and international markets.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Primary Users:</a:t>
            </a:r>
            <a:r>
              <a:rPr lang="en-US" dirty="0"/>
              <a:t> Medical professionals (ER doctors, triage nurses) and patients seeking urgent care.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Market Depth:</a:t>
            </a:r>
            <a:r>
              <a:rPr lang="en-US" dirty="0"/>
              <a:t> Addressing a systemic issue where </a:t>
            </a:r>
            <a:r>
              <a:rPr lang="en-US" b="1" dirty="0"/>
              <a:t>60-70%</a:t>
            </a:r>
            <a:r>
              <a:rPr lang="en-US" dirty="0"/>
              <a:t> of ER visits are non-urgent cases that clog the healthcare system.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Current Opportunity:</a:t>
            </a:r>
            <a:r>
              <a:rPr lang="en-US" dirty="0"/>
              <a:t> Leveraging the 2026 digitalization momentum (PNRR funding) and the construction of new hospital units requiring modern infrastructure.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2" name="Google Shape;752;p35"/>
          <p:cNvSpPr/>
          <p:nvPr/>
        </p:nvSpPr>
        <p:spPr>
          <a:xfrm rot="10800000">
            <a:off x="-786596" y="4094363"/>
            <a:ext cx="1853354" cy="1850672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3" name="Google Shape;753;p35"/>
          <p:cNvGrpSpPr/>
          <p:nvPr/>
        </p:nvGrpSpPr>
        <p:grpSpPr>
          <a:xfrm>
            <a:off x="8058930" y="125099"/>
            <a:ext cx="945222" cy="319917"/>
            <a:chOff x="1608712" y="575096"/>
            <a:chExt cx="670466" cy="226924"/>
          </a:xfrm>
        </p:grpSpPr>
        <p:sp>
          <p:nvSpPr>
            <p:cNvPr id="754" name="Google Shape;754;p35"/>
            <p:cNvSpPr/>
            <p:nvPr/>
          </p:nvSpPr>
          <p:spPr>
            <a:xfrm>
              <a:off x="176343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5"/>
            <p:cNvSpPr/>
            <p:nvPr/>
          </p:nvSpPr>
          <p:spPr>
            <a:xfrm>
              <a:off x="160871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5"/>
            <p:cNvSpPr/>
            <p:nvPr/>
          </p:nvSpPr>
          <p:spPr>
            <a:xfrm>
              <a:off x="1918157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35"/>
            <p:cNvSpPr/>
            <p:nvPr/>
          </p:nvSpPr>
          <p:spPr>
            <a:xfrm>
              <a:off x="1763436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5"/>
            <p:cNvSpPr/>
            <p:nvPr/>
          </p:nvSpPr>
          <p:spPr>
            <a:xfrm>
              <a:off x="206256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5"/>
            <p:cNvSpPr/>
            <p:nvPr/>
          </p:nvSpPr>
          <p:spPr>
            <a:xfrm>
              <a:off x="1907840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5"/>
            <p:cNvSpPr/>
            <p:nvPr/>
          </p:nvSpPr>
          <p:spPr>
            <a:xfrm>
              <a:off x="221728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5"/>
            <p:cNvSpPr/>
            <p:nvPr/>
          </p:nvSpPr>
          <p:spPr>
            <a:xfrm>
              <a:off x="2062564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2" name="Google Shape;762;p35"/>
          <p:cNvSpPr/>
          <p:nvPr/>
        </p:nvSpPr>
        <p:spPr>
          <a:xfrm rot="10800000">
            <a:off x="1296438" y="4631765"/>
            <a:ext cx="195893" cy="195893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5"/>
          <p:cNvSpPr/>
          <p:nvPr/>
        </p:nvSpPr>
        <p:spPr>
          <a:xfrm rot="10800000">
            <a:off x="368689" y="4071725"/>
            <a:ext cx="343786" cy="343786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5"/>
          <p:cNvSpPr/>
          <p:nvPr/>
        </p:nvSpPr>
        <p:spPr>
          <a:xfrm rot="10800000">
            <a:off x="779815" y="4653939"/>
            <a:ext cx="186812" cy="186812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53;p33">
            <a:extLst>
              <a:ext uri="{FF2B5EF4-FFF2-40B4-BE49-F238E27FC236}">
                <a16:creationId xmlns:a16="http://schemas.microsoft.com/office/drawing/2014/main" id="{716499D7-67E9-004B-3716-A01AB8CE20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6627" y="635449"/>
            <a:ext cx="5484900" cy="10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/>
              <a:t>Strategic Market Opportunity</a:t>
            </a:r>
            <a:endParaRPr sz="36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restig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>
          <a:extLst>
            <a:ext uri="{FF2B5EF4-FFF2-40B4-BE49-F238E27FC236}">
              <a16:creationId xmlns:a16="http://schemas.microsoft.com/office/drawing/2014/main" id="{7546D5AF-01C7-4B37-A3EB-A9FCC87E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02ACFCF4-456D-500E-8404-7EFA966EE81F}"/>
              </a:ext>
            </a:extLst>
          </p:cNvPr>
          <p:cNvSpPr/>
          <p:nvPr/>
        </p:nvSpPr>
        <p:spPr>
          <a:xfrm rot="10800000">
            <a:off x="4561098" y="-4766406"/>
            <a:ext cx="5313540" cy="5305907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5">
            <a:extLst>
              <a:ext uri="{FF2B5EF4-FFF2-40B4-BE49-F238E27FC236}">
                <a16:creationId xmlns:a16="http://schemas.microsoft.com/office/drawing/2014/main" id="{CB6716FA-4DCE-0898-981D-7C2DD63E3A9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911351"/>
            <a:ext cx="7775185" cy="27425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The Status Quo:</a:t>
            </a:r>
            <a:r>
              <a:rPr lang="en-US" dirty="0"/>
              <a:t> Current alternatives are fragmented: </a:t>
            </a:r>
            <a:r>
              <a:rPr lang="en-US" b="1" dirty="0"/>
              <a:t>"Dr. Google"</a:t>
            </a:r>
            <a:r>
              <a:rPr lang="en-US" dirty="0"/>
              <a:t> for self-diagnosis, </a:t>
            </a:r>
            <a:r>
              <a:rPr lang="en-US" b="1" dirty="0"/>
              <a:t>112 emergency calls</a:t>
            </a:r>
            <a:r>
              <a:rPr lang="en-US" dirty="0"/>
              <a:t> for minor issues, and general telemedicine lacking ER-specific triage.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Key Barriers:</a:t>
            </a:r>
            <a:r>
              <a:rPr lang="en-US" dirty="0"/>
              <a:t> Overcoming AI error fears and clinical staff's resistance to change through proven validation.</a:t>
            </a:r>
          </a:p>
          <a:p>
            <a:endParaRPr lang="en-US" dirty="0"/>
          </a:p>
          <a:p>
            <a:r>
              <a:rPr lang="en-US" b="1" dirty="0"/>
              <a:t>Our Competitive Advantage:</a:t>
            </a:r>
            <a:endParaRPr lang="en-US" dirty="0"/>
          </a:p>
          <a:p>
            <a:r>
              <a:rPr lang="en-US" b="1" dirty="0"/>
              <a:t>	Clinical Interoperability:</a:t>
            </a:r>
            <a:r>
              <a:rPr lang="en-US" dirty="0"/>
              <a:t> Seamless integration with established medical software like </a:t>
            </a:r>
            <a:r>
              <a:rPr lang="en-US" b="1" dirty="0" err="1"/>
              <a:t>Hipocrate</a:t>
            </a:r>
            <a:r>
              <a:rPr lang="en-US" b="1" dirty="0"/>
              <a:t>.</a:t>
            </a:r>
          </a:p>
          <a:p>
            <a:r>
              <a:rPr lang="en-US" b="1" dirty="0"/>
              <a:t>	Efficiency Gains:</a:t>
            </a:r>
            <a:r>
              <a:rPr lang="en-US" dirty="0"/>
              <a:t> Guaranteed minimum </a:t>
            </a:r>
            <a:r>
              <a:rPr lang="en-US" b="1" dirty="0"/>
              <a:t>30% reduction</a:t>
            </a:r>
            <a:r>
              <a:rPr lang="en-US" dirty="0"/>
              <a:t> in triage time per patient.</a:t>
            </a:r>
          </a:p>
          <a:p>
            <a:r>
              <a:rPr lang="en-US" dirty="0"/>
              <a:t>	</a:t>
            </a:r>
            <a:r>
              <a:rPr lang="en-US" b="1" dirty="0"/>
              <a:t>Data Readiness:</a:t>
            </a:r>
            <a:r>
              <a:rPr lang="en-US" dirty="0"/>
              <a:t> Pre-validated patient data provided to doctors </a:t>
            </a:r>
            <a:r>
              <a:rPr lang="en-US" i="1" dirty="0"/>
              <a:t>before</a:t>
            </a:r>
            <a:r>
              <a:rPr lang="en-US" dirty="0"/>
              <a:t> the patient arrives.</a:t>
            </a:r>
          </a:p>
          <a:p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2" name="Google Shape;752;p35">
            <a:extLst>
              <a:ext uri="{FF2B5EF4-FFF2-40B4-BE49-F238E27FC236}">
                <a16:creationId xmlns:a16="http://schemas.microsoft.com/office/drawing/2014/main" id="{038C2A6F-C1D6-B924-3D20-133DE6894B57}"/>
              </a:ext>
            </a:extLst>
          </p:cNvPr>
          <p:cNvSpPr/>
          <p:nvPr/>
        </p:nvSpPr>
        <p:spPr>
          <a:xfrm rot="10800000">
            <a:off x="-786596" y="4094363"/>
            <a:ext cx="1853354" cy="1850672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3" name="Google Shape;753;p35">
            <a:extLst>
              <a:ext uri="{FF2B5EF4-FFF2-40B4-BE49-F238E27FC236}">
                <a16:creationId xmlns:a16="http://schemas.microsoft.com/office/drawing/2014/main" id="{25B4F6E9-4874-E89B-04EB-C61FAE361460}"/>
              </a:ext>
            </a:extLst>
          </p:cNvPr>
          <p:cNvGrpSpPr/>
          <p:nvPr/>
        </p:nvGrpSpPr>
        <p:grpSpPr>
          <a:xfrm>
            <a:off x="8058930" y="125099"/>
            <a:ext cx="945222" cy="319917"/>
            <a:chOff x="1608712" y="575096"/>
            <a:chExt cx="670466" cy="226924"/>
          </a:xfrm>
        </p:grpSpPr>
        <p:sp>
          <p:nvSpPr>
            <p:cNvPr id="754" name="Google Shape;754;p35">
              <a:extLst>
                <a:ext uri="{FF2B5EF4-FFF2-40B4-BE49-F238E27FC236}">
                  <a16:creationId xmlns:a16="http://schemas.microsoft.com/office/drawing/2014/main" id="{DE6290F3-4977-4BD3-AB51-72A4D404105D}"/>
                </a:ext>
              </a:extLst>
            </p:cNvPr>
            <p:cNvSpPr/>
            <p:nvPr/>
          </p:nvSpPr>
          <p:spPr>
            <a:xfrm>
              <a:off x="176343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5">
              <a:extLst>
                <a:ext uri="{FF2B5EF4-FFF2-40B4-BE49-F238E27FC236}">
                  <a16:creationId xmlns:a16="http://schemas.microsoft.com/office/drawing/2014/main" id="{C744A31D-0F60-2A83-0915-D6A64454D3B1}"/>
                </a:ext>
              </a:extLst>
            </p:cNvPr>
            <p:cNvSpPr/>
            <p:nvPr/>
          </p:nvSpPr>
          <p:spPr>
            <a:xfrm>
              <a:off x="160871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5">
              <a:extLst>
                <a:ext uri="{FF2B5EF4-FFF2-40B4-BE49-F238E27FC236}">
                  <a16:creationId xmlns:a16="http://schemas.microsoft.com/office/drawing/2014/main" id="{E6525A19-E24A-493A-A406-F2B1F858B544}"/>
                </a:ext>
              </a:extLst>
            </p:cNvPr>
            <p:cNvSpPr/>
            <p:nvPr/>
          </p:nvSpPr>
          <p:spPr>
            <a:xfrm>
              <a:off x="1918157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35">
              <a:extLst>
                <a:ext uri="{FF2B5EF4-FFF2-40B4-BE49-F238E27FC236}">
                  <a16:creationId xmlns:a16="http://schemas.microsoft.com/office/drawing/2014/main" id="{1A3D41D6-1628-8F0D-97FE-F0A092EE1E7C}"/>
                </a:ext>
              </a:extLst>
            </p:cNvPr>
            <p:cNvSpPr/>
            <p:nvPr/>
          </p:nvSpPr>
          <p:spPr>
            <a:xfrm>
              <a:off x="1763436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5">
              <a:extLst>
                <a:ext uri="{FF2B5EF4-FFF2-40B4-BE49-F238E27FC236}">
                  <a16:creationId xmlns:a16="http://schemas.microsoft.com/office/drawing/2014/main" id="{1A1F2C7E-7BC2-C5D4-1880-743C94334336}"/>
                </a:ext>
              </a:extLst>
            </p:cNvPr>
            <p:cNvSpPr/>
            <p:nvPr/>
          </p:nvSpPr>
          <p:spPr>
            <a:xfrm>
              <a:off x="206256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5">
              <a:extLst>
                <a:ext uri="{FF2B5EF4-FFF2-40B4-BE49-F238E27FC236}">
                  <a16:creationId xmlns:a16="http://schemas.microsoft.com/office/drawing/2014/main" id="{3FEC49DE-2834-E731-1B12-684ABF5366F4}"/>
                </a:ext>
              </a:extLst>
            </p:cNvPr>
            <p:cNvSpPr/>
            <p:nvPr/>
          </p:nvSpPr>
          <p:spPr>
            <a:xfrm>
              <a:off x="1907840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5">
              <a:extLst>
                <a:ext uri="{FF2B5EF4-FFF2-40B4-BE49-F238E27FC236}">
                  <a16:creationId xmlns:a16="http://schemas.microsoft.com/office/drawing/2014/main" id="{220D00B3-9152-40B4-76F5-E04ABF22D145}"/>
                </a:ext>
              </a:extLst>
            </p:cNvPr>
            <p:cNvSpPr/>
            <p:nvPr/>
          </p:nvSpPr>
          <p:spPr>
            <a:xfrm>
              <a:off x="221728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5">
              <a:extLst>
                <a:ext uri="{FF2B5EF4-FFF2-40B4-BE49-F238E27FC236}">
                  <a16:creationId xmlns:a16="http://schemas.microsoft.com/office/drawing/2014/main" id="{5033CC33-9E7F-DAC2-04A7-08D425A1966A}"/>
                </a:ext>
              </a:extLst>
            </p:cNvPr>
            <p:cNvSpPr/>
            <p:nvPr/>
          </p:nvSpPr>
          <p:spPr>
            <a:xfrm>
              <a:off x="2062564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2" name="Google Shape;762;p35">
            <a:extLst>
              <a:ext uri="{FF2B5EF4-FFF2-40B4-BE49-F238E27FC236}">
                <a16:creationId xmlns:a16="http://schemas.microsoft.com/office/drawing/2014/main" id="{EA76F4CA-9541-5A1F-8AED-AF9C843A23C9}"/>
              </a:ext>
            </a:extLst>
          </p:cNvPr>
          <p:cNvSpPr/>
          <p:nvPr/>
        </p:nvSpPr>
        <p:spPr>
          <a:xfrm rot="10800000">
            <a:off x="1296438" y="4631765"/>
            <a:ext cx="195893" cy="195893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5">
            <a:extLst>
              <a:ext uri="{FF2B5EF4-FFF2-40B4-BE49-F238E27FC236}">
                <a16:creationId xmlns:a16="http://schemas.microsoft.com/office/drawing/2014/main" id="{704BAB4B-8483-C081-9213-2950C76F1F9A}"/>
              </a:ext>
            </a:extLst>
          </p:cNvPr>
          <p:cNvSpPr/>
          <p:nvPr/>
        </p:nvSpPr>
        <p:spPr>
          <a:xfrm rot="10800000">
            <a:off x="368689" y="4071725"/>
            <a:ext cx="343786" cy="343786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5">
            <a:extLst>
              <a:ext uri="{FF2B5EF4-FFF2-40B4-BE49-F238E27FC236}">
                <a16:creationId xmlns:a16="http://schemas.microsoft.com/office/drawing/2014/main" id="{013BEA75-AA2A-4856-8027-D050A6DB9D4A}"/>
              </a:ext>
            </a:extLst>
          </p:cNvPr>
          <p:cNvSpPr/>
          <p:nvPr/>
        </p:nvSpPr>
        <p:spPr>
          <a:xfrm rot="10800000">
            <a:off x="779815" y="4653939"/>
            <a:ext cx="186812" cy="186812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53;p33">
            <a:extLst>
              <a:ext uri="{FF2B5EF4-FFF2-40B4-BE49-F238E27FC236}">
                <a16:creationId xmlns:a16="http://schemas.microsoft.com/office/drawing/2014/main" id="{A17F0CB7-ABD3-11D0-FD41-3EDDBE05CD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6627" y="635449"/>
            <a:ext cx="5484900" cy="10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/>
              <a:t>Industry Analysis &amp; Competitive Edge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9319962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restig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>
          <a:extLst>
            <a:ext uri="{FF2B5EF4-FFF2-40B4-BE49-F238E27FC236}">
              <a16:creationId xmlns:a16="http://schemas.microsoft.com/office/drawing/2014/main" id="{5E364D1B-6B4B-C57B-9588-386587498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F0390E5C-41C6-9AA2-7DBF-BC8D0F652E37}"/>
              </a:ext>
            </a:extLst>
          </p:cNvPr>
          <p:cNvSpPr/>
          <p:nvPr/>
        </p:nvSpPr>
        <p:spPr>
          <a:xfrm rot="10800000">
            <a:off x="4561098" y="-4766406"/>
            <a:ext cx="5313540" cy="5305907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5">
            <a:extLst>
              <a:ext uri="{FF2B5EF4-FFF2-40B4-BE49-F238E27FC236}">
                <a16:creationId xmlns:a16="http://schemas.microsoft.com/office/drawing/2014/main" id="{A4B817F8-D4BF-DD5D-54EA-5891BD04C12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2377440"/>
            <a:ext cx="7775185" cy="22764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Clinical Benefits:</a:t>
            </a:r>
            <a:r>
              <a:rPr lang="en-US" dirty="0"/>
              <a:t> Significant reduction in administrative burden and clerical errors, allowing doctors to focus on life-saving interventions.</a:t>
            </a:r>
          </a:p>
          <a:p>
            <a:endParaRPr lang="en-US" dirty="0"/>
          </a:p>
          <a:p>
            <a:r>
              <a:rPr lang="en-US" b="1" dirty="0"/>
              <a:t>Patient Experience:</a:t>
            </a:r>
            <a:r>
              <a:rPr lang="en-US" dirty="0"/>
              <a:t> A minimalist chat interface designed to reduce anxiety and provide a transparent triage process.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Addressing Core Fears:</a:t>
            </a:r>
            <a:endParaRPr lang="en-US" dirty="0"/>
          </a:p>
          <a:p>
            <a:r>
              <a:rPr lang="en-US" b="1" dirty="0"/>
              <a:t>	Malpractice &amp; Error:</a:t>
            </a:r>
            <a:r>
              <a:rPr lang="en-US" dirty="0"/>
              <a:t> AI-driven triage based on strict medical protocols to assist clinical decision-making.</a:t>
            </a:r>
          </a:p>
          <a:p>
            <a:r>
              <a:rPr lang="en-US" dirty="0"/>
              <a:t>	</a:t>
            </a:r>
            <a:r>
              <a:rPr lang="en-US" b="1" dirty="0"/>
              <a:t>GDPR &amp; Security:</a:t>
            </a:r>
            <a:r>
              <a:rPr lang="en-US" dirty="0"/>
              <a:t> Fully compliant medical-grade cloud infrastructure (Azure/AWS Medical Cloud).</a:t>
            </a:r>
          </a:p>
          <a:p>
            <a:r>
              <a:rPr lang="en-US" dirty="0"/>
              <a:t>	</a:t>
            </a:r>
            <a:r>
              <a:rPr lang="en-US" b="1" dirty="0"/>
              <a:t>Public Pressure:</a:t>
            </a:r>
            <a:r>
              <a:rPr lang="en-US" dirty="0"/>
              <a:t> Drastically shorter wait times improve hospital reputation and patient satisfaction.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2" name="Google Shape;752;p35">
            <a:extLst>
              <a:ext uri="{FF2B5EF4-FFF2-40B4-BE49-F238E27FC236}">
                <a16:creationId xmlns:a16="http://schemas.microsoft.com/office/drawing/2014/main" id="{AD1AFEF4-8F3B-5FA7-65BE-77233EAA9F67}"/>
              </a:ext>
            </a:extLst>
          </p:cNvPr>
          <p:cNvSpPr/>
          <p:nvPr/>
        </p:nvSpPr>
        <p:spPr>
          <a:xfrm rot="10800000">
            <a:off x="-786596" y="4094363"/>
            <a:ext cx="1853354" cy="1850672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3" name="Google Shape;753;p35">
            <a:extLst>
              <a:ext uri="{FF2B5EF4-FFF2-40B4-BE49-F238E27FC236}">
                <a16:creationId xmlns:a16="http://schemas.microsoft.com/office/drawing/2014/main" id="{4ACE93C7-A6C8-23B3-6084-6F4E4FCBF82F}"/>
              </a:ext>
            </a:extLst>
          </p:cNvPr>
          <p:cNvGrpSpPr/>
          <p:nvPr/>
        </p:nvGrpSpPr>
        <p:grpSpPr>
          <a:xfrm>
            <a:off x="8058930" y="125099"/>
            <a:ext cx="945222" cy="319917"/>
            <a:chOff x="1608712" y="575096"/>
            <a:chExt cx="670466" cy="226924"/>
          </a:xfrm>
        </p:grpSpPr>
        <p:sp>
          <p:nvSpPr>
            <p:cNvPr id="754" name="Google Shape;754;p35">
              <a:extLst>
                <a:ext uri="{FF2B5EF4-FFF2-40B4-BE49-F238E27FC236}">
                  <a16:creationId xmlns:a16="http://schemas.microsoft.com/office/drawing/2014/main" id="{67C98D16-C3B3-152B-F948-3B828F25CE58}"/>
                </a:ext>
              </a:extLst>
            </p:cNvPr>
            <p:cNvSpPr/>
            <p:nvPr/>
          </p:nvSpPr>
          <p:spPr>
            <a:xfrm>
              <a:off x="176343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5">
              <a:extLst>
                <a:ext uri="{FF2B5EF4-FFF2-40B4-BE49-F238E27FC236}">
                  <a16:creationId xmlns:a16="http://schemas.microsoft.com/office/drawing/2014/main" id="{A563C29E-5740-1744-AE80-8D070F0691CA}"/>
                </a:ext>
              </a:extLst>
            </p:cNvPr>
            <p:cNvSpPr/>
            <p:nvPr/>
          </p:nvSpPr>
          <p:spPr>
            <a:xfrm>
              <a:off x="160871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5">
              <a:extLst>
                <a:ext uri="{FF2B5EF4-FFF2-40B4-BE49-F238E27FC236}">
                  <a16:creationId xmlns:a16="http://schemas.microsoft.com/office/drawing/2014/main" id="{5D9E2FE9-00DD-1417-7636-B81838FAD3F7}"/>
                </a:ext>
              </a:extLst>
            </p:cNvPr>
            <p:cNvSpPr/>
            <p:nvPr/>
          </p:nvSpPr>
          <p:spPr>
            <a:xfrm>
              <a:off x="1918157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35">
              <a:extLst>
                <a:ext uri="{FF2B5EF4-FFF2-40B4-BE49-F238E27FC236}">
                  <a16:creationId xmlns:a16="http://schemas.microsoft.com/office/drawing/2014/main" id="{930C26B9-3B1B-50FE-2502-A2DCB472515F}"/>
                </a:ext>
              </a:extLst>
            </p:cNvPr>
            <p:cNvSpPr/>
            <p:nvPr/>
          </p:nvSpPr>
          <p:spPr>
            <a:xfrm>
              <a:off x="1763436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5">
              <a:extLst>
                <a:ext uri="{FF2B5EF4-FFF2-40B4-BE49-F238E27FC236}">
                  <a16:creationId xmlns:a16="http://schemas.microsoft.com/office/drawing/2014/main" id="{B9FF5D28-D782-3ABE-DBE8-39D5963F58F4}"/>
                </a:ext>
              </a:extLst>
            </p:cNvPr>
            <p:cNvSpPr/>
            <p:nvPr/>
          </p:nvSpPr>
          <p:spPr>
            <a:xfrm>
              <a:off x="206256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5">
              <a:extLst>
                <a:ext uri="{FF2B5EF4-FFF2-40B4-BE49-F238E27FC236}">
                  <a16:creationId xmlns:a16="http://schemas.microsoft.com/office/drawing/2014/main" id="{EBD54F4D-E080-8D18-740F-8BE2FF9EF12C}"/>
                </a:ext>
              </a:extLst>
            </p:cNvPr>
            <p:cNvSpPr/>
            <p:nvPr/>
          </p:nvSpPr>
          <p:spPr>
            <a:xfrm>
              <a:off x="1907840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5">
              <a:extLst>
                <a:ext uri="{FF2B5EF4-FFF2-40B4-BE49-F238E27FC236}">
                  <a16:creationId xmlns:a16="http://schemas.microsoft.com/office/drawing/2014/main" id="{FFC8CDF5-F72E-A909-8A5A-9393122F5964}"/>
                </a:ext>
              </a:extLst>
            </p:cNvPr>
            <p:cNvSpPr/>
            <p:nvPr/>
          </p:nvSpPr>
          <p:spPr>
            <a:xfrm>
              <a:off x="221728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5">
              <a:extLst>
                <a:ext uri="{FF2B5EF4-FFF2-40B4-BE49-F238E27FC236}">
                  <a16:creationId xmlns:a16="http://schemas.microsoft.com/office/drawing/2014/main" id="{40A980B0-BBF3-B6BF-28FF-F758E6D5F773}"/>
                </a:ext>
              </a:extLst>
            </p:cNvPr>
            <p:cNvSpPr/>
            <p:nvPr/>
          </p:nvSpPr>
          <p:spPr>
            <a:xfrm>
              <a:off x="2062564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2" name="Google Shape;762;p35">
            <a:extLst>
              <a:ext uri="{FF2B5EF4-FFF2-40B4-BE49-F238E27FC236}">
                <a16:creationId xmlns:a16="http://schemas.microsoft.com/office/drawing/2014/main" id="{059F4813-E51B-27D6-7538-C46548BAAAA3}"/>
              </a:ext>
            </a:extLst>
          </p:cNvPr>
          <p:cNvSpPr/>
          <p:nvPr/>
        </p:nvSpPr>
        <p:spPr>
          <a:xfrm rot="10800000">
            <a:off x="1296438" y="4631765"/>
            <a:ext cx="195893" cy="195893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5">
            <a:extLst>
              <a:ext uri="{FF2B5EF4-FFF2-40B4-BE49-F238E27FC236}">
                <a16:creationId xmlns:a16="http://schemas.microsoft.com/office/drawing/2014/main" id="{119D10F1-712D-7855-45FE-6C16993B9602}"/>
              </a:ext>
            </a:extLst>
          </p:cNvPr>
          <p:cNvSpPr/>
          <p:nvPr/>
        </p:nvSpPr>
        <p:spPr>
          <a:xfrm rot="10800000">
            <a:off x="368689" y="4071725"/>
            <a:ext cx="343786" cy="343786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5">
            <a:extLst>
              <a:ext uri="{FF2B5EF4-FFF2-40B4-BE49-F238E27FC236}">
                <a16:creationId xmlns:a16="http://schemas.microsoft.com/office/drawing/2014/main" id="{75D3E815-AEF5-4060-E155-70C51AD86019}"/>
              </a:ext>
            </a:extLst>
          </p:cNvPr>
          <p:cNvSpPr/>
          <p:nvPr/>
        </p:nvSpPr>
        <p:spPr>
          <a:xfrm rot="10800000">
            <a:off x="779815" y="4653939"/>
            <a:ext cx="186812" cy="186812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53;p33">
            <a:extLst>
              <a:ext uri="{FF2B5EF4-FFF2-40B4-BE49-F238E27FC236}">
                <a16:creationId xmlns:a16="http://schemas.microsoft.com/office/drawing/2014/main" id="{359C2480-8966-7645-312A-1A26F5427E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820" y="562139"/>
            <a:ext cx="6355745" cy="12801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/>
              <a:t>Value Proposition: Precision &amp; Peace of Mind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41686050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restig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>
          <a:extLst>
            <a:ext uri="{FF2B5EF4-FFF2-40B4-BE49-F238E27FC236}">
              <a16:creationId xmlns:a16="http://schemas.microsoft.com/office/drawing/2014/main" id="{34A40604-E5D8-9E26-44ED-6D89F77A6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5">
            <a:extLst>
              <a:ext uri="{FF2B5EF4-FFF2-40B4-BE49-F238E27FC236}">
                <a16:creationId xmlns:a16="http://schemas.microsoft.com/office/drawing/2014/main" id="{9544C8EE-CBC1-D2F3-3ED4-047FB903B1C0}"/>
              </a:ext>
            </a:extLst>
          </p:cNvPr>
          <p:cNvSpPr/>
          <p:nvPr/>
        </p:nvSpPr>
        <p:spPr>
          <a:xfrm rot="10800000">
            <a:off x="4561098" y="-4766406"/>
            <a:ext cx="5313540" cy="5305907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5">
            <a:extLst>
              <a:ext uri="{FF2B5EF4-FFF2-40B4-BE49-F238E27FC236}">
                <a16:creationId xmlns:a16="http://schemas.microsoft.com/office/drawing/2014/main" id="{7BEF3E0E-A3C3-8C57-B187-2B039BD693D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674607"/>
            <a:ext cx="7775185" cy="29793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Monetization:</a:t>
            </a:r>
            <a:r>
              <a:rPr lang="en-US" dirty="0"/>
              <a:t> A </a:t>
            </a:r>
            <a:r>
              <a:rPr lang="en-US" b="1" dirty="0"/>
              <a:t>SaaS (Software as a Service) Model</a:t>
            </a:r>
            <a:r>
              <a:rPr lang="en-US" dirty="0"/>
              <a:t> featuring annual subscriptions with pricing scaled by the number of active physicians and patients.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Go-to-Market Strategy:</a:t>
            </a:r>
            <a:endParaRPr lang="en-US" dirty="0"/>
          </a:p>
          <a:p>
            <a:r>
              <a:rPr lang="en-US" b="1" dirty="0"/>
              <a:t>	B2B:</a:t>
            </a:r>
            <a:r>
              <a:rPr lang="en-US" dirty="0"/>
              <a:t> Account-Based Marketing on LinkedIn targeting hospital managers.</a:t>
            </a:r>
          </a:p>
          <a:p>
            <a:r>
              <a:rPr lang="en-US" dirty="0"/>
              <a:t>	</a:t>
            </a:r>
            <a:r>
              <a:rPr lang="en-US" b="1" dirty="0"/>
              <a:t>B2C:</a:t>
            </a:r>
            <a:r>
              <a:rPr lang="en-US" dirty="0"/>
              <a:t> Educational content on TikTok and Instagram to drive patient adoption.</a:t>
            </a:r>
          </a:p>
          <a:p>
            <a:endParaRPr lang="en-US" dirty="0"/>
          </a:p>
          <a:p>
            <a:r>
              <a:rPr lang="en-US" b="1" dirty="0"/>
              <a:t>Strategic Partnerships:</a:t>
            </a:r>
            <a:r>
              <a:rPr lang="en-US" dirty="0"/>
              <a:t> Collaborations with the </a:t>
            </a:r>
            <a:r>
              <a:rPr lang="en-US" b="1" dirty="0"/>
              <a:t>College of Physicians</a:t>
            </a:r>
            <a:r>
              <a:rPr lang="en-US" dirty="0"/>
              <a:t>, Emergency Medicine Societies, and Cloud infrastructure providers.</a:t>
            </a:r>
          </a:p>
          <a:p>
            <a:endParaRPr lang="en-US" dirty="0"/>
          </a:p>
          <a:p>
            <a:r>
              <a:rPr lang="en-US" b="1" dirty="0"/>
              <a:t>Key Vision:</a:t>
            </a:r>
            <a:r>
              <a:rPr lang="en-US" dirty="0"/>
              <a:t> "Smart Triage: Emergency medicine without the noise" — transforming ER departments from reactive units into proactive, data-driven centers.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2" name="Google Shape;752;p35">
            <a:extLst>
              <a:ext uri="{FF2B5EF4-FFF2-40B4-BE49-F238E27FC236}">
                <a16:creationId xmlns:a16="http://schemas.microsoft.com/office/drawing/2014/main" id="{A3D03C9A-EA2F-A9F4-8A3B-820A482AE1C2}"/>
              </a:ext>
            </a:extLst>
          </p:cNvPr>
          <p:cNvSpPr/>
          <p:nvPr/>
        </p:nvSpPr>
        <p:spPr>
          <a:xfrm rot="10800000">
            <a:off x="-786596" y="4094363"/>
            <a:ext cx="1853354" cy="1850672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3" name="Google Shape;753;p35">
            <a:extLst>
              <a:ext uri="{FF2B5EF4-FFF2-40B4-BE49-F238E27FC236}">
                <a16:creationId xmlns:a16="http://schemas.microsoft.com/office/drawing/2014/main" id="{39ADC96D-37AF-D243-C85C-0FC5026F83D9}"/>
              </a:ext>
            </a:extLst>
          </p:cNvPr>
          <p:cNvGrpSpPr/>
          <p:nvPr/>
        </p:nvGrpSpPr>
        <p:grpSpPr>
          <a:xfrm>
            <a:off x="8058930" y="125099"/>
            <a:ext cx="945222" cy="319917"/>
            <a:chOff x="1608712" y="575096"/>
            <a:chExt cx="670466" cy="226924"/>
          </a:xfrm>
        </p:grpSpPr>
        <p:sp>
          <p:nvSpPr>
            <p:cNvPr id="754" name="Google Shape;754;p35">
              <a:extLst>
                <a:ext uri="{FF2B5EF4-FFF2-40B4-BE49-F238E27FC236}">
                  <a16:creationId xmlns:a16="http://schemas.microsoft.com/office/drawing/2014/main" id="{0A344CCE-5403-6A6A-7E28-9A60D4FE009F}"/>
                </a:ext>
              </a:extLst>
            </p:cNvPr>
            <p:cNvSpPr/>
            <p:nvPr/>
          </p:nvSpPr>
          <p:spPr>
            <a:xfrm>
              <a:off x="176343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5">
              <a:extLst>
                <a:ext uri="{FF2B5EF4-FFF2-40B4-BE49-F238E27FC236}">
                  <a16:creationId xmlns:a16="http://schemas.microsoft.com/office/drawing/2014/main" id="{30DEE886-0CC2-4E8D-CBC3-B0148F437937}"/>
                </a:ext>
              </a:extLst>
            </p:cNvPr>
            <p:cNvSpPr/>
            <p:nvPr/>
          </p:nvSpPr>
          <p:spPr>
            <a:xfrm>
              <a:off x="160871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5">
              <a:extLst>
                <a:ext uri="{FF2B5EF4-FFF2-40B4-BE49-F238E27FC236}">
                  <a16:creationId xmlns:a16="http://schemas.microsoft.com/office/drawing/2014/main" id="{1540FDEE-2D1D-D1C3-D336-64B537FA1299}"/>
                </a:ext>
              </a:extLst>
            </p:cNvPr>
            <p:cNvSpPr/>
            <p:nvPr/>
          </p:nvSpPr>
          <p:spPr>
            <a:xfrm>
              <a:off x="1918157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35">
              <a:extLst>
                <a:ext uri="{FF2B5EF4-FFF2-40B4-BE49-F238E27FC236}">
                  <a16:creationId xmlns:a16="http://schemas.microsoft.com/office/drawing/2014/main" id="{448A37DD-F3B0-13DA-75E0-192B92CA0142}"/>
                </a:ext>
              </a:extLst>
            </p:cNvPr>
            <p:cNvSpPr/>
            <p:nvPr/>
          </p:nvSpPr>
          <p:spPr>
            <a:xfrm>
              <a:off x="1763436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5">
              <a:extLst>
                <a:ext uri="{FF2B5EF4-FFF2-40B4-BE49-F238E27FC236}">
                  <a16:creationId xmlns:a16="http://schemas.microsoft.com/office/drawing/2014/main" id="{0AA4E1EA-7710-32C7-3004-27E008BBBA91}"/>
                </a:ext>
              </a:extLst>
            </p:cNvPr>
            <p:cNvSpPr/>
            <p:nvPr/>
          </p:nvSpPr>
          <p:spPr>
            <a:xfrm>
              <a:off x="206256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5">
              <a:extLst>
                <a:ext uri="{FF2B5EF4-FFF2-40B4-BE49-F238E27FC236}">
                  <a16:creationId xmlns:a16="http://schemas.microsoft.com/office/drawing/2014/main" id="{83F2B8AC-8C06-A3FD-D1C2-A129893FB88F}"/>
                </a:ext>
              </a:extLst>
            </p:cNvPr>
            <p:cNvSpPr/>
            <p:nvPr/>
          </p:nvSpPr>
          <p:spPr>
            <a:xfrm>
              <a:off x="1907840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5">
              <a:extLst>
                <a:ext uri="{FF2B5EF4-FFF2-40B4-BE49-F238E27FC236}">
                  <a16:creationId xmlns:a16="http://schemas.microsoft.com/office/drawing/2014/main" id="{CEE44C43-5AB8-6D72-012C-1C297978ACB2}"/>
                </a:ext>
              </a:extLst>
            </p:cNvPr>
            <p:cNvSpPr/>
            <p:nvPr/>
          </p:nvSpPr>
          <p:spPr>
            <a:xfrm>
              <a:off x="221728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5">
              <a:extLst>
                <a:ext uri="{FF2B5EF4-FFF2-40B4-BE49-F238E27FC236}">
                  <a16:creationId xmlns:a16="http://schemas.microsoft.com/office/drawing/2014/main" id="{242DFADE-42B3-432A-1463-3F65ACE2692E}"/>
                </a:ext>
              </a:extLst>
            </p:cNvPr>
            <p:cNvSpPr/>
            <p:nvPr/>
          </p:nvSpPr>
          <p:spPr>
            <a:xfrm>
              <a:off x="2062564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2" name="Google Shape;762;p35">
            <a:extLst>
              <a:ext uri="{FF2B5EF4-FFF2-40B4-BE49-F238E27FC236}">
                <a16:creationId xmlns:a16="http://schemas.microsoft.com/office/drawing/2014/main" id="{9B06628F-6921-4F66-B0BB-C972F1477C2D}"/>
              </a:ext>
            </a:extLst>
          </p:cNvPr>
          <p:cNvSpPr/>
          <p:nvPr/>
        </p:nvSpPr>
        <p:spPr>
          <a:xfrm rot="10800000">
            <a:off x="1296438" y="4631765"/>
            <a:ext cx="195893" cy="195893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5">
            <a:extLst>
              <a:ext uri="{FF2B5EF4-FFF2-40B4-BE49-F238E27FC236}">
                <a16:creationId xmlns:a16="http://schemas.microsoft.com/office/drawing/2014/main" id="{446CDA23-56C5-D486-DBD0-2B8E93221037}"/>
              </a:ext>
            </a:extLst>
          </p:cNvPr>
          <p:cNvSpPr/>
          <p:nvPr/>
        </p:nvSpPr>
        <p:spPr>
          <a:xfrm rot="10800000">
            <a:off x="368689" y="4071725"/>
            <a:ext cx="343786" cy="343786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5">
            <a:extLst>
              <a:ext uri="{FF2B5EF4-FFF2-40B4-BE49-F238E27FC236}">
                <a16:creationId xmlns:a16="http://schemas.microsoft.com/office/drawing/2014/main" id="{487B8405-2D40-50D8-0BA5-8D97FBD597CC}"/>
              </a:ext>
            </a:extLst>
          </p:cNvPr>
          <p:cNvSpPr/>
          <p:nvPr/>
        </p:nvSpPr>
        <p:spPr>
          <a:xfrm rot="10800000">
            <a:off x="779815" y="4653939"/>
            <a:ext cx="186812" cy="186812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53;p33">
            <a:extLst>
              <a:ext uri="{FF2B5EF4-FFF2-40B4-BE49-F238E27FC236}">
                <a16:creationId xmlns:a16="http://schemas.microsoft.com/office/drawing/2014/main" id="{FC02FF04-ECD5-8367-4C64-B6C3810873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758" y="489562"/>
            <a:ext cx="6718999" cy="9207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dirty="0"/>
              <a:t>Sustainable Business Model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1214483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restig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41"/>
          <p:cNvSpPr txBox="1">
            <a:spLocks noGrp="1"/>
          </p:cNvSpPr>
          <p:nvPr>
            <p:ph type="title"/>
          </p:nvPr>
        </p:nvSpPr>
        <p:spPr>
          <a:xfrm>
            <a:off x="2158063" y="1646175"/>
            <a:ext cx="4827900" cy="185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Thank You for Your Attention!</a:t>
            </a:r>
            <a:endParaRPr dirty="0"/>
          </a:p>
        </p:txBody>
      </p:sp>
      <p:grpSp>
        <p:nvGrpSpPr>
          <p:cNvPr id="913" name="Google Shape;913;p41"/>
          <p:cNvGrpSpPr/>
          <p:nvPr/>
        </p:nvGrpSpPr>
        <p:grpSpPr>
          <a:xfrm>
            <a:off x="-127421" y="3110988"/>
            <a:ext cx="2716282" cy="3105636"/>
            <a:chOff x="-127421" y="3110988"/>
            <a:chExt cx="2716282" cy="3105636"/>
          </a:xfrm>
        </p:grpSpPr>
        <p:sp>
          <p:nvSpPr>
            <p:cNvPr id="914" name="Google Shape;914;p41"/>
            <p:cNvSpPr/>
            <p:nvPr/>
          </p:nvSpPr>
          <p:spPr>
            <a:xfrm rot="10800000">
              <a:off x="-127421" y="4150373"/>
              <a:ext cx="2069345" cy="2066251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5" name="Google Shape;915;p41"/>
            <p:cNvGrpSpPr/>
            <p:nvPr/>
          </p:nvGrpSpPr>
          <p:grpSpPr>
            <a:xfrm>
              <a:off x="161929" y="3110988"/>
              <a:ext cx="2426932" cy="1779236"/>
              <a:chOff x="1009950" y="2705449"/>
              <a:chExt cx="2130196" cy="1561693"/>
            </a:xfrm>
          </p:grpSpPr>
          <p:sp>
            <p:nvSpPr>
              <p:cNvPr id="916" name="Google Shape;916;p41"/>
              <p:cNvSpPr/>
              <p:nvPr/>
            </p:nvSpPr>
            <p:spPr>
              <a:xfrm>
                <a:off x="1009950" y="2705449"/>
                <a:ext cx="930419" cy="930417"/>
              </a:xfrm>
              <a:custGeom>
                <a:avLst/>
                <a:gdLst/>
                <a:ahLst/>
                <a:cxnLst/>
                <a:rect l="l" t="t" r="r" b="b"/>
                <a:pathLst>
                  <a:path w="961673" h="961671" extrusionOk="0">
                    <a:moveTo>
                      <a:pt x="870195" y="237"/>
                    </a:moveTo>
                    <a:lnTo>
                      <a:pt x="709137" y="23002"/>
                    </a:lnTo>
                    <a:cubicBezTo>
                      <a:pt x="696116" y="24840"/>
                      <a:pt x="687049" y="36889"/>
                      <a:pt x="688897" y="49910"/>
                    </a:cubicBezTo>
                    <a:cubicBezTo>
                      <a:pt x="690735" y="62931"/>
                      <a:pt x="702784" y="71998"/>
                      <a:pt x="715805" y="70150"/>
                    </a:cubicBezTo>
                    <a:lnTo>
                      <a:pt x="853289" y="50719"/>
                    </a:lnTo>
                    <a:lnTo>
                      <a:pt x="905695" y="421461"/>
                    </a:lnTo>
                    <a:lnTo>
                      <a:pt x="910010" y="452008"/>
                    </a:lnTo>
                    <a:cubicBezTo>
                      <a:pt x="941290" y="673274"/>
                      <a:pt x="786718" y="878737"/>
                      <a:pt x="565453" y="910017"/>
                    </a:cubicBezTo>
                    <a:cubicBezTo>
                      <a:pt x="344187" y="941297"/>
                      <a:pt x="138723" y="786726"/>
                      <a:pt x="107452" y="565460"/>
                    </a:cubicBezTo>
                    <a:lnTo>
                      <a:pt x="102347" y="529370"/>
                    </a:lnTo>
                    <a:lnTo>
                      <a:pt x="50722" y="164181"/>
                    </a:lnTo>
                    <a:lnTo>
                      <a:pt x="193749" y="143960"/>
                    </a:lnTo>
                    <a:cubicBezTo>
                      <a:pt x="206770" y="142121"/>
                      <a:pt x="215837" y="130072"/>
                      <a:pt x="213990" y="117051"/>
                    </a:cubicBezTo>
                    <a:cubicBezTo>
                      <a:pt x="212151" y="104031"/>
                      <a:pt x="200102" y="94963"/>
                      <a:pt x="187081" y="96811"/>
                    </a:cubicBezTo>
                    <a:lnTo>
                      <a:pt x="20480" y="120366"/>
                    </a:lnTo>
                    <a:cubicBezTo>
                      <a:pt x="7459" y="122205"/>
                      <a:pt x="-1609" y="134254"/>
                      <a:pt x="239" y="147274"/>
                    </a:cubicBezTo>
                    <a:lnTo>
                      <a:pt x="55198" y="536037"/>
                    </a:lnTo>
                    <a:lnTo>
                      <a:pt x="60304" y="572128"/>
                    </a:lnTo>
                    <a:cubicBezTo>
                      <a:pt x="95260" y="819396"/>
                      <a:pt x="324861" y="992132"/>
                      <a:pt x="572130" y="957176"/>
                    </a:cubicBezTo>
                    <a:cubicBezTo>
                      <a:pt x="819408" y="922219"/>
                      <a:pt x="992134" y="692619"/>
                      <a:pt x="957178" y="445340"/>
                    </a:cubicBezTo>
                    <a:lnTo>
                      <a:pt x="952863" y="414793"/>
                    </a:lnTo>
                    <a:lnTo>
                      <a:pt x="897123" y="20478"/>
                    </a:lnTo>
                    <a:cubicBezTo>
                      <a:pt x="895265" y="7457"/>
                      <a:pt x="883226" y="-1601"/>
                      <a:pt x="870195" y="23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41"/>
              <p:cNvSpPr/>
              <p:nvPr/>
            </p:nvSpPr>
            <p:spPr>
              <a:xfrm>
                <a:off x="1537496" y="3586139"/>
                <a:ext cx="534676" cy="617364"/>
              </a:xfrm>
              <a:custGeom>
                <a:avLst/>
                <a:gdLst/>
                <a:ahLst/>
                <a:cxnLst/>
                <a:rect l="l" t="t" r="r" b="b"/>
                <a:pathLst>
                  <a:path w="552637" h="638102" extrusionOk="0">
                    <a:moveTo>
                      <a:pt x="344204" y="625677"/>
                    </a:moveTo>
                    <a:lnTo>
                      <a:pt x="269042" y="636307"/>
                    </a:lnTo>
                    <a:cubicBezTo>
                      <a:pt x="170268" y="650271"/>
                      <a:pt x="78561" y="581281"/>
                      <a:pt x="64607" y="482516"/>
                    </a:cubicBezTo>
                    <a:lnTo>
                      <a:pt x="237" y="27145"/>
                    </a:lnTo>
                    <a:cubicBezTo>
                      <a:pt x="-1601" y="14124"/>
                      <a:pt x="7457" y="2075"/>
                      <a:pt x="20478" y="237"/>
                    </a:cubicBezTo>
                    <a:cubicBezTo>
                      <a:pt x="33498" y="-1601"/>
                      <a:pt x="45547" y="7457"/>
                      <a:pt x="47386" y="20478"/>
                    </a:cubicBezTo>
                    <a:lnTo>
                      <a:pt x="111756" y="475849"/>
                    </a:lnTo>
                    <a:cubicBezTo>
                      <a:pt x="122043" y="548610"/>
                      <a:pt x="189613" y="599436"/>
                      <a:pt x="262374" y="589149"/>
                    </a:cubicBezTo>
                    <a:lnTo>
                      <a:pt x="337536" y="578519"/>
                    </a:lnTo>
                    <a:cubicBezTo>
                      <a:pt x="443845" y="563488"/>
                      <a:pt x="518111" y="464781"/>
                      <a:pt x="503081" y="358472"/>
                    </a:cubicBezTo>
                    <a:lnTo>
                      <a:pt x="484993" y="230504"/>
                    </a:lnTo>
                    <a:cubicBezTo>
                      <a:pt x="483154" y="217483"/>
                      <a:pt x="492213" y="205434"/>
                      <a:pt x="505233" y="203596"/>
                    </a:cubicBezTo>
                    <a:cubicBezTo>
                      <a:pt x="518254" y="201757"/>
                      <a:pt x="530303" y="210816"/>
                      <a:pt x="532142" y="223836"/>
                    </a:cubicBezTo>
                    <a:lnTo>
                      <a:pt x="550230" y="351805"/>
                    </a:lnTo>
                    <a:cubicBezTo>
                      <a:pt x="568946" y="484117"/>
                      <a:pt x="476516" y="606970"/>
                      <a:pt x="344204" y="6256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41"/>
              <p:cNvSpPr/>
              <p:nvPr/>
            </p:nvSpPr>
            <p:spPr>
              <a:xfrm>
                <a:off x="1512738" y="3547023"/>
                <a:ext cx="103102" cy="103102"/>
              </a:xfrm>
              <a:custGeom>
                <a:avLst/>
                <a:gdLst/>
                <a:ahLst/>
                <a:cxnLst/>
                <a:rect l="l" t="t" r="r" b="b"/>
                <a:pathLst>
                  <a:path w="106565" h="106565" extrusionOk="0">
                    <a:moveTo>
                      <a:pt x="106566" y="53283"/>
                    </a:moveTo>
                    <a:cubicBezTo>
                      <a:pt x="106566" y="82710"/>
                      <a:pt x="82710" y="106566"/>
                      <a:pt x="53283" y="106566"/>
                    </a:cubicBezTo>
                    <a:cubicBezTo>
                      <a:pt x="23856" y="106566"/>
                      <a:pt x="0" y="82710"/>
                      <a:pt x="0" y="53283"/>
                    </a:cubicBezTo>
                    <a:cubicBezTo>
                      <a:pt x="0" y="23856"/>
                      <a:pt x="23856" y="0"/>
                      <a:pt x="53283" y="0"/>
                    </a:cubicBezTo>
                    <a:cubicBezTo>
                      <a:pt x="82710" y="0"/>
                      <a:pt x="106566" y="23856"/>
                      <a:pt x="106566" y="5328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41"/>
              <p:cNvSpPr/>
              <p:nvPr/>
            </p:nvSpPr>
            <p:spPr>
              <a:xfrm>
                <a:off x="1627061" y="2723036"/>
                <a:ext cx="97517" cy="56250"/>
              </a:xfrm>
              <a:custGeom>
                <a:avLst/>
                <a:gdLst/>
                <a:ahLst/>
                <a:cxnLst/>
                <a:rect l="l" t="t" r="r" b="b"/>
                <a:pathLst>
                  <a:path w="100793" h="58140" extrusionOk="0">
                    <a:moveTo>
                      <a:pt x="52197" y="54378"/>
                    </a:moveTo>
                    <a:lnTo>
                      <a:pt x="100793" y="47511"/>
                    </a:lnTo>
                    <a:lnTo>
                      <a:pt x="94078" y="0"/>
                    </a:lnTo>
                    <a:lnTo>
                      <a:pt x="45481" y="6868"/>
                    </a:lnTo>
                    <a:lnTo>
                      <a:pt x="20640" y="10382"/>
                    </a:lnTo>
                    <a:cubicBezTo>
                      <a:pt x="7515" y="12240"/>
                      <a:pt x="-1610" y="24375"/>
                      <a:pt x="238" y="37500"/>
                    </a:cubicBezTo>
                    <a:lnTo>
                      <a:pt x="238" y="37500"/>
                    </a:lnTo>
                    <a:cubicBezTo>
                      <a:pt x="2095" y="50625"/>
                      <a:pt x="14230" y="59750"/>
                      <a:pt x="27355" y="57902"/>
                    </a:cubicBezTo>
                    <a:lnTo>
                      <a:pt x="52197" y="543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41"/>
              <p:cNvSpPr/>
              <p:nvPr/>
            </p:nvSpPr>
            <p:spPr>
              <a:xfrm>
                <a:off x="1877977" y="3149617"/>
                <a:ext cx="1262169" cy="1117524"/>
              </a:xfrm>
              <a:custGeom>
                <a:avLst/>
                <a:gdLst/>
                <a:ahLst/>
                <a:cxnLst/>
                <a:rect l="l" t="t" r="r" b="b"/>
                <a:pathLst>
                  <a:path w="1304567" h="1155064" extrusionOk="0">
                    <a:moveTo>
                      <a:pt x="821671" y="1134273"/>
                    </a:moveTo>
                    <a:lnTo>
                      <a:pt x="99353" y="758968"/>
                    </a:lnTo>
                    <a:cubicBezTo>
                      <a:pt x="9046" y="712048"/>
                      <a:pt x="-26130" y="600796"/>
                      <a:pt x="20790" y="510480"/>
                    </a:cubicBezTo>
                    <a:lnTo>
                      <a:pt x="234408" y="99353"/>
                    </a:lnTo>
                    <a:cubicBezTo>
                      <a:pt x="281328" y="9046"/>
                      <a:pt x="392580" y="-26130"/>
                      <a:pt x="482896" y="20790"/>
                    </a:cubicBezTo>
                    <a:lnTo>
                      <a:pt x="1205215" y="396094"/>
                    </a:lnTo>
                    <a:cubicBezTo>
                      <a:pt x="1295521" y="443015"/>
                      <a:pt x="1330697" y="554267"/>
                      <a:pt x="1283777" y="644583"/>
                    </a:cubicBezTo>
                    <a:lnTo>
                      <a:pt x="1070160" y="1055710"/>
                    </a:lnTo>
                    <a:cubicBezTo>
                      <a:pt x="1023230" y="1146026"/>
                      <a:pt x="911978" y="1181193"/>
                      <a:pt x="821671" y="11342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2262695" y="3461969"/>
                <a:ext cx="493154" cy="493154"/>
              </a:xfrm>
              <a:custGeom>
                <a:avLst/>
                <a:gdLst/>
                <a:ahLst/>
                <a:cxnLst/>
                <a:rect l="l" t="t" r="r" b="b"/>
                <a:pathLst>
                  <a:path w="509720" h="509720" extrusionOk="0">
                    <a:moveTo>
                      <a:pt x="509721" y="254860"/>
                    </a:moveTo>
                    <a:cubicBezTo>
                      <a:pt x="509721" y="395616"/>
                      <a:pt x="395616" y="509721"/>
                      <a:pt x="254860" y="509721"/>
                    </a:cubicBezTo>
                    <a:cubicBezTo>
                      <a:pt x="114105" y="509721"/>
                      <a:pt x="0" y="395616"/>
                      <a:pt x="0" y="254860"/>
                    </a:cubicBezTo>
                    <a:cubicBezTo>
                      <a:pt x="0" y="114105"/>
                      <a:pt x="114105" y="0"/>
                      <a:pt x="254860" y="0"/>
                    </a:cubicBezTo>
                    <a:cubicBezTo>
                      <a:pt x="395616" y="0"/>
                      <a:pt x="509721" y="114105"/>
                      <a:pt x="509721" y="2548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41"/>
              <p:cNvSpPr/>
              <p:nvPr/>
            </p:nvSpPr>
            <p:spPr>
              <a:xfrm>
                <a:off x="2347753" y="3547026"/>
                <a:ext cx="323121" cy="323121"/>
              </a:xfrm>
              <a:custGeom>
                <a:avLst/>
                <a:gdLst/>
                <a:ahLst/>
                <a:cxnLst/>
                <a:rect l="l" t="t" r="r" b="b"/>
                <a:pathLst>
                  <a:path w="333975" h="333975" extrusionOk="0">
                    <a:moveTo>
                      <a:pt x="333975" y="194958"/>
                    </a:moveTo>
                    <a:lnTo>
                      <a:pt x="237344" y="144742"/>
                    </a:lnTo>
                    <a:lnTo>
                      <a:pt x="287550" y="48111"/>
                    </a:lnTo>
                    <a:lnTo>
                      <a:pt x="194958" y="0"/>
                    </a:lnTo>
                    <a:lnTo>
                      <a:pt x="144742" y="96631"/>
                    </a:lnTo>
                    <a:lnTo>
                      <a:pt x="48111" y="46425"/>
                    </a:lnTo>
                    <a:lnTo>
                      <a:pt x="0" y="139027"/>
                    </a:lnTo>
                    <a:lnTo>
                      <a:pt x="96631" y="189233"/>
                    </a:lnTo>
                    <a:lnTo>
                      <a:pt x="46425" y="285864"/>
                    </a:lnTo>
                    <a:lnTo>
                      <a:pt x="139027" y="333975"/>
                    </a:lnTo>
                    <a:lnTo>
                      <a:pt x="189233" y="237344"/>
                    </a:lnTo>
                    <a:lnTo>
                      <a:pt x="285864" y="28755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41"/>
              <p:cNvSpPr/>
              <p:nvPr/>
            </p:nvSpPr>
            <p:spPr>
              <a:xfrm>
                <a:off x="2478903" y="3102581"/>
                <a:ext cx="482558" cy="363577"/>
              </a:xfrm>
              <a:custGeom>
                <a:avLst/>
                <a:gdLst/>
                <a:ahLst/>
                <a:cxnLst/>
                <a:rect l="l" t="t" r="r" b="b"/>
                <a:pathLst>
                  <a:path w="498768" h="375790" extrusionOk="0">
                    <a:moveTo>
                      <a:pt x="442655" y="375791"/>
                    </a:moveTo>
                    <a:lnTo>
                      <a:pt x="379933" y="343196"/>
                    </a:lnTo>
                    <a:lnTo>
                      <a:pt x="422843" y="260605"/>
                    </a:lnTo>
                    <a:cubicBezTo>
                      <a:pt x="434683" y="237821"/>
                      <a:pt x="425777" y="209646"/>
                      <a:pt x="402993" y="197807"/>
                    </a:cubicBezTo>
                    <a:lnTo>
                      <a:pt x="168431" y="75925"/>
                    </a:lnTo>
                    <a:cubicBezTo>
                      <a:pt x="145637" y="64085"/>
                      <a:pt x="117472" y="72991"/>
                      <a:pt x="105632" y="95775"/>
                    </a:cubicBezTo>
                    <a:lnTo>
                      <a:pt x="62722" y="178366"/>
                    </a:lnTo>
                    <a:lnTo>
                      <a:pt x="0" y="145772"/>
                    </a:lnTo>
                    <a:lnTo>
                      <a:pt x="42910" y="63180"/>
                    </a:lnTo>
                    <a:cubicBezTo>
                      <a:pt x="72723" y="5811"/>
                      <a:pt x="143647" y="-16620"/>
                      <a:pt x="201025" y="13193"/>
                    </a:cubicBezTo>
                    <a:lnTo>
                      <a:pt x="435588" y="135075"/>
                    </a:lnTo>
                    <a:cubicBezTo>
                      <a:pt x="492957" y="164888"/>
                      <a:pt x="515388" y="235812"/>
                      <a:pt x="485575" y="293190"/>
                    </a:cubicBezTo>
                    <a:lnTo>
                      <a:pt x="442655" y="37579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 rot="-962823" flipH="1">
                <a:off x="1160754" y="2791686"/>
                <a:ext cx="97538" cy="56262"/>
              </a:xfrm>
              <a:custGeom>
                <a:avLst/>
                <a:gdLst/>
                <a:ahLst/>
                <a:cxnLst/>
                <a:rect l="l" t="t" r="r" b="b"/>
                <a:pathLst>
                  <a:path w="100793" h="58140" extrusionOk="0">
                    <a:moveTo>
                      <a:pt x="52197" y="54378"/>
                    </a:moveTo>
                    <a:lnTo>
                      <a:pt x="100793" y="47511"/>
                    </a:lnTo>
                    <a:lnTo>
                      <a:pt x="94078" y="0"/>
                    </a:lnTo>
                    <a:lnTo>
                      <a:pt x="45481" y="6868"/>
                    </a:lnTo>
                    <a:lnTo>
                      <a:pt x="20640" y="10382"/>
                    </a:lnTo>
                    <a:cubicBezTo>
                      <a:pt x="7515" y="12240"/>
                      <a:pt x="-1610" y="24375"/>
                      <a:pt x="238" y="37500"/>
                    </a:cubicBezTo>
                    <a:lnTo>
                      <a:pt x="238" y="37500"/>
                    </a:lnTo>
                    <a:cubicBezTo>
                      <a:pt x="2095" y="50625"/>
                      <a:pt x="14230" y="59750"/>
                      <a:pt x="27355" y="57902"/>
                    </a:cubicBezTo>
                    <a:lnTo>
                      <a:pt x="52197" y="543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5" name="Google Shape;925;p41"/>
          <p:cNvGrpSpPr/>
          <p:nvPr/>
        </p:nvGrpSpPr>
        <p:grpSpPr>
          <a:xfrm>
            <a:off x="6016834" y="3639161"/>
            <a:ext cx="4827866" cy="4595015"/>
            <a:chOff x="5903822" y="3233036"/>
            <a:chExt cx="4827866" cy="4595015"/>
          </a:xfrm>
        </p:grpSpPr>
        <p:sp>
          <p:nvSpPr>
            <p:cNvPr id="926" name="Google Shape;926;p41"/>
            <p:cNvSpPr/>
            <p:nvPr/>
          </p:nvSpPr>
          <p:spPr>
            <a:xfrm rot="10800000">
              <a:off x="6129865" y="3233036"/>
              <a:ext cx="4601823" cy="4595015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7" name="Google Shape;927;p41"/>
            <p:cNvGrpSpPr/>
            <p:nvPr/>
          </p:nvGrpSpPr>
          <p:grpSpPr>
            <a:xfrm>
              <a:off x="5903822" y="3742319"/>
              <a:ext cx="812959" cy="861672"/>
              <a:chOff x="5137170" y="1563182"/>
              <a:chExt cx="584358" cy="619462"/>
            </a:xfrm>
          </p:grpSpPr>
          <p:sp>
            <p:nvSpPr>
              <p:cNvPr id="928" name="Google Shape;928;p41"/>
              <p:cNvSpPr/>
              <p:nvPr/>
            </p:nvSpPr>
            <p:spPr>
              <a:xfrm>
                <a:off x="5137170" y="1563182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7811"/>
                    </a:moveTo>
                    <a:cubicBezTo>
                      <a:pt x="96911" y="73631"/>
                      <a:pt x="75956" y="94567"/>
                      <a:pt x="50175" y="94567"/>
                    </a:cubicBezTo>
                    <a:cubicBezTo>
                      <a:pt x="24330" y="94567"/>
                      <a:pt x="3439" y="73631"/>
                      <a:pt x="3439" y="47811"/>
                    </a:cubicBezTo>
                    <a:cubicBezTo>
                      <a:pt x="3439" y="21992"/>
                      <a:pt x="24330" y="1063"/>
                      <a:pt x="50175" y="1063"/>
                    </a:cubicBezTo>
                    <a:cubicBezTo>
                      <a:pt x="75956" y="1063"/>
                      <a:pt x="96911" y="21992"/>
                      <a:pt x="96911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41"/>
              <p:cNvSpPr/>
              <p:nvPr/>
            </p:nvSpPr>
            <p:spPr>
              <a:xfrm>
                <a:off x="5137170" y="1750191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7936"/>
                    </a:moveTo>
                    <a:cubicBezTo>
                      <a:pt x="96911" y="73755"/>
                      <a:pt x="75956" y="94691"/>
                      <a:pt x="50175" y="94691"/>
                    </a:cubicBezTo>
                    <a:cubicBezTo>
                      <a:pt x="24330" y="94691"/>
                      <a:pt x="3439" y="73755"/>
                      <a:pt x="3439" y="47936"/>
                    </a:cubicBezTo>
                    <a:cubicBezTo>
                      <a:pt x="3439" y="22117"/>
                      <a:pt x="24330" y="1187"/>
                      <a:pt x="50175" y="1187"/>
                    </a:cubicBezTo>
                    <a:cubicBezTo>
                      <a:pt x="75956" y="1187"/>
                      <a:pt x="96911" y="22117"/>
                      <a:pt x="96911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41"/>
              <p:cNvSpPr/>
              <p:nvPr/>
            </p:nvSpPr>
            <p:spPr>
              <a:xfrm>
                <a:off x="5312477" y="1563182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7811"/>
                    </a:moveTo>
                    <a:cubicBezTo>
                      <a:pt x="97028" y="73631"/>
                      <a:pt x="76137" y="94567"/>
                      <a:pt x="50292" y="94567"/>
                    </a:cubicBezTo>
                    <a:cubicBezTo>
                      <a:pt x="24447" y="94567"/>
                      <a:pt x="3556" y="73631"/>
                      <a:pt x="3556" y="47811"/>
                    </a:cubicBezTo>
                    <a:cubicBezTo>
                      <a:pt x="3556" y="21992"/>
                      <a:pt x="24447" y="1063"/>
                      <a:pt x="50292" y="1063"/>
                    </a:cubicBezTo>
                    <a:cubicBezTo>
                      <a:pt x="76137" y="1063"/>
                      <a:pt x="97028" y="21992"/>
                      <a:pt x="97028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5312477" y="1750191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7936"/>
                    </a:moveTo>
                    <a:cubicBezTo>
                      <a:pt x="97028" y="73755"/>
                      <a:pt x="76137" y="94691"/>
                      <a:pt x="50292" y="94691"/>
                    </a:cubicBezTo>
                    <a:cubicBezTo>
                      <a:pt x="24447" y="94691"/>
                      <a:pt x="3556" y="73755"/>
                      <a:pt x="3556" y="47936"/>
                    </a:cubicBezTo>
                    <a:cubicBezTo>
                      <a:pt x="3556" y="22117"/>
                      <a:pt x="24447" y="1187"/>
                      <a:pt x="50292" y="1187"/>
                    </a:cubicBezTo>
                    <a:cubicBezTo>
                      <a:pt x="76137" y="1187"/>
                      <a:pt x="97028" y="22117"/>
                      <a:pt x="97028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5476117" y="1563182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7811"/>
                    </a:moveTo>
                    <a:cubicBezTo>
                      <a:pt x="97137" y="73631"/>
                      <a:pt x="76182" y="94567"/>
                      <a:pt x="50400" y="94567"/>
                    </a:cubicBezTo>
                    <a:cubicBezTo>
                      <a:pt x="24556" y="94567"/>
                      <a:pt x="3664" y="73631"/>
                      <a:pt x="3664" y="47811"/>
                    </a:cubicBezTo>
                    <a:cubicBezTo>
                      <a:pt x="3664" y="21992"/>
                      <a:pt x="24556" y="1063"/>
                      <a:pt x="50400" y="1063"/>
                    </a:cubicBezTo>
                    <a:cubicBezTo>
                      <a:pt x="76182" y="1063"/>
                      <a:pt x="97137" y="21992"/>
                      <a:pt x="97137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5476117" y="1750191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7936"/>
                    </a:moveTo>
                    <a:cubicBezTo>
                      <a:pt x="97137" y="73755"/>
                      <a:pt x="76182" y="94691"/>
                      <a:pt x="50400" y="94691"/>
                    </a:cubicBezTo>
                    <a:cubicBezTo>
                      <a:pt x="24556" y="94691"/>
                      <a:pt x="3664" y="73755"/>
                      <a:pt x="3664" y="47936"/>
                    </a:cubicBezTo>
                    <a:cubicBezTo>
                      <a:pt x="3664" y="22117"/>
                      <a:pt x="24556" y="1187"/>
                      <a:pt x="50400" y="1187"/>
                    </a:cubicBezTo>
                    <a:cubicBezTo>
                      <a:pt x="76182" y="1187"/>
                      <a:pt x="97137" y="22117"/>
                      <a:pt x="97137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5651425" y="1563182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7811"/>
                    </a:moveTo>
                    <a:cubicBezTo>
                      <a:pt x="97253" y="73631"/>
                      <a:pt x="76361" y="94567"/>
                      <a:pt x="50517" y="94567"/>
                    </a:cubicBezTo>
                    <a:cubicBezTo>
                      <a:pt x="24736" y="94567"/>
                      <a:pt x="3781" y="73631"/>
                      <a:pt x="3781" y="47811"/>
                    </a:cubicBezTo>
                    <a:cubicBezTo>
                      <a:pt x="3781" y="21992"/>
                      <a:pt x="24736" y="1063"/>
                      <a:pt x="50517" y="1063"/>
                    </a:cubicBezTo>
                    <a:cubicBezTo>
                      <a:pt x="76361" y="1063"/>
                      <a:pt x="97253" y="21992"/>
                      <a:pt x="97253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5651425" y="1750191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7936"/>
                    </a:moveTo>
                    <a:cubicBezTo>
                      <a:pt x="97253" y="73755"/>
                      <a:pt x="76361" y="94691"/>
                      <a:pt x="50517" y="94691"/>
                    </a:cubicBezTo>
                    <a:cubicBezTo>
                      <a:pt x="24736" y="94691"/>
                      <a:pt x="3781" y="73755"/>
                      <a:pt x="3781" y="47936"/>
                    </a:cubicBezTo>
                    <a:cubicBezTo>
                      <a:pt x="3781" y="22117"/>
                      <a:pt x="24736" y="1187"/>
                      <a:pt x="50517" y="1187"/>
                    </a:cubicBezTo>
                    <a:cubicBezTo>
                      <a:pt x="76361" y="1187"/>
                      <a:pt x="97253" y="22117"/>
                      <a:pt x="97253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5137170" y="1925509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8059"/>
                    </a:moveTo>
                    <a:cubicBezTo>
                      <a:pt x="96911" y="73878"/>
                      <a:pt x="75956" y="94807"/>
                      <a:pt x="50175" y="94807"/>
                    </a:cubicBezTo>
                    <a:cubicBezTo>
                      <a:pt x="24330" y="94807"/>
                      <a:pt x="3439" y="73878"/>
                      <a:pt x="3439" y="48059"/>
                    </a:cubicBezTo>
                    <a:cubicBezTo>
                      <a:pt x="3439" y="22240"/>
                      <a:pt x="24330" y="1304"/>
                      <a:pt x="50175" y="1304"/>
                    </a:cubicBezTo>
                    <a:cubicBezTo>
                      <a:pt x="75956" y="1304"/>
                      <a:pt x="96911" y="22240"/>
                      <a:pt x="96911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5137170" y="2112518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8183"/>
                    </a:moveTo>
                    <a:cubicBezTo>
                      <a:pt x="96911" y="74002"/>
                      <a:pt x="75956" y="94932"/>
                      <a:pt x="50175" y="94932"/>
                    </a:cubicBezTo>
                    <a:cubicBezTo>
                      <a:pt x="24330" y="94932"/>
                      <a:pt x="3439" y="74002"/>
                      <a:pt x="3439" y="48183"/>
                    </a:cubicBezTo>
                    <a:cubicBezTo>
                      <a:pt x="3439" y="22364"/>
                      <a:pt x="24330" y="1428"/>
                      <a:pt x="50175" y="1428"/>
                    </a:cubicBezTo>
                    <a:cubicBezTo>
                      <a:pt x="75956" y="1428"/>
                      <a:pt x="96911" y="22364"/>
                      <a:pt x="96911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5312477" y="1925509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8059"/>
                    </a:moveTo>
                    <a:cubicBezTo>
                      <a:pt x="97028" y="73878"/>
                      <a:pt x="76137" y="94807"/>
                      <a:pt x="50292" y="94807"/>
                    </a:cubicBezTo>
                    <a:cubicBezTo>
                      <a:pt x="24447" y="94807"/>
                      <a:pt x="3556" y="73878"/>
                      <a:pt x="3556" y="48059"/>
                    </a:cubicBezTo>
                    <a:cubicBezTo>
                      <a:pt x="3556" y="22240"/>
                      <a:pt x="24447" y="1304"/>
                      <a:pt x="50292" y="1304"/>
                    </a:cubicBezTo>
                    <a:cubicBezTo>
                      <a:pt x="76137" y="1304"/>
                      <a:pt x="97028" y="22240"/>
                      <a:pt x="97028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5312477" y="2112518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8183"/>
                    </a:moveTo>
                    <a:cubicBezTo>
                      <a:pt x="97028" y="74002"/>
                      <a:pt x="76137" y="94932"/>
                      <a:pt x="50292" y="94932"/>
                    </a:cubicBezTo>
                    <a:cubicBezTo>
                      <a:pt x="24447" y="94932"/>
                      <a:pt x="3556" y="74002"/>
                      <a:pt x="3556" y="48183"/>
                    </a:cubicBezTo>
                    <a:cubicBezTo>
                      <a:pt x="3556" y="22364"/>
                      <a:pt x="24447" y="1428"/>
                      <a:pt x="50292" y="1428"/>
                    </a:cubicBezTo>
                    <a:cubicBezTo>
                      <a:pt x="76137" y="1428"/>
                      <a:pt x="97028" y="22364"/>
                      <a:pt x="97028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5476117" y="1925509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8059"/>
                    </a:moveTo>
                    <a:cubicBezTo>
                      <a:pt x="97137" y="73878"/>
                      <a:pt x="76182" y="94807"/>
                      <a:pt x="50400" y="94807"/>
                    </a:cubicBezTo>
                    <a:cubicBezTo>
                      <a:pt x="24556" y="94807"/>
                      <a:pt x="3664" y="73878"/>
                      <a:pt x="3664" y="48059"/>
                    </a:cubicBezTo>
                    <a:cubicBezTo>
                      <a:pt x="3664" y="22240"/>
                      <a:pt x="24556" y="1304"/>
                      <a:pt x="50400" y="1304"/>
                    </a:cubicBezTo>
                    <a:cubicBezTo>
                      <a:pt x="76182" y="1304"/>
                      <a:pt x="97137" y="22240"/>
                      <a:pt x="97137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5476117" y="2112518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8183"/>
                    </a:moveTo>
                    <a:cubicBezTo>
                      <a:pt x="97137" y="74002"/>
                      <a:pt x="76182" y="94932"/>
                      <a:pt x="50400" y="94932"/>
                    </a:cubicBezTo>
                    <a:cubicBezTo>
                      <a:pt x="24556" y="94932"/>
                      <a:pt x="3664" y="74002"/>
                      <a:pt x="3664" y="48183"/>
                    </a:cubicBezTo>
                    <a:cubicBezTo>
                      <a:pt x="3664" y="22364"/>
                      <a:pt x="24556" y="1428"/>
                      <a:pt x="50400" y="1428"/>
                    </a:cubicBezTo>
                    <a:cubicBezTo>
                      <a:pt x="76182" y="1428"/>
                      <a:pt x="97137" y="22364"/>
                      <a:pt x="97137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5651425" y="1925509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8059"/>
                    </a:moveTo>
                    <a:cubicBezTo>
                      <a:pt x="97253" y="73878"/>
                      <a:pt x="76361" y="94807"/>
                      <a:pt x="50517" y="94807"/>
                    </a:cubicBezTo>
                    <a:cubicBezTo>
                      <a:pt x="24736" y="94807"/>
                      <a:pt x="3781" y="73878"/>
                      <a:pt x="3781" y="48059"/>
                    </a:cubicBezTo>
                    <a:cubicBezTo>
                      <a:pt x="3781" y="22240"/>
                      <a:pt x="24736" y="1304"/>
                      <a:pt x="50517" y="1304"/>
                    </a:cubicBezTo>
                    <a:cubicBezTo>
                      <a:pt x="76361" y="1304"/>
                      <a:pt x="97253" y="22240"/>
                      <a:pt x="97253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5651425" y="2112518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8183"/>
                    </a:moveTo>
                    <a:cubicBezTo>
                      <a:pt x="97253" y="74002"/>
                      <a:pt x="76361" y="94932"/>
                      <a:pt x="50517" y="94932"/>
                    </a:cubicBezTo>
                    <a:cubicBezTo>
                      <a:pt x="24736" y="94932"/>
                      <a:pt x="3781" y="74002"/>
                      <a:pt x="3781" y="48183"/>
                    </a:cubicBezTo>
                    <a:cubicBezTo>
                      <a:pt x="3781" y="22364"/>
                      <a:pt x="24736" y="1428"/>
                      <a:pt x="50517" y="1428"/>
                    </a:cubicBezTo>
                    <a:cubicBezTo>
                      <a:pt x="76361" y="1428"/>
                      <a:pt x="97253" y="22364"/>
                      <a:pt x="97253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4" name="Google Shape;944;p41"/>
          <p:cNvGrpSpPr/>
          <p:nvPr/>
        </p:nvGrpSpPr>
        <p:grpSpPr>
          <a:xfrm>
            <a:off x="5092893" y="-1908059"/>
            <a:ext cx="945222" cy="319917"/>
            <a:chOff x="1608712" y="575096"/>
            <a:chExt cx="670466" cy="226924"/>
          </a:xfrm>
        </p:grpSpPr>
        <p:sp>
          <p:nvSpPr>
            <p:cNvPr id="945" name="Google Shape;945;p41"/>
            <p:cNvSpPr/>
            <p:nvPr/>
          </p:nvSpPr>
          <p:spPr>
            <a:xfrm>
              <a:off x="176343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41"/>
            <p:cNvSpPr/>
            <p:nvPr/>
          </p:nvSpPr>
          <p:spPr>
            <a:xfrm>
              <a:off x="160871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1"/>
            <p:cNvSpPr/>
            <p:nvPr/>
          </p:nvSpPr>
          <p:spPr>
            <a:xfrm>
              <a:off x="1918157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1763436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206256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1"/>
            <p:cNvSpPr/>
            <p:nvPr/>
          </p:nvSpPr>
          <p:spPr>
            <a:xfrm>
              <a:off x="1907840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1"/>
            <p:cNvSpPr/>
            <p:nvPr/>
          </p:nvSpPr>
          <p:spPr>
            <a:xfrm>
              <a:off x="221728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1"/>
            <p:cNvSpPr/>
            <p:nvPr/>
          </p:nvSpPr>
          <p:spPr>
            <a:xfrm>
              <a:off x="2062564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3" name="Google Shape;953;p41"/>
          <p:cNvGrpSpPr/>
          <p:nvPr/>
        </p:nvGrpSpPr>
        <p:grpSpPr>
          <a:xfrm>
            <a:off x="2471603" y="-3708189"/>
            <a:ext cx="4601823" cy="4595015"/>
            <a:chOff x="2471603" y="-3860589"/>
            <a:chExt cx="4601823" cy="4595015"/>
          </a:xfrm>
        </p:grpSpPr>
        <p:sp>
          <p:nvSpPr>
            <p:cNvPr id="954" name="Google Shape;954;p41"/>
            <p:cNvSpPr/>
            <p:nvPr/>
          </p:nvSpPr>
          <p:spPr>
            <a:xfrm rot="10800000">
              <a:off x="2471603" y="-3860589"/>
              <a:ext cx="4601823" cy="4595015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5" name="Google Shape;955;p41"/>
            <p:cNvGrpSpPr/>
            <p:nvPr/>
          </p:nvGrpSpPr>
          <p:grpSpPr>
            <a:xfrm>
              <a:off x="2926393" y="379541"/>
              <a:ext cx="945222" cy="319917"/>
              <a:chOff x="1608712" y="575096"/>
              <a:chExt cx="670466" cy="226924"/>
            </a:xfrm>
          </p:grpSpPr>
          <p:sp>
            <p:nvSpPr>
              <p:cNvPr id="956" name="Google Shape;956;p41"/>
              <p:cNvSpPr/>
              <p:nvPr/>
            </p:nvSpPr>
            <p:spPr>
              <a:xfrm>
                <a:off x="1763432" y="575096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609" y="41608"/>
                    </a:moveTo>
                    <a:cubicBezTo>
                      <a:pt x="83609" y="64398"/>
                      <a:pt x="65136" y="82871"/>
                      <a:pt x="42353" y="82871"/>
                    </a:cubicBezTo>
                    <a:cubicBezTo>
                      <a:pt x="19556" y="82871"/>
                      <a:pt x="1090" y="64398"/>
                      <a:pt x="1090" y="41608"/>
                    </a:cubicBezTo>
                    <a:cubicBezTo>
                      <a:pt x="1090" y="18824"/>
                      <a:pt x="19556" y="352"/>
                      <a:pt x="42353" y="352"/>
                    </a:cubicBezTo>
                    <a:cubicBezTo>
                      <a:pt x="65136" y="352"/>
                      <a:pt x="83609" y="18824"/>
                      <a:pt x="83609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7" name="Google Shape;957;p41"/>
              <p:cNvSpPr/>
              <p:nvPr/>
            </p:nvSpPr>
            <p:spPr>
              <a:xfrm>
                <a:off x="1608712" y="740131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609" y="41724"/>
                    </a:moveTo>
                    <a:cubicBezTo>
                      <a:pt x="83609" y="64514"/>
                      <a:pt x="65136" y="82980"/>
                      <a:pt x="42353" y="82980"/>
                    </a:cubicBezTo>
                    <a:cubicBezTo>
                      <a:pt x="19556" y="82980"/>
                      <a:pt x="1090" y="64514"/>
                      <a:pt x="1090" y="41724"/>
                    </a:cubicBezTo>
                    <a:cubicBezTo>
                      <a:pt x="1090" y="18934"/>
                      <a:pt x="19556" y="462"/>
                      <a:pt x="42353" y="462"/>
                    </a:cubicBezTo>
                    <a:cubicBezTo>
                      <a:pt x="65136" y="462"/>
                      <a:pt x="83609" y="18934"/>
                      <a:pt x="83609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41"/>
              <p:cNvSpPr/>
              <p:nvPr/>
            </p:nvSpPr>
            <p:spPr>
              <a:xfrm>
                <a:off x="1918157" y="575096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41"/>
              <p:cNvSpPr/>
              <p:nvPr/>
            </p:nvSpPr>
            <p:spPr>
              <a:xfrm>
                <a:off x="1763436" y="740131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724"/>
                    </a:moveTo>
                    <a:cubicBezTo>
                      <a:pt x="83711" y="64514"/>
                      <a:pt x="65233" y="82980"/>
                      <a:pt x="42449" y="82980"/>
                    </a:cubicBezTo>
                    <a:cubicBezTo>
                      <a:pt x="19665" y="82980"/>
                      <a:pt x="1193" y="64514"/>
                      <a:pt x="1193" y="41724"/>
                    </a:cubicBezTo>
                    <a:cubicBezTo>
                      <a:pt x="1193" y="18934"/>
                      <a:pt x="19665" y="462"/>
                      <a:pt x="42449" y="462"/>
                    </a:cubicBezTo>
                    <a:cubicBezTo>
                      <a:pt x="65233" y="462"/>
                      <a:pt x="83711" y="18934"/>
                      <a:pt x="83711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41"/>
              <p:cNvSpPr/>
              <p:nvPr/>
            </p:nvSpPr>
            <p:spPr>
              <a:xfrm>
                <a:off x="2062560" y="575096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807" y="41608"/>
                    </a:moveTo>
                    <a:cubicBezTo>
                      <a:pt x="83807" y="64398"/>
                      <a:pt x="65342" y="82871"/>
                      <a:pt x="42551" y="82871"/>
                    </a:cubicBezTo>
                    <a:cubicBezTo>
                      <a:pt x="19761" y="82871"/>
                      <a:pt x="1289" y="64398"/>
                      <a:pt x="1289" y="41608"/>
                    </a:cubicBezTo>
                    <a:cubicBezTo>
                      <a:pt x="1289" y="18824"/>
                      <a:pt x="19761" y="352"/>
                      <a:pt x="42551" y="352"/>
                    </a:cubicBezTo>
                    <a:cubicBezTo>
                      <a:pt x="65342" y="352"/>
                      <a:pt x="83807" y="18824"/>
                      <a:pt x="8380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1907840" y="740131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807" y="41724"/>
                    </a:moveTo>
                    <a:cubicBezTo>
                      <a:pt x="83807" y="64514"/>
                      <a:pt x="65342" y="82980"/>
                      <a:pt x="42551" y="82980"/>
                    </a:cubicBezTo>
                    <a:cubicBezTo>
                      <a:pt x="19761" y="82980"/>
                      <a:pt x="1289" y="64514"/>
                      <a:pt x="1289" y="41724"/>
                    </a:cubicBezTo>
                    <a:cubicBezTo>
                      <a:pt x="1289" y="18934"/>
                      <a:pt x="19761" y="462"/>
                      <a:pt x="42551" y="462"/>
                    </a:cubicBezTo>
                    <a:cubicBezTo>
                      <a:pt x="65342" y="462"/>
                      <a:pt x="83807" y="18934"/>
                      <a:pt x="8380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2217284" y="575096"/>
                <a:ext cx="61893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24" h="82518" extrusionOk="0">
                    <a:moveTo>
                      <a:pt x="83917" y="41608"/>
                    </a:moveTo>
                    <a:cubicBezTo>
                      <a:pt x="83917" y="64398"/>
                      <a:pt x="65438" y="82871"/>
                      <a:pt x="42654" y="82871"/>
                    </a:cubicBezTo>
                    <a:cubicBezTo>
                      <a:pt x="19870" y="82871"/>
                      <a:pt x="1392" y="64398"/>
                      <a:pt x="1392" y="41608"/>
                    </a:cubicBezTo>
                    <a:cubicBezTo>
                      <a:pt x="1392" y="18824"/>
                      <a:pt x="19870" y="352"/>
                      <a:pt x="42654" y="352"/>
                    </a:cubicBezTo>
                    <a:cubicBezTo>
                      <a:pt x="65438" y="352"/>
                      <a:pt x="83917" y="18824"/>
                      <a:pt x="8391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2062564" y="740131"/>
                <a:ext cx="61893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24" h="82518" extrusionOk="0">
                    <a:moveTo>
                      <a:pt x="83917" y="41724"/>
                    </a:moveTo>
                    <a:cubicBezTo>
                      <a:pt x="83917" y="64514"/>
                      <a:pt x="65438" y="82980"/>
                      <a:pt x="42654" y="82980"/>
                    </a:cubicBezTo>
                    <a:cubicBezTo>
                      <a:pt x="19870" y="82980"/>
                      <a:pt x="1392" y="64514"/>
                      <a:pt x="1392" y="41724"/>
                    </a:cubicBezTo>
                    <a:cubicBezTo>
                      <a:pt x="1392" y="18934"/>
                      <a:pt x="19870" y="462"/>
                      <a:pt x="42654" y="462"/>
                    </a:cubicBezTo>
                    <a:cubicBezTo>
                      <a:pt x="65438" y="462"/>
                      <a:pt x="83917" y="18934"/>
                      <a:pt x="8391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64" name="Google Shape;964;p41"/>
          <p:cNvGrpSpPr/>
          <p:nvPr/>
        </p:nvGrpSpPr>
        <p:grpSpPr>
          <a:xfrm>
            <a:off x="66625" y="58668"/>
            <a:ext cx="1701881" cy="1587510"/>
            <a:chOff x="-83125" y="-7"/>
            <a:chExt cx="1701881" cy="1587510"/>
          </a:xfrm>
        </p:grpSpPr>
        <p:sp>
          <p:nvSpPr>
            <p:cNvPr id="965" name="Google Shape;965;p41"/>
            <p:cNvSpPr/>
            <p:nvPr/>
          </p:nvSpPr>
          <p:spPr>
            <a:xfrm rot="10800000" flipH="1">
              <a:off x="-83125" y="1078311"/>
              <a:ext cx="509192" cy="509192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1"/>
            <p:cNvSpPr/>
            <p:nvPr/>
          </p:nvSpPr>
          <p:spPr>
            <a:xfrm rot="10800000" flipH="1">
              <a:off x="426075" y="404419"/>
              <a:ext cx="358056" cy="35805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1"/>
            <p:cNvSpPr/>
            <p:nvPr/>
          </p:nvSpPr>
          <p:spPr>
            <a:xfrm rot="10800000" flipH="1">
              <a:off x="1260700" y="-6"/>
              <a:ext cx="358056" cy="35805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41"/>
            <p:cNvSpPr/>
            <p:nvPr/>
          </p:nvSpPr>
          <p:spPr>
            <a:xfrm rot="10800000" flipH="1">
              <a:off x="1" y="-7"/>
              <a:ext cx="190055" cy="190055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9" name="Google Shape;969;p41"/>
          <p:cNvSpPr/>
          <p:nvPr/>
        </p:nvSpPr>
        <p:spPr>
          <a:xfrm rot="10800000" flipH="1">
            <a:off x="8398874" y="1141525"/>
            <a:ext cx="504652" cy="504652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1"/>
          <p:cNvSpPr/>
          <p:nvPr/>
        </p:nvSpPr>
        <p:spPr>
          <a:xfrm rot="10800000" flipH="1">
            <a:off x="8070150" y="699439"/>
            <a:ext cx="199136" cy="199136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1"/>
          <p:cNvSpPr/>
          <p:nvPr/>
        </p:nvSpPr>
        <p:spPr>
          <a:xfrm rot="10800000" flipH="1">
            <a:off x="8597097" y="220118"/>
            <a:ext cx="319786" cy="319786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edical Collaboration Research by Slidesgo">
  <a:themeElements>
    <a:clrScheme name="Simple Light">
      <a:dk1>
        <a:srgbClr val="041834"/>
      </a:dk1>
      <a:lt1>
        <a:srgbClr val="E3F4FA"/>
      </a:lt1>
      <a:dk2>
        <a:srgbClr val="00648F"/>
      </a:dk2>
      <a:lt2>
        <a:srgbClr val="B6E3F1"/>
      </a:lt2>
      <a:accent1>
        <a:srgbClr val="6BC1D1"/>
      </a:accent1>
      <a:accent2>
        <a:srgbClr val="0596A2"/>
      </a:accent2>
      <a:accent3>
        <a:srgbClr val="F69380"/>
      </a:accent3>
      <a:accent4>
        <a:srgbClr val="E2583E"/>
      </a:accent4>
      <a:accent5>
        <a:srgbClr val="D6B6C8"/>
      </a:accent5>
      <a:accent6>
        <a:srgbClr val="FCFBF7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AB79F40DDE73438D5BCFF294CB777F" ma:contentTypeVersion="13" ma:contentTypeDescription="Create a new document." ma:contentTypeScope="" ma:versionID="00fac6b693511e465b25decd9faa7381">
  <xsd:schema xmlns:xsd="http://www.w3.org/2001/XMLSchema" xmlns:xs="http://www.w3.org/2001/XMLSchema" xmlns:p="http://schemas.microsoft.com/office/2006/metadata/properties" xmlns:ns2="1e21c5fc-38fc-4ef3-967c-52920d864eb4" xmlns:ns3="db97ba85-579e-411b-948c-311c2e42328f" targetNamespace="http://schemas.microsoft.com/office/2006/metadata/properties" ma:root="true" ma:fieldsID="cb7303a5f03f3a9dc737e984e37151cb" ns2:_="" ns3:_="">
    <xsd:import namespace="1e21c5fc-38fc-4ef3-967c-52920d864eb4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21c5fc-38fc-4ef3-967c-52920d864eb4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3897e45-edb0-49a5-8c41-6d64bbcfbbe3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21c5fc-38fc-4ef3-967c-52920d864eb4">
      <Terms xmlns="http://schemas.microsoft.com/office/infopath/2007/PartnerControls"/>
    </lcf76f155ced4ddcb4097134ff3c332f>
    <TaxCatchAll xmlns="db97ba85-579e-411b-948c-311c2e42328f" xsi:nil="true"/>
    <ReferenceId xmlns="1e21c5fc-38fc-4ef3-967c-52920d864eb4" xsi:nil="true"/>
  </documentManagement>
</p:properties>
</file>

<file path=customXml/itemProps1.xml><?xml version="1.0" encoding="utf-8"?>
<ds:datastoreItem xmlns:ds="http://schemas.openxmlformats.org/officeDocument/2006/customXml" ds:itemID="{5D02EE76-532E-4F37-8571-83E20F8676C4}"/>
</file>

<file path=customXml/itemProps2.xml><?xml version="1.0" encoding="utf-8"?>
<ds:datastoreItem xmlns:ds="http://schemas.openxmlformats.org/officeDocument/2006/customXml" ds:itemID="{65C5B85E-C3C2-496F-B813-52589733C211}"/>
</file>

<file path=customXml/itemProps3.xml><?xml version="1.0" encoding="utf-8"?>
<ds:datastoreItem xmlns:ds="http://schemas.openxmlformats.org/officeDocument/2006/customXml" ds:itemID="{D100F27A-6A54-47F5-950E-2296D90A8893}"/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518</Words>
  <Application>Microsoft Office PowerPoint</Application>
  <PresentationFormat>On-screen Show (16:9)</PresentationFormat>
  <Paragraphs>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Open Sans</vt:lpstr>
      <vt:lpstr>Times New Roman</vt:lpstr>
      <vt:lpstr>Raleway Black</vt:lpstr>
      <vt:lpstr>Raleway</vt:lpstr>
      <vt:lpstr>Calibri</vt:lpstr>
      <vt:lpstr>Arial</vt:lpstr>
      <vt:lpstr>Anaheim</vt:lpstr>
      <vt:lpstr>Medical Collaboration Research by Slidesgo</vt:lpstr>
      <vt:lpstr>Digital Tirage App</vt:lpstr>
      <vt:lpstr>Statistics</vt:lpstr>
      <vt:lpstr>Key Challenges for Emergency Physicians in Romania</vt:lpstr>
      <vt:lpstr>Reimagining Emergency Triage</vt:lpstr>
      <vt:lpstr>Strategic Market Opportunity</vt:lpstr>
      <vt:lpstr>Industry Analysis &amp; Competitive Edge</vt:lpstr>
      <vt:lpstr>Value Proposition: Precision &amp; Peace of Mind</vt:lpstr>
      <vt:lpstr>Sustainable Business Model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Victor Boar</cp:lastModifiedBy>
  <cp:revision>15</cp:revision>
  <dcterms:modified xsi:type="dcterms:W3CDTF">2026-01-10T08:26:00Z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0x0101008BAB79F40DDE73438D5BCFF294CB777F</vt:lpwstr>
  </property>
</Properties>
</file>