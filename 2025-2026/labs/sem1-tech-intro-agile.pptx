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1"/>
  </p:notesMasterIdLst>
  <p:sldIdLst>
    <p:sldId id="256" r:id="rId5"/>
    <p:sldId id="275" r:id="rId6"/>
    <p:sldId id="289" r:id="rId7"/>
    <p:sldId id="277" r:id="rId8"/>
    <p:sldId id="284" r:id="rId9"/>
    <p:sldId id="285" r:id="rId10"/>
    <p:sldId id="287" r:id="rId11"/>
    <p:sldId id="286" r:id="rId12"/>
    <p:sldId id="288" r:id="rId13"/>
    <p:sldId id="290" r:id="rId14"/>
    <p:sldId id="278" r:id="rId15"/>
    <p:sldId id="258" r:id="rId16"/>
    <p:sldId id="259" r:id="rId17"/>
    <p:sldId id="260" r:id="rId18"/>
    <p:sldId id="266" r:id="rId19"/>
    <p:sldId id="262" r:id="rId20"/>
    <p:sldId id="279" r:id="rId21"/>
    <p:sldId id="269" r:id="rId22"/>
    <p:sldId id="291" r:id="rId23"/>
    <p:sldId id="292" r:id="rId24"/>
    <p:sldId id="293" r:id="rId25"/>
    <p:sldId id="294" r:id="rId26"/>
    <p:sldId id="280" r:id="rId27"/>
    <p:sldId id="281" r:id="rId28"/>
    <p:sldId id="271" r:id="rId29"/>
    <p:sldId id="25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B315BA-8449-B581-B894-0B9E7A41FD1F}" v="3" dt="2025-10-06T13:53:26.3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dor-Alexandru Ileni" userId="S::tudor.ileni@ubbcluj.ro::d7b28f6b-7e8e-48e3-b06b-cc0a244d3028" providerId="AD" clId="Web-{3D0ED6D8-1F2A-F7D2-2BCC-2AD2A15F43A0}"/>
    <pc:docChg chg="modSld">
      <pc:chgData name="Tudor-Alexandru Ileni" userId="S::tudor.ileni@ubbcluj.ro::d7b28f6b-7e8e-48e3-b06b-cc0a244d3028" providerId="AD" clId="Web-{3D0ED6D8-1F2A-F7D2-2BCC-2AD2A15F43A0}" dt="2025-10-02T06:05:47.544" v="13" actId="20577"/>
      <pc:docMkLst>
        <pc:docMk/>
      </pc:docMkLst>
      <pc:sldChg chg="modSp addAnim delAnim modAnim">
        <pc:chgData name="Tudor-Alexandru Ileni" userId="S::tudor.ileni@ubbcluj.ro::d7b28f6b-7e8e-48e3-b06b-cc0a244d3028" providerId="AD" clId="Web-{3D0ED6D8-1F2A-F7D2-2BCC-2AD2A15F43A0}" dt="2025-10-02T06:05:47.544" v="13" actId="20577"/>
        <pc:sldMkLst>
          <pc:docMk/>
          <pc:sldMk cId="3290101256" sldId="279"/>
        </pc:sldMkLst>
        <pc:spChg chg="mod">
          <ac:chgData name="Tudor-Alexandru Ileni" userId="S::tudor.ileni@ubbcluj.ro::d7b28f6b-7e8e-48e3-b06b-cc0a244d3028" providerId="AD" clId="Web-{3D0ED6D8-1F2A-F7D2-2BCC-2AD2A15F43A0}" dt="2025-10-02T06:05:47.544" v="13" actId="20577"/>
          <ac:spMkLst>
            <pc:docMk/>
            <pc:sldMk cId="3290101256" sldId="279"/>
            <ac:spMk id="3" creationId="{3FB57B89-BE3D-AE7D-F200-C6DBA6464603}"/>
          </ac:spMkLst>
        </pc:spChg>
      </pc:sldChg>
    </pc:docChg>
  </pc:docChgLst>
  <pc:docChgLst>
    <pc:chgData name="Tudor-Alexandru Ileni" userId="S::tudor.ileni@ubbcluj.ro::d7b28f6b-7e8e-48e3-b06b-cc0a244d3028" providerId="AD" clId="Web-{5C7D9E74-4744-DB4A-ED4E-51036355A116}"/>
    <pc:docChg chg="modSld">
      <pc:chgData name="Tudor-Alexandru Ileni" userId="S::tudor.ileni@ubbcluj.ro::d7b28f6b-7e8e-48e3-b06b-cc0a244d3028" providerId="AD" clId="Web-{5C7D9E74-4744-DB4A-ED4E-51036355A116}" dt="2025-09-17T19:04:40.221" v="20" actId="20577"/>
      <pc:docMkLst>
        <pc:docMk/>
      </pc:docMkLst>
      <pc:sldChg chg="modSp addAnim modAnim">
        <pc:chgData name="Tudor-Alexandru Ileni" userId="S::tudor.ileni@ubbcluj.ro::d7b28f6b-7e8e-48e3-b06b-cc0a244d3028" providerId="AD" clId="Web-{5C7D9E74-4744-DB4A-ED4E-51036355A116}" dt="2025-09-17T18:58:09.035" v="3" actId="20577"/>
        <pc:sldMkLst>
          <pc:docMk/>
          <pc:sldMk cId="3442412342" sldId="292"/>
        </pc:sldMkLst>
        <pc:spChg chg="mod">
          <ac:chgData name="Tudor-Alexandru Ileni" userId="S::tudor.ileni@ubbcluj.ro::d7b28f6b-7e8e-48e3-b06b-cc0a244d3028" providerId="AD" clId="Web-{5C7D9E74-4744-DB4A-ED4E-51036355A116}" dt="2025-09-17T18:58:09.035" v="3" actId="20577"/>
          <ac:spMkLst>
            <pc:docMk/>
            <pc:sldMk cId="3442412342" sldId="292"/>
            <ac:spMk id="5" creationId="{AE5040AB-48E6-A8EB-4D90-6713E27B175D}"/>
          </ac:spMkLst>
        </pc:spChg>
      </pc:sldChg>
      <pc:sldChg chg="modSp addAnim">
        <pc:chgData name="Tudor-Alexandru Ileni" userId="S::tudor.ileni@ubbcluj.ro::d7b28f6b-7e8e-48e3-b06b-cc0a244d3028" providerId="AD" clId="Web-{5C7D9E74-4744-DB4A-ED4E-51036355A116}" dt="2025-09-17T19:04:40.221" v="20" actId="20577"/>
        <pc:sldMkLst>
          <pc:docMk/>
          <pc:sldMk cId="2776860599" sldId="293"/>
        </pc:sldMkLst>
        <pc:spChg chg="mod">
          <ac:chgData name="Tudor-Alexandru Ileni" userId="S::tudor.ileni@ubbcluj.ro::d7b28f6b-7e8e-48e3-b06b-cc0a244d3028" providerId="AD" clId="Web-{5C7D9E74-4744-DB4A-ED4E-51036355A116}" dt="2025-09-17T19:04:40.221" v="20" actId="20577"/>
          <ac:spMkLst>
            <pc:docMk/>
            <pc:sldMk cId="2776860599" sldId="293"/>
            <ac:spMk id="3" creationId="{29441893-A5F2-07D8-F47A-95902D2FAC85}"/>
          </ac:spMkLst>
        </pc:spChg>
      </pc:sldChg>
    </pc:docChg>
  </pc:docChgLst>
  <pc:docChgLst>
    <pc:chgData name="Tudor-Alexandru Ileni" userId="S::tudor.ileni@ubbcluj.ro::d7b28f6b-7e8e-48e3-b06b-cc0a244d3028" providerId="AD" clId="Web-{7E76CFE3-7137-5335-B311-84C337E237BF}"/>
    <pc:docChg chg="addSld delSld modSld sldOrd">
      <pc:chgData name="Tudor-Alexandru Ileni" userId="S::tudor.ileni@ubbcluj.ro::d7b28f6b-7e8e-48e3-b06b-cc0a244d3028" providerId="AD" clId="Web-{7E76CFE3-7137-5335-B311-84C337E237BF}" dt="2025-09-16T20:12:29.488" v="151" actId="20577"/>
      <pc:docMkLst>
        <pc:docMk/>
      </pc:docMkLst>
      <pc:sldChg chg="modSp">
        <pc:chgData name="Tudor-Alexandru Ileni" userId="S::tudor.ileni@ubbcluj.ro::d7b28f6b-7e8e-48e3-b06b-cc0a244d3028" providerId="AD" clId="Web-{7E76CFE3-7137-5335-B311-84C337E237BF}" dt="2025-09-16T19:53:57.938" v="45" actId="14100"/>
        <pc:sldMkLst>
          <pc:docMk/>
          <pc:sldMk cId="908880249" sldId="257"/>
        </pc:sldMkLst>
        <pc:spChg chg="mod">
          <ac:chgData name="Tudor-Alexandru Ileni" userId="S::tudor.ileni@ubbcluj.ro::d7b28f6b-7e8e-48e3-b06b-cc0a244d3028" providerId="AD" clId="Web-{7E76CFE3-7137-5335-B311-84C337E237BF}" dt="2025-09-16T19:53:57.938" v="45" actId="14100"/>
          <ac:spMkLst>
            <pc:docMk/>
            <pc:sldMk cId="908880249" sldId="257"/>
            <ac:spMk id="3" creationId="{C570EE8A-F0E1-A7DB-DB0B-9FA08A76DB87}"/>
          </ac:spMkLst>
        </pc:spChg>
        <pc:picChg chg="mod">
          <ac:chgData name="Tudor-Alexandru Ileni" userId="S::tudor.ileni@ubbcluj.ro::d7b28f6b-7e8e-48e3-b06b-cc0a244d3028" providerId="AD" clId="Web-{7E76CFE3-7137-5335-B311-84C337E237BF}" dt="2025-09-16T19:53:55.922" v="44" actId="14100"/>
          <ac:picMkLst>
            <pc:docMk/>
            <pc:sldMk cId="908880249" sldId="257"/>
            <ac:picMk id="5" creationId="{A3AA2E33-6D48-8D30-7200-4821D7AD78C9}"/>
          </ac:picMkLst>
        </pc:picChg>
      </pc:sldChg>
      <pc:sldChg chg="modSp">
        <pc:chgData name="Tudor-Alexandru Ileni" userId="S::tudor.ileni@ubbcluj.ro::d7b28f6b-7e8e-48e3-b06b-cc0a244d3028" providerId="AD" clId="Web-{7E76CFE3-7137-5335-B311-84C337E237BF}" dt="2025-09-16T19:47:29.709" v="11" actId="14100"/>
        <pc:sldMkLst>
          <pc:docMk/>
          <pc:sldMk cId="3992556289" sldId="266"/>
        </pc:sldMkLst>
        <pc:picChg chg="mod">
          <ac:chgData name="Tudor-Alexandru Ileni" userId="S::tudor.ileni@ubbcluj.ro::d7b28f6b-7e8e-48e3-b06b-cc0a244d3028" providerId="AD" clId="Web-{7E76CFE3-7137-5335-B311-84C337E237BF}" dt="2025-09-16T19:47:29.709" v="11" actId="14100"/>
          <ac:picMkLst>
            <pc:docMk/>
            <pc:sldMk cId="3992556289" sldId="266"/>
            <ac:picMk id="3" creationId="{E3621379-8A9C-899A-98E7-24271B6B12B3}"/>
          </ac:picMkLst>
        </pc:picChg>
      </pc:sldChg>
      <pc:sldChg chg="modSp">
        <pc:chgData name="Tudor-Alexandru Ileni" userId="S::tudor.ileni@ubbcluj.ro::d7b28f6b-7e8e-48e3-b06b-cc0a244d3028" providerId="AD" clId="Web-{7E76CFE3-7137-5335-B311-84C337E237BF}" dt="2025-09-16T20:12:29.488" v="151" actId="20577"/>
        <pc:sldMkLst>
          <pc:docMk/>
          <pc:sldMk cId="3493944763" sldId="280"/>
        </pc:sldMkLst>
        <pc:spChg chg="mod">
          <ac:chgData name="Tudor-Alexandru Ileni" userId="S::tudor.ileni@ubbcluj.ro::d7b28f6b-7e8e-48e3-b06b-cc0a244d3028" providerId="AD" clId="Web-{7E76CFE3-7137-5335-B311-84C337E237BF}" dt="2025-09-16T20:12:29.488" v="151" actId="20577"/>
          <ac:spMkLst>
            <pc:docMk/>
            <pc:sldMk cId="3493944763" sldId="280"/>
            <ac:spMk id="7" creationId="{B5AA6477-7CA5-C007-5F3B-859A08401B07}"/>
          </ac:spMkLst>
        </pc:spChg>
      </pc:sldChg>
      <pc:sldChg chg="modSp addAnim">
        <pc:chgData name="Tudor-Alexandru Ileni" userId="S::tudor.ileni@ubbcluj.ro::d7b28f6b-7e8e-48e3-b06b-cc0a244d3028" providerId="AD" clId="Web-{7E76CFE3-7137-5335-B311-84C337E237BF}" dt="2025-09-16T20:08:22.606" v="148"/>
        <pc:sldMkLst>
          <pc:docMk/>
          <pc:sldMk cId="3620944128" sldId="281"/>
        </pc:sldMkLst>
        <pc:spChg chg="mod">
          <ac:chgData name="Tudor-Alexandru Ileni" userId="S::tudor.ileni@ubbcluj.ro::d7b28f6b-7e8e-48e3-b06b-cc0a244d3028" providerId="AD" clId="Web-{7E76CFE3-7137-5335-B311-84C337E237BF}" dt="2025-09-16T20:08:22.513" v="147" actId="20577"/>
          <ac:spMkLst>
            <pc:docMk/>
            <pc:sldMk cId="3620944128" sldId="281"/>
            <ac:spMk id="21" creationId="{F3CB6542-B12C-8BB9-678B-96FA02AC3EA9}"/>
          </ac:spMkLst>
        </pc:spChg>
      </pc:sldChg>
      <pc:sldChg chg="addSp modSp mod setBg">
        <pc:chgData name="Tudor-Alexandru Ileni" userId="S::tudor.ileni@ubbcluj.ro::d7b28f6b-7e8e-48e3-b06b-cc0a244d3028" providerId="AD" clId="Web-{7E76CFE3-7137-5335-B311-84C337E237BF}" dt="2025-09-16T19:45:24.982" v="0"/>
        <pc:sldMkLst>
          <pc:docMk/>
          <pc:sldMk cId="808784955" sldId="289"/>
        </pc:sldMkLst>
        <pc:spChg chg="mod">
          <ac:chgData name="Tudor-Alexandru Ileni" userId="S::tudor.ileni@ubbcluj.ro::d7b28f6b-7e8e-48e3-b06b-cc0a244d3028" providerId="AD" clId="Web-{7E76CFE3-7137-5335-B311-84C337E237BF}" dt="2025-09-16T19:45:24.982" v="0"/>
          <ac:spMkLst>
            <pc:docMk/>
            <pc:sldMk cId="808784955" sldId="289"/>
            <ac:spMk id="2" creationId="{00000000-0000-0000-0000-000000000000}"/>
          </ac:spMkLst>
        </pc:spChg>
        <pc:spChg chg="mod">
          <ac:chgData name="Tudor-Alexandru Ileni" userId="S::tudor.ileni@ubbcluj.ro::d7b28f6b-7e8e-48e3-b06b-cc0a244d3028" providerId="AD" clId="Web-{7E76CFE3-7137-5335-B311-84C337E237BF}" dt="2025-09-16T19:45:24.982" v="0"/>
          <ac:spMkLst>
            <pc:docMk/>
            <pc:sldMk cId="808784955" sldId="289"/>
            <ac:spMk id="3" creationId="{00000000-0000-0000-0000-000000000000}"/>
          </ac:spMkLst>
        </pc:spChg>
        <pc:spChg chg="add">
          <ac:chgData name="Tudor-Alexandru Ileni" userId="S::tudor.ileni@ubbcluj.ro::d7b28f6b-7e8e-48e3-b06b-cc0a244d3028" providerId="AD" clId="Web-{7E76CFE3-7137-5335-B311-84C337E237BF}" dt="2025-09-16T19:45:24.982" v="0"/>
          <ac:spMkLst>
            <pc:docMk/>
            <pc:sldMk cId="808784955" sldId="289"/>
            <ac:spMk id="8" creationId="{907EF6B7-1338-4443-8C46-6A318D952DFD}"/>
          </ac:spMkLst>
        </pc:spChg>
        <pc:spChg chg="add">
          <ac:chgData name="Tudor-Alexandru Ileni" userId="S::tudor.ileni@ubbcluj.ro::d7b28f6b-7e8e-48e3-b06b-cc0a244d3028" providerId="AD" clId="Web-{7E76CFE3-7137-5335-B311-84C337E237BF}" dt="2025-09-16T19:45:24.982" v="0"/>
          <ac:spMkLst>
            <pc:docMk/>
            <pc:sldMk cId="808784955" sldId="289"/>
            <ac:spMk id="10" creationId="{DAAE4CDD-124C-4DCF-9584-B6033B545DD5}"/>
          </ac:spMkLst>
        </pc:spChg>
        <pc:spChg chg="add">
          <ac:chgData name="Tudor-Alexandru Ileni" userId="S::tudor.ileni@ubbcluj.ro::d7b28f6b-7e8e-48e3-b06b-cc0a244d3028" providerId="AD" clId="Web-{7E76CFE3-7137-5335-B311-84C337E237BF}" dt="2025-09-16T19:45:24.982" v="0"/>
          <ac:spMkLst>
            <pc:docMk/>
            <pc:sldMk cId="808784955" sldId="289"/>
            <ac:spMk id="12" creationId="{081E4A58-353D-44AE-B2FC-2A74E2E400F7}"/>
          </ac:spMkLst>
        </pc:spChg>
      </pc:sldChg>
      <pc:sldChg chg="addSp delSp modSp new mod setBg">
        <pc:chgData name="Tudor-Alexandru Ileni" userId="S::tudor.ileni@ubbcluj.ro::d7b28f6b-7e8e-48e3-b06b-cc0a244d3028" providerId="AD" clId="Web-{7E76CFE3-7137-5335-B311-84C337E237BF}" dt="2025-09-16T19:46:48.470" v="7"/>
        <pc:sldMkLst>
          <pc:docMk/>
          <pc:sldMk cId="1347165940" sldId="290"/>
        </pc:sldMkLst>
        <pc:spChg chg="mod">
          <ac:chgData name="Tudor-Alexandru Ileni" userId="S::tudor.ileni@ubbcluj.ro::d7b28f6b-7e8e-48e3-b06b-cc0a244d3028" providerId="AD" clId="Web-{7E76CFE3-7137-5335-B311-84C337E237BF}" dt="2025-09-16T19:46:48.470" v="7"/>
          <ac:spMkLst>
            <pc:docMk/>
            <pc:sldMk cId="1347165940" sldId="290"/>
            <ac:spMk id="2" creationId="{1C69624F-7E94-C2D2-E712-4D2F95429C06}"/>
          </ac:spMkLst>
        </pc:spChg>
        <pc:spChg chg="add">
          <ac:chgData name="Tudor-Alexandru Ileni" userId="S::tudor.ileni@ubbcluj.ro::d7b28f6b-7e8e-48e3-b06b-cc0a244d3028" providerId="AD" clId="Web-{7E76CFE3-7137-5335-B311-84C337E237BF}" dt="2025-09-16T19:46:48.470" v="7"/>
          <ac:spMkLst>
            <pc:docMk/>
            <pc:sldMk cId="1347165940" sldId="290"/>
            <ac:spMk id="9" creationId="{2E442304-DDBD-4F7B-8017-36BCC863FB40}"/>
          </ac:spMkLst>
        </pc:spChg>
        <pc:spChg chg="add">
          <ac:chgData name="Tudor-Alexandru Ileni" userId="S::tudor.ileni@ubbcluj.ro::d7b28f6b-7e8e-48e3-b06b-cc0a244d3028" providerId="AD" clId="Web-{7E76CFE3-7137-5335-B311-84C337E237BF}" dt="2025-09-16T19:46:48.470" v="7"/>
          <ac:spMkLst>
            <pc:docMk/>
            <pc:sldMk cId="1347165940" sldId="290"/>
            <ac:spMk id="11" creationId="{5E107275-3853-46FD-A241-DE4355A42675}"/>
          </ac:spMkLst>
        </pc:spChg>
        <pc:graphicFrameChg chg="add">
          <ac:chgData name="Tudor-Alexandru Ileni" userId="S::tudor.ileni@ubbcluj.ro::d7b28f6b-7e8e-48e3-b06b-cc0a244d3028" providerId="AD" clId="Web-{7E76CFE3-7137-5335-B311-84C337E237BF}" dt="2025-09-16T19:46:48.470" v="7"/>
          <ac:graphicFrameMkLst>
            <pc:docMk/>
            <pc:sldMk cId="1347165940" sldId="290"/>
            <ac:graphicFrameMk id="5" creationId="{BE41370B-74D4-8BD7-2879-95FB1BEBD013}"/>
          </ac:graphicFrameMkLst>
        </pc:graphicFrameChg>
      </pc:sldChg>
      <pc:sldChg chg="addSp modSp new mod ord setBg">
        <pc:chgData name="Tudor-Alexandru Ileni" userId="S::tudor.ileni@ubbcluj.ro::d7b28f6b-7e8e-48e3-b06b-cc0a244d3028" providerId="AD" clId="Web-{7E76CFE3-7137-5335-B311-84C337E237BF}" dt="2025-09-16T19:51:35.202" v="21"/>
        <pc:sldMkLst>
          <pc:docMk/>
          <pc:sldMk cId="3137851472" sldId="291"/>
        </pc:sldMkLst>
        <pc:spChg chg="mod">
          <ac:chgData name="Tudor-Alexandru Ileni" userId="S::tudor.ileni@ubbcluj.ro::d7b28f6b-7e8e-48e3-b06b-cc0a244d3028" providerId="AD" clId="Web-{7E76CFE3-7137-5335-B311-84C337E237BF}" dt="2025-09-16T19:49:07.683" v="18"/>
          <ac:spMkLst>
            <pc:docMk/>
            <pc:sldMk cId="3137851472" sldId="291"/>
            <ac:spMk id="2" creationId="{E396B6FF-9A63-1A49-7489-17CF75EC6F68}"/>
          </ac:spMkLst>
        </pc:spChg>
        <pc:spChg chg="mod">
          <ac:chgData name="Tudor-Alexandru Ileni" userId="S::tudor.ileni@ubbcluj.ro::d7b28f6b-7e8e-48e3-b06b-cc0a244d3028" providerId="AD" clId="Web-{7E76CFE3-7137-5335-B311-84C337E237BF}" dt="2025-09-16T19:49:07.683" v="18"/>
          <ac:spMkLst>
            <pc:docMk/>
            <pc:sldMk cId="3137851472" sldId="291"/>
            <ac:spMk id="3" creationId="{82462BA2-737E-A4C9-1380-E23D1355C769}"/>
          </ac:spMkLst>
        </pc:spChg>
        <pc:spChg chg="add">
          <ac:chgData name="Tudor-Alexandru Ileni" userId="S::tudor.ileni@ubbcluj.ro::d7b28f6b-7e8e-48e3-b06b-cc0a244d3028" providerId="AD" clId="Web-{7E76CFE3-7137-5335-B311-84C337E237BF}" dt="2025-09-16T19:49:07.683" v="18"/>
          <ac:spMkLst>
            <pc:docMk/>
            <pc:sldMk cId="3137851472" sldId="291"/>
            <ac:spMk id="9" creationId="{9B37791B-B040-4694-BFDC-8DD132D86E8E}"/>
          </ac:spMkLst>
        </pc:spChg>
        <pc:grpChg chg="add">
          <ac:chgData name="Tudor-Alexandru Ileni" userId="S::tudor.ileni@ubbcluj.ro::d7b28f6b-7e8e-48e3-b06b-cc0a244d3028" providerId="AD" clId="Web-{7E76CFE3-7137-5335-B311-84C337E237BF}" dt="2025-09-16T19:49:07.683" v="18"/>
          <ac:grpSpMkLst>
            <pc:docMk/>
            <pc:sldMk cId="3137851472" sldId="291"/>
            <ac:grpSpMk id="11" creationId="{4B2AE301-8298-47C2-81FA-781BA50D9933}"/>
          </ac:grpSpMkLst>
        </pc:grpChg>
        <pc:picChg chg="add mod">
          <ac:chgData name="Tudor-Alexandru Ileni" userId="S::tudor.ileni@ubbcluj.ro::d7b28f6b-7e8e-48e3-b06b-cc0a244d3028" providerId="AD" clId="Web-{7E76CFE3-7137-5335-B311-84C337E237BF}" dt="2025-09-16T19:49:07.683" v="18"/>
          <ac:picMkLst>
            <pc:docMk/>
            <pc:sldMk cId="3137851472" sldId="291"/>
            <ac:picMk id="4" creationId="{59DA4DB3-969E-A4A8-46BD-14FACD1D47E1}"/>
          </ac:picMkLst>
        </pc:picChg>
      </pc:sldChg>
      <pc:sldChg chg="addSp delSp modSp new mod setBg">
        <pc:chgData name="Tudor-Alexandru Ileni" userId="S::tudor.ileni@ubbcluj.ro::d7b28f6b-7e8e-48e3-b06b-cc0a244d3028" providerId="AD" clId="Web-{7E76CFE3-7137-5335-B311-84C337E237BF}" dt="2025-09-16T19:57:35.595" v="91"/>
        <pc:sldMkLst>
          <pc:docMk/>
          <pc:sldMk cId="3442412342" sldId="292"/>
        </pc:sldMkLst>
        <pc:spChg chg="mod">
          <ac:chgData name="Tudor-Alexandru Ileni" userId="S::tudor.ileni@ubbcluj.ro::d7b28f6b-7e8e-48e3-b06b-cc0a244d3028" providerId="AD" clId="Web-{7E76CFE3-7137-5335-B311-84C337E237BF}" dt="2025-09-16T19:57:35.595" v="91"/>
          <ac:spMkLst>
            <pc:docMk/>
            <pc:sldMk cId="3442412342" sldId="292"/>
            <ac:spMk id="2" creationId="{E91EED8B-0A77-0E15-418E-C8C46D1BCC3F}"/>
          </ac:spMkLst>
        </pc:spChg>
        <pc:spChg chg="add mod">
          <ac:chgData name="Tudor-Alexandru Ileni" userId="S::tudor.ileni@ubbcluj.ro::d7b28f6b-7e8e-48e3-b06b-cc0a244d3028" providerId="AD" clId="Web-{7E76CFE3-7137-5335-B311-84C337E237BF}" dt="2025-09-16T19:57:35.595" v="91"/>
          <ac:spMkLst>
            <pc:docMk/>
            <pc:sldMk cId="3442412342" sldId="292"/>
            <ac:spMk id="5" creationId="{AE5040AB-48E6-A8EB-4D90-6713E27B175D}"/>
          </ac:spMkLst>
        </pc:spChg>
        <pc:spChg chg="add">
          <ac:chgData name="Tudor-Alexandru Ileni" userId="S::tudor.ileni@ubbcluj.ro::d7b28f6b-7e8e-48e3-b06b-cc0a244d3028" providerId="AD" clId="Web-{7E76CFE3-7137-5335-B311-84C337E237BF}" dt="2025-09-16T19:57:35.595" v="91"/>
          <ac:spMkLst>
            <pc:docMk/>
            <pc:sldMk cId="3442412342" sldId="292"/>
            <ac:spMk id="13" creationId="{99F1FFA9-D672-408C-9220-ADEEC6ABDD09}"/>
          </ac:spMkLst>
        </pc:spChg>
        <pc:picChg chg="add mod ord">
          <ac:chgData name="Tudor-Alexandru Ileni" userId="S::tudor.ileni@ubbcluj.ro::d7b28f6b-7e8e-48e3-b06b-cc0a244d3028" providerId="AD" clId="Web-{7E76CFE3-7137-5335-B311-84C337E237BF}" dt="2025-09-16T19:57:35.595" v="91"/>
          <ac:picMkLst>
            <pc:docMk/>
            <pc:sldMk cId="3442412342" sldId="292"/>
            <ac:picMk id="4" creationId="{4BB0ED6C-2BC7-D6ED-70AB-5CCABFA3B7B5}"/>
          </ac:picMkLst>
        </pc:picChg>
        <pc:picChg chg="add mod">
          <ac:chgData name="Tudor-Alexandru Ileni" userId="S::tudor.ileni@ubbcluj.ro::d7b28f6b-7e8e-48e3-b06b-cc0a244d3028" providerId="AD" clId="Web-{7E76CFE3-7137-5335-B311-84C337E237BF}" dt="2025-09-16T19:57:35.595" v="91"/>
          <ac:picMkLst>
            <pc:docMk/>
            <pc:sldMk cId="3442412342" sldId="292"/>
            <ac:picMk id="6" creationId="{CA77D0FC-7EA3-74D3-385F-2A3C32A7A869}"/>
          </ac:picMkLst>
        </pc:picChg>
      </pc:sldChg>
      <pc:sldChg chg="addSp delSp modSp new mod setBg">
        <pc:chgData name="Tudor-Alexandru Ileni" userId="S::tudor.ileni@ubbcluj.ro::d7b28f6b-7e8e-48e3-b06b-cc0a244d3028" providerId="AD" clId="Web-{7E76CFE3-7137-5335-B311-84C337E237BF}" dt="2025-09-16T20:04:24.253" v="127"/>
        <pc:sldMkLst>
          <pc:docMk/>
          <pc:sldMk cId="2776860599" sldId="293"/>
        </pc:sldMkLst>
        <pc:spChg chg="mod">
          <ac:chgData name="Tudor-Alexandru Ileni" userId="S::tudor.ileni@ubbcluj.ro::d7b28f6b-7e8e-48e3-b06b-cc0a244d3028" providerId="AD" clId="Web-{7E76CFE3-7137-5335-B311-84C337E237BF}" dt="2025-09-16T20:04:24.253" v="127"/>
          <ac:spMkLst>
            <pc:docMk/>
            <pc:sldMk cId="2776860599" sldId="293"/>
            <ac:spMk id="2" creationId="{C2093483-38A5-8AFD-8E0D-4AB407880CA6}"/>
          </ac:spMkLst>
        </pc:spChg>
        <pc:spChg chg="add del mod">
          <ac:chgData name="Tudor-Alexandru Ileni" userId="S::tudor.ileni@ubbcluj.ro::d7b28f6b-7e8e-48e3-b06b-cc0a244d3028" providerId="AD" clId="Web-{7E76CFE3-7137-5335-B311-84C337E237BF}" dt="2025-09-16T20:04:24.253" v="127"/>
          <ac:spMkLst>
            <pc:docMk/>
            <pc:sldMk cId="2776860599" sldId="293"/>
            <ac:spMk id="3" creationId="{29441893-A5F2-07D8-F47A-95902D2FAC85}"/>
          </ac:spMkLst>
        </pc:spChg>
        <pc:spChg chg="add">
          <ac:chgData name="Tudor-Alexandru Ileni" userId="S::tudor.ileni@ubbcluj.ro::d7b28f6b-7e8e-48e3-b06b-cc0a244d3028" providerId="AD" clId="Web-{7E76CFE3-7137-5335-B311-84C337E237BF}" dt="2025-09-16T20:04:24.253" v="127"/>
          <ac:spMkLst>
            <pc:docMk/>
            <pc:sldMk cId="2776860599" sldId="293"/>
            <ac:spMk id="14" creationId="{45D37F4E-DDB4-456B-97E0-9937730A039F}"/>
          </ac:spMkLst>
        </pc:spChg>
        <pc:spChg chg="add">
          <ac:chgData name="Tudor-Alexandru Ileni" userId="S::tudor.ileni@ubbcluj.ro::d7b28f6b-7e8e-48e3-b06b-cc0a244d3028" providerId="AD" clId="Web-{7E76CFE3-7137-5335-B311-84C337E237BF}" dt="2025-09-16T20:04:24.253" v="127"/>
          <ac:spMkLst>
            <pc:docMk/>
            <pc:sldMk cId="2776860599" sldId="293"/>
            <ac:spMk id="16" creationId="{B2DD41CD-8F47-4F56-AD12-4E2FF7696987}"/>
          </ac:spMkLst>
        </pc:spChg>
        <pc:picChg chg="add mod">
          <ac:chgData name="Tudor-Alexandru Ileni" userId="S::tudor.ileni@ubbcluj.ro::d7b28f6b-7e8e-48e3-b06b-cc0a244d3028" providerId="AD" clId="Web-{7E76CFE3-7137-5335-B311-84C337E237BF}" dt="2025-09-16T20:04:24.253" v="127"/>
          <ac:picMkLst>
            <pc:docMk/>
            <pc:sldMk cId="2776860599" sldId="293"/>
            <ac:picMk id="9" creationId="{599FA074-2828-546C-26EC-CD16FBF9CB4D}"/>
          </ac:picMkLst>
        </pc:picChg>
      </pc:sldChg>
      <pc:sldChg chg="addSp delSp modSp new mod setBg addAnim">
        <pc:chgData name="Tudor-Alexandru Ileni" userId="S::tudor.ileni@ubbcluj.ro::d7b28f6b-7e8e-48e3-b06b-cc0a244d3028" providerId="AD" clId="Web-{7E76CFE3-7137-5335-B311-84C337E237BF}" dt="2025-09-16T20:05:51.552" v="143"/>
        <pc:sldMkLst>
          <pc:docMk/>
          <pc:sldMk cId="2543717548" sldId="294"/>
        </pc:sldMkLst>
        <pc:spChg chg="mod">
          <ac:chgData name="Tudor-Alexandru Ileni" userId="S::tudor.ileni@ubbcluj.ro::d7b28f6b-7e8e-48e3-b06b-cc0a244d3028" providerId="AD" clId="Web-{7E76CFE3-7137-5335-B311-84C337E237BF}" dt="2025-09-16T20:05:51.552" v="143"/>
          <ac:spMkLst>
            <pc:docMk/>
            <pc:sldMk cId="2543717548" sldId="294"/>
            <ac:spMk id="2" creationId="{87C6CD5A-A078-9E64-1BE2-3D3A2903868A}"/>
          </ac:spMkLst>
        </pc:spChg>
        <pc:spChg chg="mod">
          <ac:chgData name="Tudor-Alexandru Ileni" userId="S::tudor.ileni@ubbcluj.ro::d7b28f6b-7e8e-48e3-b06b-cc0a244d3028" providerId="AD" clId="Web-{7E76CFE3-7137-5335-B311-84C337E237BF}" dt="2025-09-16T20:05:51.552" v="143"/>
          <ac:spMkLst>
            <pc:docMk/>
            <pc:sldMk cId="2543717548" sldId="294"/>
            <ac:spMk id="3" creationId="{AC4C2373-F891-97AC-77B3-6ADB3A8DE19B}"/>
          </ac:spMkLst>
        </pc:spChg>
        <pc:spChg chg="add">
          <ac:chgData name="Tudor-Alexandru Ileni" userId="S::tudor.ileni@ubbcluj.ro::d7b28f6b-7e8e-48e3-b06b-cc0a244d3028" providerId="AD" clId="Web-{7E76CFE3-7137-5335-B311-84C337E237BF}" dt="2025-09-16T20:05:51.552" v="143"/>
          <ac:spMkLst>
            <pc:docMk/>
            <pc:sldMk cId="2543717548" sldId="294"/>
            <ac:spMk id="11" creationId="{03AF1C04-3FEF-41BD-BB84-2F263765BEBC}"/>
          </ac:spMkLst>
        </pc:spChg>
        <pc:grpChg chg="add">
          <ac:chgData name="Tudor-Alexandru Ileni" userId="S::tudor.ileni@ubbcluj.ro::d7b28f6b-7e8e-48e3-b06b-cc0a244d3028" providerId="AD" clId="Web-{7E76CFE3-7137-5335-B311-84C337E237BF}" dt="2025-09-16T20:05:51.552" v="143"/>
          <ac:grpSpMkLst>
            <pc:docMk/>
            <pc:sldMk cId="2543717548" sldId="294"/>
            <ac:grpSpMk id="13" creationId="{2DD5E267-EB6F-47DF-ABEF-2C1BED44DAC6}"/>
          </ac:grpSpMkLst>
        </pc:grpChg>
        <pc:grpChg chg="add">
          <ac:chgData name="Tudor-Alexandru Ileni" userId="S::tudor.ileni@ubbcluj.ro::d7b28f6b-7e8e-48e3-b06b-cc0a244d3028" providerId="AD" clId="Web-{7E76CFE3-7137-5335-B311-84C337E237BF}" dt="2025-09-16T20:05:51.552" v="143"/>
          <ac:grpSpMkLst>
            <pc:docMk/>
            <pc:sldMk cId="2543717548" sldId="294"/>
            <ac:grpSpMk id="17" creationId="{66828D02-A05D-412B-9F20-B68E970B9FC2}"/>
          </ac:grpSpMkLst>
        </pc:grpChg>
        <pc:grpChg chg="add">
          <ac:chgData name="Tudor-Alexandru Ileni" userId="S::tudor.ileni@ubbcluj.ro::d7b28f6b-7e8e-48e3-b06b-cc0a244d3028" providerId="AD" clId="Web-{7E76CFE3-7137-5335-B311-84C337E237BF}" dt="2025-09-16T20:05:51.552" v="143"/>
          <ac:grpSpMkLst>
            <pc:docMk/>
            <pc:sldMk cId="2543717548" sldId="294"/>
            <ac:grpSpMk id="21" creationId="{E27AF472-EAE3-4572-AB69-B92BD10DBC6D}"/>
          </ac:grpSpMkLst>
        </pc:grpChg>
        <pc:picChg chg="add mod ord">
          <ac:chgData name="Tudor-Alexandru Ileni" userId="S::tudor.ileni@ubbcluj.ro::d7b28f6b-7e8e-48e3-b06b-cc0a244d3028" providerId="AD" clId="Web-{7E76CFE3-7137-5335-B311-84C337E237BF}" dt="2025-09-16T20:05:51.552" v="143"/>
          <ac:picMkLst>
            <pc:docMk/>
            <pc:sldMk cId="2543717548" sldId="294"/>
            <ac:picMk id="6" creationId="{34DD5DEC-F11B-586C-98CF-9C2970344C40}"/>
          </ac:picMkLst>
        </pc:picChg>
      </pc:sldChg>
    </pc:docChg>
  </pc:docChgLst>
  <pc:docChgLst>
    <pc:chgData name="Tudor-Alexandru Ileni" userId="S::tudor.ileni@ubbcluj.ro::d7b28f6b-7e8e-48e3-b06b-cc0a244d3028" providerId="AD" clId="Web-{A6B315BA-8449-B581-B894-0B9E7A41FD1F}"/>
    <pc:docChg chg="modSld">
      <pc:chgData name="Tudor-Alexandru Ileni" userId="S::tudor.ileni@ubbcluj.ro::d7b28f6b-7e8e-48e3-b06b-cc0a244d3028" providerId="AD" clId="Web-{A6B315BA-8449-B581-B894-0B9E7A41FD1F}" dt="2025-10-06T13:53:26.328" v="2" actId="20577"/>
      <pc:docMkLst>
        <pc:docMk/>
      </pc:docMkLst>
      <pc:sldChg chg="modSp">
        <pc:chgData name="Tudor-Alexandru Ileni" userId="S::tudor.ileni@ubbcluj.ro::d7b28f6b-7e8e-48e3-b06b-cc0a244d3028" providerId="AD" clId="Web-{A6B315BA-8449-B581-B894-0B9E7A41FD1F}" dt="2025-10-06T13:53:26.328" v="2" actId="20577"/>
        <pc:sldMkLst>
          <pc:docMk/>
          <pc:sldMk cId="2649926519" sldId="271"/>
        </pc:sldMkLst>
        <pc:spChg chg="mod">
          <ac:chgData name="Tudor-Alexandru Ileni" userId="S::tudor.ileni@ubbcluj.ro::d7b28f6b-7e8e-48e3-b06b-cc0a244d3028" providerId="AD" clId="Web-{A6B315BA-8449-B581-B894-0B9E7A41FD1F}" dt="2025-10-06T13:53:26.328" v="2" actId="20577"/>
          <ac:spMkLst>
            <pc:docMk/>
            <pc:sldMk cId="2649926519" sldId="271"/>
            <ac:spMk id="2" creationId="{AF940734-3658-F584-7B00-4207FA37C649}"/>
          </ac:spMkLst>
        </pc:spChg>
      </pc:sldChg>
    </pc:docChg>
  </pc:docChgLst>
  <pc:docChgLst>
    <pc:chgData name="Tudor-Alexandru Ileni" userId="S::tudor.ileni@ubbcluj.ro::d7b28f6b-7e8e-48e3-b06b-cc0a244d3028" providerId="AD" clId="Web-{F223F8D0-BD31-4864-B2E0-41CA4A36D59B}"/>
    <pc:docChg chg="delSld modSld">
      <pc:chgData name="Tudor-Alexandru Ileni" userId="S::tudor.ileni@ubbcluj.ro::d7b28f6b-7e8e-48e3-b06b-cc0a244d3028" providerId="AD" clId="Web-{F223F8D0-BD31-4864-B2E0-41CA4A36D59B}" dt="2025-10-01T07:10:29.183" v="39"/>
      <pc:docMkLst>
        <pc:docMk/>
      </pc:docMkLst>
      <pc:sldChg chg="modSp">
        <pc:chgData name="Tudor-Alexandru Ileni" userId="S::tudor.ileni@ubbcluj.ro::d7b28f6b-7e8e-48e3-b06b-cc0a244d3028" providerId="AD" clId="Web-{F223F8D0-BD31-4864-B2E0-41CA4A36D59B}" dt="2025-10-01T06:52:41.974" v="13" actId="20577"/>
        <pc:sldMkLst>
          <pc:docMk/>
          <pc:sldMk cId="169571179" sldId="275"/>
        </pc:sldMkLst>
        <pc:spChg chg="mod">
          <ac:chgData name="Tudor-Alexandru Ileni" userId="S::tudor.ileni@ubbcluj.ro::d7b28f6b-7e8e-48e3-b06b-cc0a244d3028" providerId="AD" clId="Web-{F223F8D0-BD31-4864-B2E0-41CA4A36D59B}" dt="2025-10-01T06:52:41.974" v="13" actId="20577"/>
          <ac:spMkLst>
            <pc:docMk/>
            <pc:sldMk cId="169571179" sldId="275"/>
            <ac:spMk id="3" creationId="{850BA976-22EE-DD41-5597-9BAD9AC9D1EC}"/>
          </ac:spMkLst>
        </pc:spChg>
      </pc:sldChg>
      <pc:sldChg chg="modSp">
        <pc:chgData name="Tudor-Alexandru Ileni" userId="S::tudor.ileni@ubbcluj.ro::d7b28f6b-7e8e-48e3-b06b-cc0a244d3028" providerId="AD" clId="Web-{F223F8D0-BD31-4864-B2E0-41CA4A36D59B}" dt="2025-10-01T07:04:22.796" v="25" actId="20577"/>
        <pc:sldMkLst>
          <pc:docMk/>
          <pc:sldMk cId="808784955" sldId="289"/>
        </pc:sldMkLst>
        <pc:spChg chg="mod">
          <ac:chgData name="Tudor-Alexandru Ileni" userId="S::tudor.ileni@ubbcluj.ro::d7b28f6b-7e8e-48e3-b06b-cc0a244d3028" providerId="AD" clId="Web-{F223F8D0-BD31-4864-B2E0-41CA4A36D59B}" dt="2025-10-01T07:04:22.796" v="25" actId="20577"/>
          <ac:spMkLst>
            <pc:docMk/>
            <pc:sldMk cId="808784955" sldId="289"/>
            <ac:spMk id="3" creationId="{00000000-0000-0000-0000-000000000000}"/>
          </ac:spMkLst>
        </pc:spChg>
      </pc:sldChg>
      <pc:sldChg chg="addAnim">
        <pc:chgData name="Tudor-Alexandru Ileni" userId="S::tudor.ileni@ubbcluj.ro::d7b28f6b-7e8e-48e3-b06b-cc0a244d3028" providerId="AD" clId="Web-{F223F8D0-BD31-4864-B2E0-41CA4A36D59B}" dt="2025-10-01T07:09:19.943" v="26"/>
        <pc:sldMkLst>
          <pc:docMk/>
          <pc:sldMk cId="3137851472" sldId="291"/>
        </pc:sldMkLst>
      </pc:sldChg>
      <pc:sldChg chg="modSp">
        <pc:chgData name="Tudor-Alexandru Ileni" userId="S::tudor.ileni@ubbcluj.ro::d7b28f6b-7e8e-48e3-b06b-cc0a244d3028" providerId="AD" clId="Web-{F223F8D0-BD31-4864-B2E0-41CA4A36D59B}" dt="2025-10-01T07:10:04.587" v="38" actId="20577"/>
        <pc:sldMkLst>
          <pc:docMk/>
          <pc:sldMk cId="2543717548" sldId="294"/>
        </pc:sldMkLst>
        <pc:spChg chg="mod">
          <ac:chgData name="Tudor-Alexandru Ileni" userId="S::tudor.ileni@ubbcluj.ro::d7b28f6b-7e8e-48e3-b06b-cc0a244d3028" providerId="AD" clId="Web-{F223F8D0-BD31-4864-B2E0-41CA4A36D59B}" dt="2025-10-01T07:09:40.273" v="27" actId="20577"/>
          <ac:spMkLst>
            <pc:docMk/>
            <pc:sldMk cId="2543717548" sldId="294"/>
            <ac:spMk id="2" creationId="{87C6CD5A-A078-9E64-1BE2-3D3A2903868A}"/>
          </ac:spMkLst>
        </pc:spChg>
        <pc:spChg chg="mod">
          <ac:chgData name="Tudor-Alexandru Ileni" userId="S::tudor.ileni@ubbcluj.ro::d7b28f6b-7e8e-48e3-b06b-cc0a244d3028" providerId="AD" clId="Web-{F223F8D0-BD31-4864-B2E0-41CA4A36D59B}" dt="2025-10-01T07:10:04.587" v="38" actId="20577"/>
          <ac:spMkLst>
            <pc:docMk/>
            <pc:sldMk cId="2543717548" sldId="294"/>
            <ac:spMk id="3" creationId="{AC4C2373-F891-97AC-77B3-6ADB3A8DE19B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0CEF55-996D-4ADE-B4AA-1A5D01319C0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E1429C5-8355-4162-BECF-6FFAC6B9B7CB}">
      <dgm:prSet/>
      <dgm:spPr/>
      <dgm:t>
        <a:bodyPr/>
        <a:lstStyle/>
        <a:p>
          <a:pPr>
            <a:defRPr b="1"/>
          </a:pPr>
          <a:r>
            <a:rPr lang="en-US"/>
            <a:t>Invention: Airplane → Innovation: Commercial flights</a:t>
          </a:r>
        </a:p>
      </dgm:t>
    </dgm:pt>
    <dgm:pt modelId="{59481387-436B-41FA-811C-E9D77B859A8F}" type="parTrans" cxnId="{BF822DF1-0D59-4924-913F-F68D029B2812}">
      <dgm:prSet/>
      <dgm:spPr/>
      <dgm:t>
        <a:bodyPr/>
        <a:lstStyle/>
        <a:p>
          <a:endParaRPr lang="en-US"/>
        </a:p>
      </dgm:t>
    </dgm:pt>
    <dgm:pt modelId="{33352142-3BBA-479D-AA05-0095796976E9}" type="sibTrans" cxnId="{BF822DF1-0D59-4924-913F-F68D029B2812}">
      <dgm:prSet/>
      <dgm:spPr/>
      <dgm:t>
        <a:bodyPr/>
        <a:lstStyle/>
        <a:p>
          <a:endParaRPr lang="en-US"/>
        </a:p>
      </dgm:t>
    </dgm:pt>
    <dgm:pt modelId="{050917C9-02B7-4194-AB67-1DA4FC3CEFE2}">
      <dgm:prSet/>
      <dgm:spPr/>
      <dgm:t>
        <a:bodyPr/>
        <a:lstStyle/>
        <a:p>
          <a:r>
            <a:rPr lang="en-US"/>
            <a:t>In 1903, the Wright brothers created the first human-piloted motorised aeroplane</a:t>
          </a:r>
        </a:p>
      </dgm:t>
    </dgm:pt>
    <dgm:pt modelId="{0C2C0F7D-5256-45B4-850B-6D0B4105D743}" type="parTrans" cxnId="{06A66E4C-DC62-458A-9B55-ED3A93CFC77D}">
      <dgm:prSet/>
      <dgm:spPr/>
      <dgm:t>
        <a:bodyPr/>
        <a:lstStyle/>
        <a:p>
          <a:endParaRPr lang="en-US"/>
        </a:p>
      </dgm:t>
    </dgm:pt>
    <dgm:pt modelId="{7FA586F3-5124-440E-A8EA-7217D18B8364}" type="sibTrans" cxnId="{06A66E4C-DC62-458A-9B55-ED3A93CFC77D}">
      <dgm:prSet/>
      <dgm:spPr/>
      <dgm:t>
        <a:bodyPr/>
        <a:lstStyle/>
        <a:p>
          <a:endParaRPr lang="en-US"/>
        </a:p>
      </dgm:t>
    </dgm:pt>
    <dgm:pt modelId="{8B93A30B-85A1-4B43-94C0-E7D655B2E577}">
      <dgm:prSet/>
      <dgm:spPr/>
      <dgm:t>
        <a:bodyPr/>
        <a:lstStyle/>
        <a:p>
          <a:r>
            <a:rPr lang="en-US"/>
            <a:t>Commercialization: after World War II with the rise of airlines like Pan Am and Boeing’s commercial jets</a:t>
          </a:r>
        </a:p>
      </dgm:t>
    </dgm:pt>
    <dgm:pt modelId="{51469146-FEA0-4A05-9BA7-06EA8DA915A5}" type="parTrans" cxnId="{716D80A2-8CE3-4EEB-8561-8F9317892D5F}">
      <dgm:prSet/>
      <dgm:spPr/>
      <dgm:t>
        <a:bodyPr/>
        <a:lstStyle/>
        <a:p>
          <a:endParaRPr lang="en-US"/>
        </a:p>
      </dgm:t>
    </dgm:pt>
    <dgm:pt modelId="{F6BC1C17-1622-4525-A0B8-D5DA2D2235DB}" type="sibTrans" cxnId="{716D80A2-8CE3-4EEB-8561-8F9317892D5F}">
      <dgm:prSet/>
      <dgm:spPr/>
      <dgm:t>
        <a:bodyPr/>
        <a:lstStyle/>
        <a:p>
          <a:endParaRPr lang="en-US"/>
        </a:p>
      </dgm:t>
    </dgm:pt>
    <dgm:pt modelId="{FFCE5E63-0B5A-427C-82F5-B7F425B4E303}">
      <dgm:prSet/>
      <dgm:spPr/>
      <dgm:t>
        <a:bodyPr/>
        <a:lstStyle/>
        <a:p>
          <a:pPr>
            <a:defRPr b="1"/>
          </a:pPr>
          <a:r>
            <a:rPr lang="en-US"/>
            <a:t>Invention: Artificial Intelligence Algorithms → Innovation: Autonomous Vehicles</a:t>
          </a:r>
        </a:p>
      </dgm:t>
    </dgm:pt>
    <dgm:pt modelId="{7898947D-A791-4622-AE94-87C68D9CC32B}" type="parTrans" cxnId="{C0E6667C-37BD-4215-806D-99E153969749}">
      <dgm:prSet/>
      <dgm:spPr/>
      <dgm:t>
        <a:bodyPr/>
        <a:lstStyle/>
        <a:p>
          <a:endParaRPr lang="en-US"/>
        </a:p>
      </dgm:t>
    </dgm:pt>
    <dgm:pt modelId="{65992B49-AB65-49F8-8FE9-3DE25049873E}" type="sibTrans" cxnId="{C0E6667C-37BD-4215-806D-99E153969749}">
      <dgm:prSet/>
      <dgm:spPr/>
      <dgm:t>
        <a:bodyPr/>
        <a:lstStyle/>
        <a:p>
          <a:endParaRPr lang="en-US"/>
        </a:p>
      </dgm:t>
    </dgm:pt>
    <dgm:pt modelId="{1DFF0121-74CF-4100-9AC3-BBA02790CEF9}">
      <dgm:prSet/>
      <dgm:spPr/>
      <dgm:t>
        <a:bodyPr/>
        <a:lstStyle/>
        <a:p>
          <a:r>
            <a:rPr lang="en-US"/>
            <a:t>Inventors: AI pioneers like Geoffrey Hinton, Yann LeCun, and Yoshua Bengio developed foundational algorithms in machine learning and neural networks</a:t>
          </a:r>
        </a:p>
      </dgm:t>
    </dgm:pt>
    <dgm:pt modelId="{DD28CBF1-0C07-4DDD-9A27-A786FC572F7B}" type="parTrans" cxnId="{3E84E381-8A2E-4E8E-869F-5DA2E338947D}">
      <dgm:prSet/>
      <dgm:spPr/>
      <dgm:t>
        <a:bodyPr/>
        <a:lstStyle/>
        <a:p>
          <a:endParaRPr lang="en-US"/>
        </a:p>
      </dgm:t>
    </dgm:pt>
    <dgm:pt modelId="{15B03A89-BD8B-420A-BA0D-B6F6EEC0E323}" type="sibTrans" cxnId="{3E84E381-8A2E-4E8E-869F-5DA2E338947D}">
      <dgm:prSet/>
      <dgm:spPr/>
      <dgm:t>
        <a:bodyPr/>
        <a:lstStyle/>
        <a:p>
          <a:endParaRPr lang="en-US"/>
        </a:p>
      </dgm:t>
    </dgm:pt>
    <dgm:pt modelId="{679FD7DC-2867-4B62-A388-3AA3ECA64E4F}">
      <dgm:prSet/>
      <dgm:spPr/>
      <dgm:t>
        <a:bodyPr/>
        <a:lstStyle/>
        <a:p>
          <a:r>
            <a:rPr lang="en-US"/>
            <a:t>Commercialization: Companies such as Waymo (owned by Alphabet), Tesla, and Uber have turned AI algorithms into commercial products</a:t>
          </a:r>
        </a:p>
      </dgm:t>
    </dgm:pt>
    <dgm:pt modelId="{78ADDECC-9832-4A70-8133-9F6470340B21}" type="parTrans" cxnId="{144089CB-0A7B-48F9-907A-8CC7FC9FCE7B}">
      <dgm:prSet/>
      <dgm:spPr/>
      <dgm:t>
        <a:bodyPr/>
        <a:lstStyle/>
        <a:p>
          <a:endParaRPr lang="en-US"/>
        </a:p>
      </dgm:t>
    </dgm:pt>
    <dgm:pt modelId="{6773CD40-7F05-493A-B3BF-6811E4DC257C}" type="sibTrans" cxnId="{144089CB-0A7B-48F9-907A-8CC7FC9FCE7B}">
      <dgm:prSet/>
      <dgm:spPr/>
      <dgm:t>
        <a:bodyPr/>
        <a:lstStyle/>
        <a:p>
          <a:endParaRPr lang="en-US"/>
        </a:p>
      </dgm:t>
    </dgm:pt>
    <dgm:pt modelId="{A8399B56-0FEB-4D42-993D-5EB17516F361}">
      <dgm:prSet/>
      <dgm:spPr/>
      <dgm:t>
        <a:bodyPr/>
        <a:lstStyle/>
        <a:p>
          <a:pPr>
            <a:defRPr b="1"/>
          </a:pPr>
          <a:r>
            <a:rPr lang="en-US"/>
            <a:t>Invention: Lithium-Ion Battery Research → Innovation: Electric Vehicles </a:t>
          </a:r>
        </a:p>
      </dgm:t>
    </dgm:pt>
    <dgm:pt modelId="{2738E75B-D92F-43D9-BD2D-09F64E5B9131}" type="parTrans" cxnId="{3B9DEDF7-A851-4E09-BB3F-E7C334D6A8BA}">
      <dgm:prSet/>
      <dgm:spPr/>
      <dgm:t>
        <a:bodyPr/>
        <a:lstStyle/>
        <a:p>
          <a:endParaRPr lang="en-US"/>
        </a:p>
      </dgm:t>
    </dgm:pt>
    <dgm:pt modelId="{AC677CD7-0F91-42D3-8E89-18CB9CDAA8D4}" type="sibTrans" cxnId="{3B9DEDF7-A851-4E09-BB3F-E7C334D6A8BA}">
      <dgm:prSet/>
      <dgm:spPr/>
      <dgm:t>
        <a:bodyPr/>
        <a:lstStyle/>
        <a:p>
          <a:endParaRPr lang="en-US"/>
        </a:p>
      </dgm:t>
    </dgm:pt>
    <dgm:pt modelId="{1E492F87-23B8-4459-A113-7F5231E3EE19}">
      <dgm:prSet/>
      <dgm:spPr/>
      <dgm:t>
        <a:bodyPr/>
        <a:lstStyle/>
        <a:p>
          <a:r>
            <a:rPr lang="en-US"/>
            <a:t>Inventor: John B. Goodenough, along with a team of researchers, developed the lithium-ion battery in the late 1970s and 1980</a:t>
          </a:r>
        </a:p>
      </dgm:t>
    </dgm:pt>
    <dgm:pt modelId="{7FF39EC2-FF75-4408-BDF2-DA6CAA892265}" type="parTrans" cxnId="{98724828-0815-477F-BC6E-573CAF938FA6}">
      <dgm:prSet/>
      <dgm:spPr/>
      <dgm:t>
        <a:bodyPr/>
        <a:lstStyle/>
        <a:p>
          <a:endParaRPr lang="en-US"/>
        </a:p>
      </dgm:t>
    </dgm:pt>
    <dgm:pt modelId="{122117A3-81E2-4BD5-8E3D-1B4DEE984090}" type="sibTrans" cxnId="{98724828-0815-477F-BC6E-573CAF938FA6}">
      <dgm:prSet/>
      <dgm:spPr/>
      <dgm:t>
        <a:bodyPr/>
        <a:lstStyle/>
        <a:p>
          <a:endParaRPr lang="en-US"/>
        </a:p>
      </dgm:t>
    </dgm:pt>
    <dgm:pt modelId="{32324190-9364-4882-A216-662915E6403B}">
      <dgm:prSet/>
      <dgm:spPr/>
      <dgm:t>
        <a:bodyPr/>
        <a:lstStyle/>
        <a:p>
          <a:r>
            <a:rPr lang="en-US"/>
            <a:t>Commercialization: Companies like Tesla, Panasonic, and LG Chem have commercialized lithium-ion batteries in consumer electronics and electric vehicle</a:t>
          </a:r>
        </a:p>
      </dgm:t>
    </dgm:pt>
    <dgm:pt modelId="{7F617D3D-E90A-4BD5-B133-1BC112E8F090}" type="parTrans" cxnId="{85E691A0-9FBC-49E0-9C89-1737C217D070}">
      <dgm:prSet/>
      <dgm:spPr/>
      <dgm:t>
        <a:bodyPr/>
        <a:lstStyle/>
        <a:p>
          <a:endParaRPr lang="en-US"/>
        </a:p>
      </dgm:t>
    </dgm:pt>
    <dgm:pt modelId="{67A76F92-3135-4B6E-AC2F-C73CF0DD2BB8}" type="sibTrans" cxnId="{85E691A0-9FBC-49E0-9C89-1737C217D070}">
      <dgm:prSet/>
      <dgm:spPr/>
      <dgm:t>
        <a:bodyPr/>
        <a:lstStyle/>
        <a:p>
          <a:endParaRPr lang="en-US"/>
        </a:p>
      </dgm:t>
    </dgm:pt>
    <dgm:pt modelId="{533CF24C-F59C-4170-B680-B4F89E846574}" type="pres">
      <dgm:prSet presAssocID="{ED0CEF55-996D-4ADE-B4AA-1A5D01319C00}" presName="root" presStyleCnt="0">
        <dgm:presLayoutVars>
          <dgm:dir/>
          <dgm:resizeHandles val="exact"/>
        </dgm:presLayoutVars>
      </dgm:prSet>
      <dgm:spPr/>
    </dgm:pt>
    <dgm:pt modelId="{67A072BC-B149-441A-8307-860966E49DC6}" type="pres">
      <dgm:prSet presAssocID="{0E1429C5-8355-4162-BECF-6FFAC6B9B7CB}" presName="compNode" presStyleCnt="0"/>
      <dgm:spPr/>
    </dgm:pt>
    <dgm:pt modelId="{C8D91E75-0929-42C3-85C3-B9A93C99C1C5}" type="pres">
      <dgm:prSet presAssocID="{0E1429C5-8355-4162-BECF-6FFAC6B9B7C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66FACB93-E19F-492A-A744-B44988FC5287}" type="pres">
      <dgm:prSet presAssocID="{0E1429C5-8355-4162-BECF-6FFAC6B9B7CB}" presName="iconSpace" presStyleCnt="0"/>
      <dgm:spPr/>
    </dgm:pt>
    <dgm:pt modelId="{9CA51CEE-D10E-4A0F-8411-7A9655B3E83D}" type="pres">
      <dgm:prSet presAssocID="{0E1429C5-8355-4162-BECF-6FFAC6B9B7CB}" presName="parTx" presStyleLbl="revTx" presStyleIdx="0" presStyleCnt="6">
        <dgm:presLayoutVars>
          <dgm:chMax val="0"/>
          <dgm:chPref val="0"/>
        </dgm:presLayoutVars>
      </dgm:prSet>
      <dgm:spPr/>
    </dgm:pt>
    <dgm:pt modelId="{DB9BE60F-1D16-41D7-9190-4F3FA4FF68C7}" type="pres">
      <dgm:prSet presAssocID="{0E1429C5-8355-4162-BECF-6FFAC6B9B7CB}" presName="txSpace" presStyleCnt="0"/>
      <dgm:spPr/>
    </dgm:pt>
    <dgm:pt modelId="{9E1AE944-60E4-4499-802D-5EB2E609545A}" type="pres">
      <dgm:prSet presAssocID="{0E1429C5-8355-4162-BECF-6FFAC6B9B7CB}" presName="desTx" presStyleLbl="revTx" presStyleIdx="1" presStyleCnt="6">
        <dgm:presLayoutVars/>
      </dgm:prSet>
      <dgm:spPr/>
    </dgm:pt>
    <dgm:pt modelId="{74AF4AE2-9E47-4936-8D6A-7F98420395F6}" type="pres">
      <dgm:prSet presAssocID="{33352142-3BBA-479D-AA05-0095796976E9}" presName="sibTrans" presStyleCnt="0"/>
      <dgm:spPr/>
    </dgm:pt>
    <dgm:pt modelId="{5E350D2C-D41C-44B0-94AA-B617CF39F0C7}" type="pres">
      <dgm:prSet presAssocID="{FFCE5E63-0B5A-427C-82F5-B7F425B4E303}" presName="compNode" presStyleCnt="0"/>
      <dgm:spPr/>
    </dgm:pt>
    <dgm:pt modelId="{EECAEDD0-A1D1-42B8-85AA-1F44065B9831}" type="pres">
      <dgm:prSet presAssocID="{FFCE5E63-0B5A-427C-82F5-B7F425B4E30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ooter"/>
        </a:ext>
      </dgm:extLst>
    </dgm:pt>
    <dgm:pt modelId="{8FB1EB16-555C-4116-A96D-96613704B40E}" type="pres">
      <dgm:prSet presAssocID="{FFCE5E63-0B5A-427C-82F5-B7F425B4E303}" presName="iconSpace" presStyleCnt="0"/>
      <dgm:spPr/>
    </dgm:pt>
    <dgm:pt modelId="{FD48D217-D3F3-4785-AFD8-220CB99EB419}" type="pres">
      <dgm:prSet presAssocID="{FFCE5E63-0B5A-427C-82F5-B7F425B4E303}" presName="parTx" presStyleLbl="revTx" presStyleIdx="2" presStyleCnt="6">
        <dgm:presLayoutVars>
          <dgm:chMax val="0"/>
          <dgm:chPref val="0"/>
        </dgm:presLayoutVars>
      </dgm:prSet>
      <dgm:spPr/>
    </dgm:pt>
    <dgm:pt modelId="{83A39F7A-0782-414F-B0FC-EEF94C226F94}" type="pres">
      <dgm:prSet presAssocID="{FFCE5E63-0B5A-427C-82F5-B7F425B4E303}" presName="txSpace" presStyleCnt="0"/>
      <dgm:spPr/>
    </dgm:pt>
    <dgm:pt modelId="{BB2C2939-B8DF-46AF-BE8D-45BD52C26334}" type="pres">
      <dgm:prSet presAssocID="{FFCE5E63-0B5A-427C-82F5-B7F425B4E303}" presName="desTx" presStyleLbl="revTx" presStyleIdx="3" presStyleCnt="6">
        <dgm:presLayoutVars/>
      </dgm:prSet>
      <dgm:spPr/>
    </dgm:pt>
    <dgm:pt modelId="{B0BC4F45-A311-447F-BF7A-840ED8F009DC}" type="pres">
      <dgm:prSet presAssocID="{65992B49-AB65-49F8-8FE9-3DE25049873E}" presName="sibTrans" presStyleCnt="0"/>
      <dgm:spPr/>
    </dgm:pt>
    <dgm:pt modelId="{3AF90F06-DFEC-415C-B2B0-6D87896B2133}" type="pres">
      <dgm:prSet presAssocID="{A8399B56-0FEB-4D42-993D-5EB17516F361}" presName="compNode" presStyleCnt="0"/>
      <dgm:spPr/>
    </dgm:pt>
    <dgm:pt modelId="{3BB0610C-805A-480A-A26B-96839C054846}" type="pres">
      <dgm:prSet presAssocID="{A8399B56-0FEB-4D42-993D-5EB17516F361}" presName="iconRect" presStyleLbl="node1" presStyleIdx="2" presStyleCnt="3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ull Battery"/>
        </a:ext>
      </dgm:extLst>
    </dgm:pt>
    <dgm:pt modelId="{0EB778B1-B354-45AF-866B-6FC3CACD9ACD}" type="pres">
      <dgm:prSet presAssocID="{A8399B56-0FEB-4D42-993D-5EB17516F361}" presName="iconSpace" presStyleCnt="0"/>
      <dgm:spPr/>
    </dgm:pt>
    <dgm:pt modelId="{FD3065C2-D71F-47E6-A09F-B2900AB9EF82}" type="pres">
      <dgm:prSet presAssocID="{A8399B56-0FEB-4D42-993D-5EB17516F361}" presName="parTx" presStyleLbl="revTx" presStyleIdx="4" presStyleCnt="6">
        <dgm:presLayoutVars>
          <dgm:chMax val="0"/>
          <dgm:chPref val="0"/>
        </dgm:presLayoutVars>
      </dgm:prSet>
      <dgm:spPr/>
    </dgm:pt>
    <dgm:pt modelId="{8896F371-AB91-44FC-BBB3-A66B8CD6AB99}" type="pres">
      <dgm:prSet presAssocID="{A8399B56-0FEB-4D42-993D-5EB17516F361}" presName="txSpace" presStyleCnt="0"/>
      <dgm:spPr/>
    </dgm:pt>
    <dgm:pt modelId="{29286292-419E-4F8F-9FF9-2AD8FDB99EF8}" type="pres">
      <dgm:prSet presAssocID="{A8399B56-0FEB-4D42-993D-5EB17516F361}" presName="desTx" presStyleLbl="revTx" presStyleIdx="5" presStyleCnt="6">
        <dgm:presLayoutVars/>
      </dgm:prSet>
      <dgm:spPr/>
    </dgm:pt>
  </dgm:ptLst>
  <dgm:cxnLst>
    <dgm:cxn modelId="{4D60A218-495B-4A48-9844-814326AC0E2A}" type="presOf" srcId="{FFCE5E63-0B5A-427C-82F5-B7F425B4E303}" destId="{FD48D217-D3F3-4785-AFD8-220CB99EB419}" srcOrd="0" destOrd="0" presId="urn:microsoft.com/office/officeart/2018/2/layout/IconLabelDescriptionList"/>
    <dgm:cxn modelId="{98724828-0815-477F-BC6E-573CAF938FA6}" srcId="{A8399B56-0FEB-4D42-993D-5EB17516F361}" destId="{1E492F87-23B8-4459-A113-7F5231E3EE19}" srcOrd="0" destOrd="0" parTransId="{7FF39EC2-FF75-4408-BDF2-DA6CAA892265}" sibTransId="{122117A3-81E2-4BD5-8E3D-1B4DEE984090}"/>
    <dgm:cxn modelId="{DD69C55F-5156-4832-A6C4-6E84AE174325}" type="presOf" srcId="{1DFF0121-74CF-4100-9AC3-BBA02790CEF9}" destId="{BB2C2939-B8DF-46AF-BE8D-45BD52C26334}" srcOrd="0" destOrd="0" presId="urn:microsoft.com/office/officeart/2018/2/layout/IconLabelDescriptionList"/>
    <dgm:cxn modelId="{06A66E4C-DC62-458A-9B55-ED3A93CFC77D}" srcId="{0E1429C5-8355-4162-BECF-6FFAC6B9B7CB}" destId="{050917C9-02B7-4194-AB67-1DA4FC3CEFE2}" srcOrd="0" destOrd="0" parTransId="{0C2C0F7D-5256-45B4-850B-6D0B4105D743}" sibTransId="{7FA586F3-5124-440E-A8EA-7217D18B8364}"/>
    <dgm:cxn modelId="{5705E06E-6E5D-44CE-B00E-C28622A5CCD3}" type="presOf" srcId="{050917C9-02B7-4194-AB67-1DA4FC3CEFE2}" destId="{9E1AE944-60E4-4499-802D-5EB2E609545A}" srcOrd="0" destOrd="0" presId="urn:microsoft.com/office/officeart/2018/2/layout/IconLabelDescriptionList"/>
    <dgm:cxn modelId="{C0E6667C-37BD-4215-806D-99E153969749}" srcId="{ED0CEF55-996D-4ADE-B4AA-1A5D01319C00}" destId="{FFCE5E63-0B5A-427C-82F5-B7F425B4E303}" srcOrd="1" destOrd="0" parTransId="{7898947D-A791-4622-AE94-87C68D9CC32B}" sibTransId="{65992B49-AB65-49F8-8FE9-3DE25049873E}"/>
    <dgm:cxn modelId="{3E84E381-8A2E-4E8E-869F-5DA2E338947D}" srcId="{FFCE5E63-0B5A-427C-82F5-B7F425B4E303}" destId="{1DFF0121-74CF-4100-9AC3-BBA02790CEF9}" srcOrd="0" destOrd="0" parTransId="{DD28CBF1-0C07-4DDD-9A27-A786FC572F7B}" sibTransId="{15B03A89-BD8B-420A-BA0D-B6F6EEC0E323}"/>
    <dgm:cxn modelId="{BFF5B794-73CC-4386-A31F-5B21855F5866}" type="presOf" srcId="{ED0CEF55-996D-4ADE-B4AA-1A5D01319C00}" destId="{533CF24C-F59C-4170-B680-B4F89E846574}" srcOrd="0" destOrd="0" presId="urn:microsoft.com/office/officeart/2018/2/layout/IconLabelDescriptionList"/>
    <dgm:cxn modelId="{806C349D-6B0E-4F64-8159-0F7ACA1B68D0}" type="presOf" srcId="{0E1429C5-8355-4162-BECF-6FFAC6B9B7CB}" destId="{9CA51CEE-D10E-4A0F-8411-7A9655B3E83D}" srcOrd="0" destOrd="0" presId="urn:microsoft.com/office/officeart/2018/2/layout/IconLabelDescriptionList"/>
    <dgm:cxn modelId="{85E691A0-9FBC-49E0-9C89-1737C217D070}" srcId="{A8399B56-0FEB-4D42-993D-5EB17516F361}" destId="{32324190-9364-4882-A216-662915E6403B}" srcOrd="1" destOrd="0" parTransId="{7F617D3D-E90A-4BD5-B133-1BC112E8F090}" sibTransId="{67A76F92-3135-4B6E-AC2F-C73CF0DD2BB8}"/>
    <dgm:cxn modelId="{716D80A2-8CE3-4EEB-8561-8F9317892D5F}" srcId="{0E1429C5-8355-4162-BECF-6FFAC6B9B7CB}" destId="{8B93A30B-85A1-4B43-94C0-E7D655B2E577}" srcOrd="1" destOrd="0" parTransId="{51469146-FEA0-4A05-9BA7-06EA8DA915A5}" sibTransId="{F6BC1C17-1622-4525-A0B8-D5DA2D2235DB}"/>
    <dgm:cxn modelId="{ED9D2AAC-0E84-4797-B846-1A61F95201D1}" type="presOf" srcId="{32324190-9364-4882-A216-662915E6403B}" destId="{29286292-419E-4F8F-9FF9-2AD8FDB99EF8}" srcOrd="0" destOrd="1" presId="urn:microsoft.com/office/officeart/2018/2/layout/IconLabelDescriptionList"/>
    <dgm:cxn modelId="{BF684CB4-FD97-4E47-89A6-F441892BB93C}" type="presOf" srcId="{A8399B56-0FEB-4D42-993D-5EB17516F361}" destId="{FD3065C2-D71F-47E6-A09F-B2900AB9EF82}" srcOrd="0" destOrd="0" presId="urn:microsoft.com/office/officeart/2018/2/layout/IconLabelDescriptionList"/>
    <dgm:cxn modelId="{144089CB-0A7B-48F9-907A-8CC7FC9FCE7B}" srcId="{FFCE5E63-0B5A-427C-82F5-B7F425B4E303}" destId="{679FD7DC-2867-4B62-A388-3AA3ECA64E4F}" srcOrd="1" destOrd="0" parTransId="{78ADDECC-9832-4A70-8133-9F6470340B21}" sibTransId="{6773CD40-7F05-493A-B3BF-6811E4DC257C}"/>
    <dgm:cxn modelId="{689CCFE0-2132-40EF-8577-F79BC517DE28}" type="presOf" srcId="{8B93A30B-85A1-4B43-94C0-E7D655B2E577}" destId="{9E1AE944-60E4-4499-802D-5EB2E609545A}" srcOrd="0" destOrd="1" presId="urn:microsoft.com/office/officeart/2018/2/layout/IconLabelDescriptionList"/>
    <dgm:cxn modelId="{BF822DF1-0D59-4924-913F-F68D029B2812}" srcId="{ED0CEF55-996D-4ADE-B4AA-1A5D01319C00}" destId="{0E1429C5-8355-4162-BECF-6FFAC6B9B7CB}" srcOrd="0" destOrd="0" parTransId="{59481387-436B-41FA-811C-E9D77B859A8F}" sibTransId="{33352142-3BBA-479D-AA05-0095796976E9}"/>
    <dgm:cxn modelId="{7D1364F3-AE4A-4525-B2B0-AD8B517E3353}" type="presOf" srcId="{1E492F87-23B8-4459-A113-7F5231E3EE19}" destId="{29286292-419E-4F8F-9FF9-2AD8FDB99EF8}" srcOrd="0" destOrd="0" presId="urn:microsoft.com/office/officeart/2018/2/layout/IconLabelDescriptionList"/>
    <dgm:cxn modelId="{4889D8F4-057F-4895-985E-EA5551779BE2}" type="presOf" srcId="{679FD7DC-2867-4B62-A388-3AA3ECA64E4F}" destId="{BB2C2939-B8DF-46AF-BE8D-45BD52C26334}" srcOrd="0" destOrd="1" presId="urn:microsoft.com/office/officeart/2018/2/layout/IconLabelDescriptionList"/>
    <dgm:cxn modelId="{3B9DEDF7-A851-4E09-BB3F-E7C334D6A8BA}" srcId="{ED0CEF55-996D-4ADE-B4AA-1A5D01319C00}" destId="{A8399B56-0FEB-4D42-993D-5EB17516F361}" srcOrd="2" destOrd="0" parTransId="{2738E75B-D92F-43D9-BD2D-09F64E5B9131}" sibTransId="{AC677CD7-0F91-42D3-8E89-18CB9CDAA8D4}"/>
    <dgm:cxn modelId="{E55732BC-41DB-4201-AEB2-FB81CC1892E9}" type="presParOf" srcId="{533CF24C-F59C-4170-B680-B4F89E846574}" destId="{67A072BC-B149-441A-8307-860966E49DC6}" srcOrd="0" destOrd="0" presId="urn:microsoft.com/office/officeart/2018/2/layout/IconLabelDescriptionList"/>
    <dgm:cxn modelId="{FEB91062-C98A-4EF6-9D53-0DCFAC8CE1CC}" type="presParOf" srcId="{67A072BC-B149-441A-8307-860966E49DC6}" destId="{C8D91E75-0929-42C3-85C3-B9A93C99C1C5}" srcOrd="0" destOrd="0" presId="urn:microsoft.com/office/officeart/2018/2/layout/IconLabelDescriptionList"/>
    <dgm:cxn modelId="{3E41A09F-0F67-4619-908C-3F919B7FBF8D}" type="presParOf" srcId="{67A072BC-B149-441A-8307-860966E49DC6}" destId="{66FACB93-E19F-492A-A744-B44988FC5287}" srcOrd="1" destOrd="0" presId="urn:microsoft.com/office/officeart/2018/2/layout/IconLabelDescriptionList"/>
    <dgm:cxn modelId="{B389F96D-AE20-4398-881A-5D88BCD74B56}" type="presParOf" srcId="{67A072BC-B149-441A-8307-860966E49DC6}" destId="{9CA51CEE-D10E-4A0F-8411-7A9655B3E83D}" srcOrd="2" destOrd="0" presId="urn:microsoft.com/office/officeart/2018/2/layout/IconLabelDescriptionList"/>
    <dgm:cxn modelId="{FC251CEF-F372-4ABD-B076-34C8891C7D7D}" type="presParOf" srcId="{67A072BC-B149-441A-8307-860966E49DC6}" destId="{DB9BE60F-1D16-41D7-9190-4F3FA4FF68C7}" srcOrd="3" destOrd="0" presId="urn:microsoft.com/office/officeart/2018/2/layout/IconLabelDescriptionList"/>
    <dgm:cxn modelId="{283B1E62-1332-44D7-A7C0-5A6806C839C2}" type="presParOf" srcId="{67A072BC-B149-441A-8307-860966E49DC6}" destId="{9E1AE944-60E4-4499-802D-5EB2E609545A}" srcOrd="4" destOrd="0" presId="urn:microsoft.com/office/officeart/2018/2/layout/IconLabelDescriptionList"/>
    <dgm:cxn modelId="{F9D586D0-C80F-4ED7-804C-B7AE54F4E07F}" type="presParOf" srcId="{533CF24C-F59C-4170-B680-B4F89E846574}" destId="{74AF4AE2-9E47-4936-8D6A-7F98420395F6}" srcOrd="1" destOrd="0" presId="urn:microsoft.com/office/officeart/2018/2/layout/IconLabelDescriptionList"/>
    <dgm:cxn modelId="{E1758F7E-3637-4850-9C7E-965C1A9CB142}" type="presParOf" srcId="{533CF24C-F59C-4170-B680-B4F89E846574}" destId="{5E350D2C-D41C-44B0-94AA-B617CF39F0C7}" srcOrd="2" destOrd="0" presId="urn:microsoft.com/office/officeart/2018/2/layout/IconLabelDescriptionList"/>
    <dgm:cxn modelId="{2A3FF26A-B545-47CC-B649-242E2FACC3A9}" type="presParOf" srcId="{5E350D2C-D41C-44B0-94AA-B617CF39F0C7}" destId="{EECAEDD0-A1D1-42B8-85AA-1F44065B9831}" srcOrd="0" destOrd="0" presId="urn:microsoft.com/office/officeart/2018/2/layout/IconLabelDescriptionList"/>
    <dgm:cxn modelId="{5CE4589D-0D58-4D56-AB63-8465CB508F21}" type="presParOf" srcId="{5E350D2C-D41C-44B0-94AA-B617CF39F0C7}" destId="{8FB1EB16-555C-4116-A96D-96613704B40E}" srcOrd="1" destOrd="0" presId="urn:microsoft.com/office/officeart/2018/2/layout/IconLabelDescriptionList"/>
    <dgm:cxn modelId="{FBD37FC7-9E01-4E89-A215-E3637FF07831}" type="presParOf" srcId="{5E350D2C-D41C-44B0-94AA-B617CF39F0C7}" destId="{FD48D217-D3F3-4785-AFD8-220CB99EB419}" srcOrd="2" destOrd="0" presId="urn:microsoft.com/office/officeart/2018/2/layout/IconLabelDescriptionList"/>
    <dgm:cxn modelId="{540A4646-7740-4EE8-8A0C-D9ABF048AF62}" type="presParOf" srcId="{5E350D2C-D41C-44B0-94AA-B617CF39F0C7}" destId="{83A39F7A-0782-414F-B0FC-EEF94C226F94}" srcOrd="3" destOrd="0" presId="urn:microsoft.com/office/officeart/2018/2/layout/IconLabelDescriptionList"/>
    <dgm:cxn modelId="{8F0AB00F-3F97-4EE3-BD0A-DF6191757123}" type="presParOf" srcId="{5E350D2C-D41C-44B0-94AA-B617CF39F0C7}" destId="{BB2C2939-B8DF-46AF-BE8D-45BD52C26334}" srcOrd="4" destOrd="0" presId="urn:microsoft.com/office/officeart/2018/2/layout/IconLabelDescriptionList"/>
    <dgm:cxn modelId="{8C2E3EAF-333D-41BF-BAB0-43208DB2558C}" type="presParOf" srcId="{533CF24C-F59C-4170-B680-B4F89E846574}" destId="{B0BC4F45-A311-447F-BF7A-840ED8F009DC}" srcOrd="3" destOrd="0" presId="urn:microsoft.com/office/officeart/2018/2/layout/IconLabelDescriptionList"/>
    <dgm:cxn modelId="{95650B20-CEF6-44E1-82F9-C116645EF45B}" type="presParOf" srcId="{533CF24C-F59C-4170-B680-B4F89E846574}" destId="{3AF90F06-DFEC-415C-B2B0-6D87896B2133}" srcOrd="4" destOrd="0" presId="urn:microsoft.com/office/officeart/2018/2/layout/IconLabelDescriptionList"/>
    <dgm:cxn modelId="{7C28A835-1E29-426A-86F7-404B715C978F}" type="presParOf" srcId="{3AF90F06-DFEC-415C-B2B0-6D87896B2133}" destId="{3BB0610C-805A-480A-A26B-96839C054846}" srcOrd="0" destOrd="0" presId="urn:microsoft.com/office/officeart/2018/2/layout/IconLabelDescriptionList"/>
    <dgm:cxn modelId="{B3050A19-C812-4DD9-8B30-FE91B104D2C5}" type="presParOf" srcId="{3AF90F06-DFEC-415C-B2B0-6D87896B2133}" destId="{0EB778B1-B354-45AF-866B-6FC3CACD9ACD}" srcOrd="1" destOrd="0" presId="urn:microsoft.com/office/officeart/2018/2/layout/IconLabelDescriptionList"/>
    <dgm:cxn modelId="{5D655E06-5CB8-4F36-87A6-129FF8FD26C8}" type="presParOf" srcId="{3AF90F06-DFEC-415C-B2B0-6D87896B2133}" destId="{FD3065C2-D71F-47E6-A09F-B2900AB9EF82}" srcOrd="2" destOrd="0" presId="urn:microsoft.com/office/officeart/2018/2/layout/IconLabelDescriptionList"/>
    <dgm:cxn modelId="{9C6FDD38-88DE-46D5-A46F-256BE8674E3F}" type="presParOf" srcId="{3AF90F06-DFEC-415C-B2B0-6D87896B2133}" destId="{8896F371-AB91-44FC-BBB3-A66B8CD6AB99}" srcOrd="3" destOrd="0" presId="urn:microsoft.com/office/officeart/2018/2/layout/IconLabelDescriptionList"/>
    <dgm:cxn modelId="{92B7DDC8-45B4-4084-A2F4-988CE7802C48}" type="presParOf" srcId="{3AF90F06-DFEC-415C-B2B0-6D87896B2133}" destId="{29286292-419E-4F8F-9FF9-2AD8FDB99EF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5C42C46-71DE-4D43-8C15-5BE8CEBC31B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14A574D-C948-4760-8BCF-509E64AF52FF}">
      <dgm:prSet/>
      <dgm:spPr/>
      <dgm:t>
        <a:bodyPr/>
        <a:lstStyle/>
        <a:p>
          <a:r>
            <a:rPr lang="en-US"/>
            <a:t>"Have you ever been on a team project where the requirements changed at the last minute?"</a:t>
          </a:r>
        </a:p>
      </dgm:t>
    </dgm:pt>
    <dgm:pt modelId="{D988EEA7-4366-40BC-AAF5-B3B0483E21BB}" type="parTrans" cxnId="{11A68644-894B-4DF1-9F7D-66433A7D40A9}">
      <dgm:prSet/>
      <dgm:spPr/>
      <dgm:t>
        <a:bodyPr/>
        <a:lstStyle/>
        <a:p>
          <a:endParaRPr lang="en-US"/>
        </a:p>
      </dgm:t>
    </dgm:pt>
    <dgm:pt modelId="{C186E62C-5F43-4EBA-8536-AFADBCAB2D12}" type="sibTrans" cxnId="{11A68644-894B-4DF1-9F7D-66433A7D40A9}">
      <dgm:prSet/>
      <dgm:spPr/>
      <dgm:t>
        <a:bodyPr/>
        <a:lstStyle/>
        <a:p>
          <a:endParaRPr lang="en-US"/>
        </a:p>
      </dgm:t>
    </dgm:pt>
    <dgm:pt modelId="{7C96DF19-8B59-42EE-8017-0FDCAE8D10A8}">
      <dgm:prSet/>
      <dgm:spPr/>
      <dgm:t>
        <a:bodyPr/>
        <a:lstStyle/>
        <a:p>
          <a:r>
            <a:rPr lang="en-US"/>
            <a:t>"Have you ever submitted a project, only to be told it wasn't what the 'client' (teacher) wanted at all?"</a:t>
          </a:r>
        </a:p>
      </dgm:t>
    </dgm:pt>
    <dgm:pt modelId="{962BB08B-46AC-48E9-A35E-1E974CF04E78}" type="parTrans" cxnId="{E6099C18-1C50-45A3-A856-5B18F3EF4909}">
      <dgm:prSet/>
      <dgm:spPr/>
      <dgm:t>
        <a:bodyPr/>
        <a:lstStyle/>
        <a:p>
          <a:endParaRPr lang="en-US"/>
        </a:p>
      </dgm:t>
    </dgm:pt>
    <dgm:pt modelId="{3536C032-3F84-40C1-8D12-4656721DEBA7}" type="sibTrans" cxnId="{E6099C18-1C50-45A3-A856-5B18F3EF4909}">
      <dgm:prSet/>
      <dgm:spPr/>
      <dgm:t>
        <a:bodyPr/>
        <a:lstStyle/>
        <a:p>
          <a:endParaRPr lang="en-US"/>
        </a:p>
      </dgm:t>
    </dgm:pt>
    <dgm:pt modelId="{5C8387F6-662E-4941-BA7B-55AAA504A864}">
      <dgm:prSet/>
      <dgm:spPr/>
      <dgm:t>
        <a:bodyPr/>
        <a:lstStyle/>
        <a:p>
          <a:r>
            <a:rPr lang="en-US"/>
            <a:t>"Have you ever been stuck waiting for one person to finish their part so you could start yours?"</a:t>
          </a:r>
        </a:p>
      </dgm:t>
    </dgm:pt>
    <dgm:pt modelId="{529C57C6-B2DA-4C05-84DE-21C8BE9C59DB}" type="parTrans" cxnId="{EDD1BC82-3349-46D6-9BF7-98E9482F6976}">
      <dgm:prSet/>
      <dgm:spPr/>
      <dgm:t>
        <a:bodyPr/>
        <a:lstStyle/>
        <a:p>
          <a:endParaRPr lang="en-US"/>
        </a:p>
      </dgm:t>
    </dgm:pt>
    <dgm:pt modelId="{BA7E315D-4F54-497E-A324-D5440A7A2125}" type="sibTrans" cxnId="{EDD1BC82-3349-46D6-9BF7-98E9482F6976}">
      <dgm:prSet/>
      <dgm:spPr/>
      <dgm:t>
        <a:bodyPr/>
        <a:lstStyle/>
        <a:p>
          <a:endParaRPr lang="en-US"/>
        </a:p>
      </dgm:t>
    </dgm:pt>
    <dgm:pt modelId="{F774048C-D095-4376-97C0-782D52447D47}" type="pres">
      <dgm:prSet presAssocID="{55C42C46-71DE-4D43-8C15-5BE8CEBC31BF}" presName="root" presStyleCnt="0">
        <dgm:presLayoutVars>
          <dgm:dir/>
          <dgm:resizeHandles val="exact"/>
        </dgm:presLayoutVars>
      </dgm:prSet>
      <dgm:spPr/>
    </dgm:pt>
    <dgm:pt modelId="{F2F511FD-CE31-4020-8829-E41512DCC254}" type="pres">
      <dgm:prSet presAssocID="{D14A574D-C948-4760-8BCF-509E64AF52FF}" presName="compNode" presStyleCnt="0"/>
      <dgm:spPr/>
    </dgm:pt>
    <dgm:pt modelId="{A6F5C493-2CC5-4AFF-93F0-2060C6143D43}" type="pres">
      <dgm:prSet presAssocID="{D14A574D-C948-4760-8BCF-509E64AF52FF}" presName="bgRect" presStyleLbl="bgShp" presStyleIdx="0" presStyleCnt="3"/>
      <dgm:spPr/>
    </dgm:pt>
    <dgm:pt modelId="{2ACB06B7-303E-4C5F-AA70-ED94343E512D}" type="pres">
      <dgm:prSet presAssocID="{D14A574D-C948-4760-8BCF-509E64AF52F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ch"/>
        </a:ext>
      </dgm:extLst>
    </dgm:pt>
    <dgm:pt modelId="{D8070450-DB54-4120-9B5D-4E0DC6B5AEEA}" type="pres">
      <dgm:prSet presAssocID="{D14A574D-C948-4760-8BCF-509E64AF52FF}" presName="spaceRect" presStyleCnt="0"/>
      <dgm:spPr/>
    </dgm:pt>
    <dgm:pt modelId="{ECAD6CD1-E14C-47C4-A18D-CC27D899AAEA}" type="pres">
      <dgm:prSet presAssocID="{D14A574D-C948-4760-8BCF-509E64AF52FF}" presName="parTx" presStyleLbl="revTx" presStyleIdx="0" presStyleCnt="3">
        <dgm:presLayoutVars>
          <dgm:chMax val="0"/>
          <dgm:chPref val="0"/>
        </dgm:presLayoutVars>
      </dgm:prSet>
      <dgm:spPr/>
    </dgm:pt>
    <dgm:pt modelId="{5590145C-9612-4A60-9F16-B4D26B0A44A2}" type="pres">
      <dgm:prSet presAssocID="{C186E62C-5F43-4EBA-8536-AFADBCAB2D12}" presName="sibTrans" presStyleCnt="0"/>
      <dgm:spPr/>
    </dgm:pt>
    <dgm:pt modelId="{8BAFA982-6523-4CDE-821E-1CF7C0C5B4D4}" type="pres">
      <dgm:prSet presAssocID="{7C96DF19-8B59-42EE-8017-0FDCAE8D10A8}" presName="compNode" presStyleCnt="0"/>
      <dgm:spPr/>
    </dgm:pt>
    <dgm:pt modelId="{9D45B8EF-A97F-4E7E-8CDC-49E9A6695054}" type="pres">
      <dgm:prSet presAssocID="{7C96DF19-8B59-42EE-8017-0FDCAE8D10A8}" presName="bgRect" presStyleLbl="bgShp" presStyleIdx="1" presStyleCnt="3"/>
      <dgm:spPr/>
    </dgm:pt>
    <dgm:pt modelId="{517DF9A9-2C7A-468F-A800-3443E8F224BC}" type="pres">
      <dgm:prSet presAssocID="{7C96DF19-8B59-42EE-8017-0FDCAE8D10A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C21550EA-54E2-41DD-94E5-040DAF123CA5}" type="pres">
      <dgm:prSet presAssocID="{7C96DF19-8B59-42EE-8017-0FDCAE8D10A8}" presName="spaceRect" presStyleCnt="0"/>
      <dgm:spPr/>
    </dgm:pt>
    <dgm:pt modelId="{5BD0B070-6048-4190-A189-756EABB36A78}" type="pres">
      <dgm:prSet presAssocID="{7C96DF19-8B59-42EE-8017-0FDCAE8D10A8}" presName="parTx" presStyleLbl="revTx" presStyleIdx="1" presStyleCnt="3">
        <dgm:presLayoutVars>
          <dgm:chMax val="0"/>
          <dgm:chPref val="0"/>
        </dgm:presLayoutVars>
      </dgm:prSet>
      <dgm:spPr/>
    </dgm:pt>
    <dgm:pt modelId="{C07DF3A2-239D-4D4B-A896-13723BA82169}" type="pres">
      <dgm:prSet presAssocID="{3536C032-3F84-40C1-8D12-4656721DEBA7}" presName="sibTrans" presStyleCnt="0"/>
      <dgm:spPr/>
    </dgm:pt>
    <dgm:pt modelId="{517FC638-99AD-45C8-B934-88518A0812ED}" type="pres">
      <dgm:prSet presAssocID="{5C8387F6-662E-4941-BA7B-55AAA504A864}" presName="compNode" presStyleCnt="0"/>
      <dgm:spPr/>
    </dgm:pt>
    <dgm:pt modelId="{753394BD-E0D8-447D-BDEC-A73AC1C060B4}" type="pres">
      <dgm:prSet presAssocID="{5C8387F6-662E-4941-BA7B-55AAA504A864}" presName="bgRect" presStyleLbl="bgShp" presStyleIdx="2" presStyleCnt="3"/>
      <dgm:spPr/>
    </dgm:pt>
    <dgm:pt modelId="{6CE0AE8F-1E8A-43B9-A7B2-C1657127BEA6}" type="pres">
      <dgm:prSet presAssocID="{5C8387F6-662E-4941-BA7B-55AAA504A86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F593356F-5728-4AE2-9156-4846F8189E53}" type="pres">
      <dgm:prSet presAssocID="{5C8387F6-662E-4941-BA7B-55AAA504A864}" presName="spaceRect" presStyleCnt="0"/>
      <dgm:spPr/>
    </dgm:pt>
    <dgm:pt modelId="{CDAFB749-FC9D-4091-8E5C-AC507E5B4B2E}" type="pres">
      <dgm:prSet presAssocID="{5C8387F6-662E-4941-BA7B-55AAA504A86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57E9407-2116-4A8D-8532-E684C94E2BCD}" type="presOf" srcId="{55C42C46-71DE-4D43-8C15-5BE8CEBC31BF}" destId="{F774048C-D095-4376-97C0-782D52447D47}" srcOrd="0" destOrd="0" presId="urn:microsoft.com/office/officeart/2018/2/layout/IconVerticalSolidList"/>
    <dgm:cxn modelId="{E6099C18-1C50-45A3-A856-5B18F3EF4909}" srcId="{55C42C46-71DE-4D43-8C15-5BE8CEBC31BF}" destId="{7C96DF19-8B59-42EE-8017-0FDCAE8D10A8}" srcOrd="1" destOrd="0" parTransId="{962BB08B-46AC-48E9-A35E-1E974CF04E78}" sibTransId="{3536C032-3F84-40C1-8D12-4656721DEBA7}"/>
    <dgm:cxn modelId="{824DEB38-0B68-4654-A560-889007BB2E64}" type="presOf" srcId="{7C96DF19-8B59-42EE-8017-0FDCAE8D10A8}" destId="{5BD0B070-6048-4190-A189-756EABB36A78}" srcOrd="0" destOrd="0" presId="urn:microsoft.com/office/officeart/2018/2/layout/IconVerticalSolidList"/>
    <dgm:cxn modelId="{11A68644-894B-4DF1-9F7D-66433A7D40A9}" srcId="{55C42C46-71DE-4D43-8C15-5BE8CEBC31BF}" destId="{D14A574D-C948-4760-8BCF-509E64AF52FF}" srcOrd="0" destOrd="0" parTransId="{D988EEA7-4366-40BC-AAF5-B3B0483E21BB}" sibTransId="{C186E62C-5F43-4EBA-8536-AFADBCAB2D12}"/>
    <dgm:cxn modelId="{06B02F56-4A2D-405C-A857-0988628A25C1}" type="presOf" srcId="{5C8387F6-662E-4941-BA7B-55AAA504A864}" destId="{CDAFB749-FC9D-4091-8E5C-AC507E5B4B2E}" srcOrd="0" destOrd="0" presId="urn:microsoft.com/office/officeart/2018/2/layout/IconVerticalSolidList"/>
    <dgm:cxn modelId="{18FEF056-447C-407E-9F2B-037D42D4ABD9}" type="presOf" srcId="{D14A574D-C948-4760-8BCF-509E64AF52FF}" destId="{ECAD6CD1-E14C-47C4-A18D-CC27D899AAEA}" srcOrd="0" destOrd="0" presId="urn:microsoft.com/office/officeart/2018/2/layout/IconVerticalSolidList"/>
    <dgm:cxn modelId="{EDD1BC82-3349-46D6-9BF7-98E9482F6976}" srcId="{55C42C46-71DE-4D43-8C15-5BE8CEBC31BF}" destId="{5C8387F6-662E-4941-BA7B-55AAA504A864}" srcOrd="2" destOrd="0" parTransId="{529C57C6-B2DA-4C05-84DE-21C8BE9C59DB}" sibTransId="{BA7E315D-4F54-497E-A324-D5440A7A2125}"/>
    <dgm:cxn modelId="{86A9CB41-F5FD-4928-96B7-6935322605B3}" type="presParOf" srcId="{F774048C-D095-4376-97C0-782D52447D47}" destId="{F2F511FD-CE31-4020-8829-E41512DCC254}" srcOrd="0" destOrd="0" presId="urn:microsoft.com/office/officeart/2018/2/layout/IconVerticalSolidList"/>
    <dgm:cxn modelId="{191EF07D-FF34-410E-AE55-843A37A6FA98}" type="presParOf" srcId="{F2F511FD-CE31-4020-8829-E41512DCC254}" destId="{A6F5C493-2CC5-4AFF-93F0-2060C6143D43}" srcOrd="0" destOrd="0" presId="urn:microsoft.com/office/officeart/2018/2/layout/IconVerticalSolidList"/>
    <dgm:cxn modelId="{D66B9D66-5B82-44D5-91BE-3845638692ED}" type="presParOf" srcId="{F2F511FD-CE31-4020-8829-E41512DCC254}" destId="{2ACB06B7-303E-4C5F-AA70-ED94343E512D}" srcOrd="1" destOrd="0" presId="urn:microsoft.com/office/officeart/2018/2/layout/IconVerticalSolidList"/>
    <dgm:cxn modelId="{0085EE74-F7A4-467B-BA47-ABA7AB66BE5B}" type="presParOf" srcId="{F2F511FD-CE31-4020-8829-E41512DCC254}" destId="{D8070450-DB54-4120-9B5D-4E0DC6B5AEEA}" srcOrd="2" destOrd="0" presId="urn:microsoft.com/office/officeart/2018/2/layout/IconVerticalSolidList"/>
    <dgm:cxn modelId="{D2FE6799-517A-4682-AF9E-F502776A1BBC}" type="presParOf" srcId="{F2F511FD-CE31-4020-8829-E41512DCC254}" destId="{ECAD6CD1-E14C-47C4-A18D-CC27D899AAEA}" srcOrd="3" destOrd="0" presId="urn:microsoft.com/office/officeart/2018/2/layout/IconVerticalSolidList"/>
    <dgm:cxn modelId="{51761EDA-7CCA-41A5-A70C-40606E19C5D2}" type="presParOf" srcId="{F774048C-D095-4376-97C0-782D52447D47}" destId="{5590145C-9612-4A60-9F16-B4D26B0A44A2}" srcOrd="1" destOrd="0" presId="urn:microsoft.com/office/officeart/2018/2/layout/IconVerticalSolidList"/>
    <dgm:cxn modelId="{E3B9A8EF-47A6-4EA9-92FE-0A229C8D0051}" type="presParOf" srcId="{F774048C-D095-4376-97C0-782D52447D47}" destId="{8BAFA982-6523-4CDE-821E-1CF7C0C5B4D4}" srcOrd="2" destOrd="0" presId="urn:microsoft.com/office/officeart/2018/2/layout/IconVerticalSolidList"/>
    <dgm:cxn modelId="{0853C19C-8E96-43F9-9ABA-D88DA392267D}" type="presParOf" srcId="{8BAFA982-6523-4CDE-821E-1CF7C0C5B4D4}" destId="{9D45B8EF-A97F-4E7E-8CDC-49E9A6695054}" srcOrd="0" destOrd="0" presId="urn:microsoft.com/office/officeart/2018/2/layout/IconVerticalSolidList"/>
    <dgm:cxn modelId="{F6DE593B-9C62-47D6-B2F5-DFF809B6C791}" type="presParOf" srcId="{8BAFA982-6523-4CDE-821E-1CF7C0C5B4D4}" destId="{517DF9A9-2C7A-468F-A800-3443E8F224BC}" srcOrd="1" destOrd="0" presId="urn:microsoft.com/office/officeart/2018/2/layout/IconVerticalSolidList"/>
    <dgm:cxn modelId="{495EF519-91B0-487B-ABC6-9032440C9788}" type="presParOf" srcId="{8BAFA982-6523-4CDE-821E-1CF7C0C5B4D4}" destId="{C21550EA-54E2-41DD-94E5-040DAF123CA5}" srcOrd="2" destOrd="0" presId="urn:microsoft.com/office/officeart/2018/2/layout/IconVerticalSolidList"/>
    <dgm:cxn modelId="{07F18DA9-1428-4776-A61C-5A1A2A7C0194}" type="presParOf" srcId="{8BAFA982-6523-4CDE-821E-1CF7C0C5B4D4}" destId="{5BD0B070-6048-4190-A189-756EABB36A78}" srcOrd="3" destOrd="0" presId="urn:microsoft.com/office/officeart/2018/2/layout/IconVerticalSolidList"/>
    <dgm:cxn modelId="{3FCDFE36-7DC8-418A-B314-39353A6A56D7}" type="presParOf" srcId="{F774048C-D095-4376-97C0-782D52447D47}" destId="{C07DF3A2-239D-4D4B-A896-13723BA82169}" srcOrd="3" destOrd="0" presId="urn:microsoft.com/office/officeart/2018/2/layout/IconVerticalSolidList"/>
    <dgm:cxn modelId="{5379C101-1144-417A-A0FD-4A928302B197}" type="presParOf" srcId="{F774048C-D095-4376-97C0-782D52447D47}" destId="{517FC638-99AD-45C8-B934-88518A0812ED}" srcOrd="4" destOrd="0" presId="urn:microsoft.com/office/officeart/2018/2/layout/IconVerticalSolidList"/>
    <dgm:cxn modelId="{40C39A0A-2FF9-45A3-91A5-7600D38DE96F}" type="presParOf" srcId="{517FC638-99AD-45C8-B934-88518A0812ED}" destId="{753394BD-E0D8-447D-BDEC-A73AC1C060B4}" srcOrd="0" destOrd="0" presId="urn:microsoft.com/office/officeart/2018/2/layout/IconVerticalSolidList"/>
    <dgm:cxn modelId="{A364E0B9-64E1-4605-B78C-19899556829A}" type="presParOf" srcId="{517FC638-99AD-45C8-B934-88518A0812ED}" destId="{6CE0AE8F-1E8A-43B9-A7B2-C1657127BEA6}" srcOrd="1" destOrd="0" presId="urn:microsoft.com/office/officeart/2018/2/layout/IconVerticalSolidList"/>
    <dgm:cxn modelId="{D14AF62A-99D9-440E-8D35-B1A74F60BC3A}" type="presParOf" srcId="{517FC638-99AD-45C8-B934-88518A0812ED}" destId="{F593356F-5728-4AE2-9156-4846F8189E53}" srcOrd="2" destOrd="0" presId="urn:microsoft.com/office/officeart/2018/2/layout/IconVerticalSolidList"/>
    <dgm:cxn modelId="{C42A6BF9-E5B4-4DDF-9C8E-A5BD2B2A153F}" type="presParOf" srcId="{517FC638-99AD-45C8-B934-88518A0812ED}" destId="{CDAFB749-FC9D-4091-8E5C-AC507E5B4B2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792197E-2AE2-418A-BA16-394007D4C2F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880AC99-DC4D-48A2-85E3-99F4435FA6E7}">
      <dgm:prSet/>
      <dgm:spPr/>
      <dgm:t>
        <a:bodyPr/>
        <a:lstStyle/>
        <a:p>
          <a:pPr>
            <a:defRPr cap="all"/>
          </a:pPr>
          <a:r>
            <a:rPr lang="en-US" dirty="0"/>
            <a:t>Agile project management (APM) is an </a:t>
          </a:r>
          <a:r>
            <a:rPr lang="en-US" b="1" dirty="0"/>
            <a:t>iterative approach</a:t>
          </a:r>
          <a:r>
            <a:rPr lang="en-US" dirty="0"/>
            <a:t> to planning and guiding project processes.</a:t>
          </a:r>
        </a:p>
      </dgm:t>
    </dgm:pt>
    <dgm:pt modelId="{C3107726-987A-4A76-B1D0-0EF437A098D3}" type="parTrans" cxnId="{CB5A4052-1CE7-436E-A27F-8C5FC9B710B0}">
      <dgm:prSet/>
      <dgm:spPr/>
      <dgm:t>
        <a:bodyPr/>
        <a:lstStyle/>
        <a:p>
          <a:endParaRPr lang="en-US"/>
        </a:p>
      </dgm:t>
    </dgm:pt>
    <dgm:pt modelId="{CCB986D9-A235-42C6-B743-923F2C75722E}" type="sibTrans" cxnId="{CB5A4052-1CE7-436E-A27F-8C5FC9B710B0}">
      <dgm:prSet/>
      <dgm:spPr/>
      <dgm:t>
        <a:bodyPr/>
        <a:lstStyle/>
        <a:p>
          <a:endParaRPr lang="en-US"/>
        </a:p>
      </dgm:t>
    </dgm:pt>
    <dgm:pt modelId="{A17F19C5-917F-4806-A240-3ABB126F8BF9}">
      <dgm:prSet/>
      <dgm:spPr/>
      <dgm:t>
        <a:bodyPr/>
        <a:lstStyle/>
        <a:p>
          <a:pPr>
            <a:defRPr cap="all"/>
          </a:pPr>
          <a:r>
            <a:rPr lang="en-US" dirty="0"/>
            <a:t>It breaks project processes into</a:t>
          </a:r>
          <a:r>
            <a:rPr lang="en-US" b="1" dirty="0"/>
            <a:t> smaller cycles</a:t>
          </a:r>
          <a:r>
            <a:rPr lang="en-US" dirty="0"/>
            <a:t> known as sprints or </a:t>
          </a:r>
          <a:r>
            <a:rPr lang="en-US" b="1" dirty="0"/>
            <a:t>iterations</a:t>
          </a:r>
          <a:r>
            <a:rPr lang="en-US" dirty="0"/>
            <a:t>.</a:t>
          </a:r>
        </a:p>
      </dgm:t>
    </dgm:pt>
    <dgm:pt modelId="{B8E0C161-776E-4078-A569-5E5D63A6746E}" type="parTrans" cxnId="{22E339FB-A965-4BFE-A6A1-2843B8545757}">
      <dgm:prSet/>
      <dgm:spPr/>
      <dgm:t>
        <a:bodyPr/>
        <a:lstStyle/>
        <a:p>
          <a:endParaRPr lang="en-US"/>
        </a:p>
      </dgm:t>
    </dgm:pt>
    <dgm:pt modelId="{F3E4D7D9-4B46-4B68-A44A-F2CF890F4637}" type="sibTrans" cxnId="{22E339FB-A965-4BFE-A6A1-2843B8545757}">
      <dgm:prSet/>
      <dgm:spPr/>
      <dgm:t>
        <a:bodyPr/>
        <a:lstStyle/>
        <a:p>
          <a:endParaRPr lang="en-US"/>
        </a:p>
      </dgm:t>
    </dgm:pt>
    <dgm:pt modelId="{CE22A360-69A7-4422-897A-EA6839FEDA69}">
      <dgm:prSet/>
      <dgm:spPr/>
      <dgm:t>
        <a:bodyPr/>
        <a:lstStyle/>
        <a:p>
          <a:pPr>
            <a:defRPr cap="all"/>
          </a:pPr>
          <a:r>
            <a:rPr lang="en-US" b="1" dirty="0"/>
            <a:t>Continuous releases </a:t>
          </a:r>
          <a:r>
            <a:rPr lang="en-US" dirty="0"/>
            <a:t>are a focus, incorporating feedback within each iteration.</a:t>
          </a:r>
        </a:p>
      </dgm:t>
    </dgm:pt>
    <dgm:pt modelId="{F0238143-E77E-4207-979F-C194E5EF5DD3}" type="parTrans" cxnId="{6F5C41E4-8ACF-451F-8DFB-621071A8CFE0}">
      <dgm:prSet/>
      <dgm:spPr/>
      <dgm:t>
        <a:bodyPr/>
        <a:lstStyle/>
        <a:p>
          <a:endParaRPr lang="en-US"/>
        </a:p>
      </dgm:t>
    </dgm:pt>
    <dgm:pt modelId="{3C2215CF-2B8E-4BFB-A1ED-9FD8588825A5}" type="sibTrans" cxnId="{6F5C41E4-8ACF-451F-8DFB-621071A8CFE0}">
      <dgm:prSet/>
      <dgm:spPr/>
      <dgm:t>
        <a:bodyPr/>
        <a:lstStyle/>
        <a:p>
          <a:endParaRPr lang="en-US"/>
        </a:p>
      </dgm:t>
    </dgm:pt>
    <dgm:pt modelId="{559A2901-8392-4C3F-A143-D11F286A5037}" type="pres">
      <dgm:prSet presAssocID="{3792197E-2AE2-418A-BA16-394007D4C2F5}" presName="root" presStyleCnt="0">
        <dgm:presLayoutVars>
          <dgm:dir/>
          <dgm:resizeHandles val="exact"/>
        </dgm:presLayoutVars>
      </dgm:prSet>
      <dgm:spPr/>
    </dgm:pt>
    <dgm:pt modelId="{805BD4FD-9FEE-4890-926C-FBB29F65E665}" type="pres">
      <dgm:prSet presAssocID="{A880AC99-DC4D-48A2-85E3-99F4435FA6E7}" presName="compNode" presStyleCnt="0"/>
      <dgm:spPr/>
    </dgm:pt>
    <dgm:pt modelId="{92373B40-8139-431A-867D-D6FFBD510FD3}" type="pres">
      <dgm:prSet presAssocID="{A880AC99-DC4D-48A2-85E3-99F4435FA6E7}" presName="iconBgRect" presStyleLbl="bgShp" presStyleIdx="0" presStyleCnt="3"/>
      <dgm:spPr/>
    </dgm:pt>
    <dgm:pt modelId="{905A1C0A-6D26-4906-A765-3C450DDD685A}" type="pres">
      <dgm:prSet presAssocID="{A880AC99-DC4D-48A2-85E3-99F4435FA6E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62F1721-E05D-4A85-903D-9B44430EAF1A}" type="pres">
      <dgm:prSet presAssocID="{A880AC99-DC4D-48A2-85E3-99F4435FA6E7}" presName="spaceRect" presStyleCnt="0"/>
      <dgm:spPr/>
    </dgm:pt>
    <dgm:pt modelId="{8C9ED8D0-A72D-4D01-8B6E-ABE4C9AD8AFF}" type="pres">
      <dgm:prSet presAssocID="{A880AC99-DC4D-48A2-85E3-99F4435FA6E7}" presName="textRect" presStyleLbl="revTx" presStyleIdx="0" presStyleCnt="3">
        <dgm:presLayoutVars>
          <dgm:chMax val="1"/>
          <dgm:chPref val="1"/>
        </dgm:presLayoutVars>
      </dgm:prSet>
      <dgm:spPr/>
    </dgm:pt>
    <dgm:pt modelId="{B412EAF2-6B6D-4158-A684-79594C2BA9AE}" type="pres">
      <dgm:prSet presAssocID="{CCB986D9-A235-42C6-B743-923F2C75722E}" presName="sibTrans" presStyleCnt="0"/>
      <dgm:spPr/>
    </dgm:pt>
    <dgm:pt modelId="{6D85E6BD-ED4E-4E31-B71B-8B46410CDEEE}" type="pres">
      <dgm:prSet presAssocID="{A17F19C5-917F-4806-A240-3ABB126F8BF9}" presName="compNode" presStyleCnt="0"/>
      <dgm:spPr/>
    </dgm:pt>
    <dgm:pt modelId="{35352042-9C17-4BEB-8B3F-6D118A7CD878}" type="pres">
      <dgm:prSet presAssocID="{A17F19C5-917F-4806-A240-3ABB126F8BF9}" presName="iconBgRect" presStyleLbl="bgShp" presStyleIdx="1" presStyleCnt="3"/>
      <dgm:spPr/>
    </dgm:pt>
    <dgm:pt modelId="{5491A2AF-4C9B-4AF3-AD6A-EAEBC55910E4}" type="pres">
      <dgm:prSet presAssocID="{A17F19C5-917F-4806-A240-3ABB126F8BF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29E3526A-CB17-45A3-8692-76C0E97C93E0}" type="pres">
      <dgm:prSet presAssocID="{A17F19C5-917F-4806-A240-3ABB126F8BF9}" presName="spaceRect" presStyleCnt="0"/>
      <dgm:spPr/>
    </dgm:pt>
    <dgm:pt modelId="{BF1FF5A9-4888-4889-8E7A-36F84F517287}" type="pres">
      <dgm:prSet presAssocID="{A17F19C5-917F-4806-A240-3ABB126F8BF9}" presName="textRect" presStyleLbl="revTx" presStyleIdx="1" presStyleCnt="3">
        <dgm:presLayoutVars>
          <dgm:chMax val="1"/>
          <dgm:chPref val="1"/>
        </dgm:presLayoutVars>
      </dgm:prSet>
      <dgm:spPr/>
    </dgm:pt>
    <dgm:pt modelId="{0C8AF2F1-8804-4BF5-A549-CA0123D2DD05}" type="pres">
      <dgm:prSet presAssocID="{F3E4D7D9-4B46-4B68-A44A-F2CF890F4637}" presName="sibTrans" presStyleCnt="0"/>
      <dgm:spPr/>
    </dgm:pt>
    <dgm:pt modelId="{13CDEE32-BD17-48A4-9BCB-10AAF980106F}" type="pres">
      <dgm:prSet presAssocID="{CE22A360-69A7-4422-897A-EA6839FEDA69}" presName="compNode" presStyleCnt="0"/>
      <dgm:spPr/>
    </dgm:pt>
    <dgm:pt modelId="{86BD2818-7E5E-4553-92DE-3A014E1E98BD}" type="pres">
      <dgm:prSet presAssocID="{CE22A360-69A7-4422-897A-EA6839FEDA69}" presName="iconBgRect" presStyleLbl="bgShp" presStyleIdx="2" presStyleCnt="3"/>
      <dgm:spPr/>
    </dgm:pt>
    <dgm:pt modelId="{0223C520-8F31-48FA-BCE2-E7BE2FCB8731}" type="pres">
      <dgm:prSet presAssocID="{CE22A360-69A7-4422-897A-EA6839FEDA6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069AB703-E45B-4B72-B88F-14D435C9FF77}" type="pres">
      <dgm:prSet presAssocID="{CE22A360-69A7-4422-897A-EA6839FEDA69}" presName="spaceRect" presStyleCnt="0"/>
      <dgm:spPr/>
    </dgm:pt>
    <dgm:pt modelId="{CD16C1A9-F365-48C0-8692-685AD6F44B9D}" type="pres">
      <dgm:prSet presAssocID="{CE22A360-69A7-4422-897A-EA6839FEDA6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FD3441F-93E2-4FE6-BFFA-02C03DF8A6D4}" type="presOf" srcId="{CE22A360-69A7-4422-897A-EA6839FEDA69}" destId="{CD16C1A9-F365-48C0-8692-685AD6F44B9D}" srcOrd="0" destOrd="0" presId="urn:microsoft.com/office/officeart/2018/5/layout/IconCircleLabelList"/>
    <dgm:cxn modelId="{CB5A4052-1CE7-436E-A27F-8C5FC9B710B0}" srcId="{3792197E-2AE2-418A-BA16-394007D4C2F5}" destId="{A880AC99-DC4D-48A2-85E3-99F4435FA6E7}" srcOrd="0" destOrd="0" parTransId="{C3107726-987A-4A76-B1D0-0EF437A098D3}" sibTransId="{CCB986D9-A235-42C6-B743-923F2C75722E}"/>
    <dgm:cxn modelId="{09D1A4D9-EE92-4A2E-9577-C83322DCABDC}" type="presOf" srcId="{3792197E-2AE2-418A-BA16-394007D4C2F5}" destId="{559A2901-8392-4C3F-A143-D11F286A5037}" srcOrd="0" destOrd="0" presId="urn:microsoft.com/office/officeart/2018/5/layout/IconCircleLabelList"/>
    <dgm:cxn modelId="{6F5C41E4-8ACF-451F-8DFB-621071A8CFE0}" srcId="{3792197E-2AE2-418A-BA16-394007D4C2F5}" destId="{CE22A360-69A7-4422-897A-EA6839FEDA69}" srcOrd="2" destOrd="0" parTransId="{F0238143-E77E-4207-979F-C194E5EF5DD3}" sibTransId="{3C2215CF-2B8E-4BFB-A1ED-9FD8588825A5}"/>
    <dgm:cxn modelId="{C1BD76EE-44F7-4665-B0E1-17E86A884A7A}" type="presOf" srcId="{A17F19C5-917F-4806-A240-3ABB126F8BF9}" destId="{BF1FF5A9-4888-4889-8E7A-36F84F517287}" srcOrd="0" destOrd="0" presId="urn:microsoft.com/office/officeart/2018/5/layout/IconCircleLabelList"/>
    <dgm:cxn modelId="{22E339FB-A965-4BFE-A6A1-2843B8545757}" srcId="{3792197E-2AE2-418A-BA16-394007D4C2F5}" destId="{A17F19C5-917F-4806-A240-3ABB126F8BF9}" srcOrd="1" destOrd="0" parTransId="{B8E0C161-776E-4078-A569-5E5D63A6746E}" sibTransId="{F3E4D7D9-4B46-4B68-A44A-F2CF890F4637}"/>
    <dgm:cxn modelId="{3351E3FD-3523-429E-9D4F-710DDBE52E7E}" type="presOf" srcId="{A880AC99-DC4D-48A2-85E3-99F4435FA6E7}" destId="{8C9ED8D0-A72D-4D01-8B6E-ABE4C9AD8AFF}" srcOrd="0" destOrd="0" presId="urn:microsoft.com/office/officeart/2018/5/layout/IconCircleLabelList"/>
    <dgm:cxn modelId="{CD63F7F0-2BD7-4F08-AA78-BB896E3B0741}" type="presParOf" srcId="{559A2901-8392-4C3F-A143-D11F286A5037}" destId="{805BD4FD-9FEE-4890-926C-FBB29F65E665}" srcOrd="0" destOrd="0" presId="urn:microsoft.com/office/officeart/2018/5/layout/IconCircleLabelList"/>
    <dgm:cxn modelId="{344AFCDF-1DA1-4B2F-B1C7-AE9D6B0392CC}" type="presParOf" srcId="{805BD4FD-9FEE-4890-926C-FBB29F65E665}" destId="{92373B40-8139-431A-867D-D6FFBD510FD3}" srcOrd="0" destOrd="0" presId="urn:microsoft.com/office/officeart/2018/5/layout/IconCircleLabelList"/>
    <dgm:cxn modelId="{6DCC50CB-8FDD-432C-AFD3-8E69B42C33AF}" type="presParOf" srcId="{805BD4FD-9FEE-4890-926C-FBB29F65E665}" destId="{905A1C0A-6D26-4906-A765-3C450DDD685A}" srcOrd="1" destOrd="0" presId="urn:microsoft.com/office/officeart/2018/5/layout/IconCircleLabelList"/>
    <dgm:cxn modelId="{6F35C801-D56F-46C7-8D43-9C20D4888E51}" type="presParOf" srcId="{805BD4FD-9FEE-4890-926C-FBB29F65E665}" destId="{162F1721-E05D-4A85-903D-9B44430EAF1A}" srcOrd="2" destOrd="0" presId="urn:microsoft.com/office/officeart/2018/5/layout/IconCircleLabelList"/>
    <dgm:cxn modelId="{DBD35433-639B-45EE-9F1A-D8372CD41E8F}" type="presParOf" srcId="{805BD4FD-9FEE-4890-926C-FBB29F65E665}" destId="{8C9ED8D0-A72D-4D01-8B6E-ABE4C9AD8AFF}" srcOrd="3" destOrd="0" presId="urn:microsoft.com/office/officeart/2018/5/layout/IconCircleLabelList"/>
    <dgm:cxn modelId="{E8D6E3C5-719C-470D-9CAA-D8DC5EBA8CB5}" type="presParOf" srcId="{559A2901-8392-4C3F-A143-D11F286A5037}" destId="{B412EAF2-6B6D-4158-A684-79594C2BA9AE}" srcOrd="1" destOrd="0" presId="urn:microsoft.com/office/officeart/2018/5/layout/IconCircleLabelList"/>
    <dgm:cxn modelId="{931F680C-825B-4011-AFB5-9FF1119658BF}" type="presParOf" srcId="{559A2901-8392-4C3F-A143-D11F286A5037}" destId="{6D85E6BD-ED4E-4E31-B71B-8B46410CDEEE}" srcOrd="2" destOrd="0" presId="urn:microsoft.com/office/officeart/2018/5/layout/IconCircleLabelList"/>
    <dgm:cxn modelId="{96A3A8FA-9C3A-4FA5-A0C0-E76669F45034}" type="presParOf" srcId="{6D85E6BD-ED4E-4E31-B71B-8B46410CDEEE}" destId="{35352042-9C17-4BEB-8B3F-6D118A7CD878}" srcOrd="0" destOrd="0" presId="urn:microsoft.com/office/officeart/2018/5/layout/IconCircleLabelList"/>
    <dgm:cxn modelId="{289ABF35-2815-458F-BFE7-525E4B224513}" type="presParOf" srcId="{6D85E6BD-ED4E-4E31-B71B-8B46410CDEEE}" destId="{5491A2AF-4C9B-4AF3-AD6A-EAEBC55910E4}" srcOrd="1" destOrd="0" presId="urn:microsoft.com/office/officeart/2018/5/layout/IconCircleLabelList"/>
    <dgm:cxn modelId="{C2802329-0FBC-4BB6-A411-16B9274891FA}" type="presParOf" srcId="{6D85E6BD-ED4E-4E31-B71B-8B46410CDEEE}" destId="{29E3526A-CB17-45A3-8692-76C0E97C93E0}" srcOrd="2" destOrd="0" presId="urn:microsoft.com/office/officeart/2018/5/layout/IconCircleLabelList"/>
    <dgm:cxn modelId="{3F59A05E-C618-4FB5-BC0F-12FFA17367BC}" type="presParOf" srcId="{6D85E6BD-ED4E-4E31-B71B-8B46410CDEEE}" destId="{BF1FF5A9-4888-4889-8E7A-36F84F517287}" srcOrd="3" destOrd="0" presId="urn:microsoft.com/office/officeart/2018/5/layout/IconCircleLabelList"/>
    <dgm:cxn modelId="{80501B20-84FD-48FA-BC53-8BFAF8C3EEBC}" type="presParOf" srcId="{559A2901-8392-4C3F-A143-D11F286A5037}" destId="{0C8AF2F1-8804-4BF5-A549-CA0123D2DD05}" srcOrd="3" destOrd="0" presId="urn:microsoft.com/office/officeart/2018/5/layout/IconCircleLabelList"/>
    <dgm:cxn modelId="{5F5A6BD4-0A30-4B05-9DDE-FBE09D7DCF61}" type="presParOf" srcId="{559A2901-8392-4C3F-A143-D11F286A5037}" destId="{13CDEE32-BD17-48A4-9BCB-10AAF980106F}" srcOrd="4" destOrd="0" presId="urn:microsoft.com/office/officeart/2018/5/layout/IconCircleLabelList"/>
    <dgm:cxn modelId="{1147D2D8-3520-443A-9B59-D082983D0DF9}" type="presParOf" srcId="{13CDEE32-BD17-48A4-9BCB-10AAF980106F}" destId="{86BD2818-7E5E-4553-92DE-3A014E1E98BD}" srcOrd="0" destOrd="0" presId="urn:microsoft.com/office/officeart/2018/5/layout/IconCircleLabelList"/>
    <dgm:cxn modelId="{5CB1C3C7-996C-458F-90D2-8D2CADA78E66}" type="presParOf" srcId="{13CDEE32-BD17-48A4-9BCB-10AAF980106F}" destId="{0223C520-8F31-48FA-BCE2-E7BE2FCB8731}" srcOrd="1" destOrd="0" presId="urn:microsoft.com/office/officeart/2018/5/layout/IconCircleLabelList"/>
    <dgm:cxn modelId="{6E13509C-F87B-40D8-94FB-6BA4DCFD46BD}" type="presParOf" srcId="{13CDEE32-BD17-48A4-9BCB-10AAF980106F}" destId="{069AB703-E45B-4B72-B88F-14D435C9FF77}" srcOrd="2" destOrd="0" presId="urn:microsoft.com/office/officeart/2018/5/layout/IconCircleLabelList"/>
    <dgm:cxn modelId="{27EA07AE-2391-481D-BC96-39989A43DF4A}" type="presParOf" srcId="{13CDEE32-BD17-48A4-9BCB-10AAF980106F}" destId="{CD16C1A9-F365-48C0-8692-685AD6F44B9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D91E75-0929-42C3-85C3-B9A93C99C1C5}">
      <dsp:nvSpPr>
        <dsp:cNvPr id="0" name=""/>
        <dsp:cNvSpPr/>
      </dsp:nvSpPr>
      <dsp:spPr>
        <a:xfrm>
          <a:off x="6589" y="538553"/>
          <a:ext cx="1074937" cy="10749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A51CEE-D10E-4A0F-8411-7A9655B3E83D}">
      <dsp:nvSpPr>
        <dsp:cNvPr id="0" name=""/>
        <dsp:cNvSpPr/>
      </dsp:nvSpPr>
      <dsp:spPr>
        <a:xfrm>
          <a:off x="6589" y="1736536"/>
          <a:ext cx="3071250" cy="590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Invention: Airplane → Innovation: Commercial flights</a:t>
          </a:r>
        </a:p>
      </dsp:txBody>
      <dsp:txXfrm>
        <a:off x="6589" y="1736536"/>
        <a:ext cx="3071250" cy="590255"/>
      </dsp:txXfrm>
    </dsp:sp>
    <dsp:sp modelId="{9E1AE944-60E4-4499-802D-5EB2E609545A}">
      <dsp:nvSpPr>
        <dsp:cNvPr id="0" name=""/>
        <dsp:cNvSpPr/>
      </dsp:nvSpPr>
      <dsp:spPr>
        <a:xfrm>
          <a:off x="6589" y="2384021"/>
          <a:ext cx="3071250" cy="1016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 1903, the Wright brothers created the first human-piloted motorised aeroplane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Commercialization: after World War II with the rise of airlines like Pan Am and Boeing’s commercial jets</a:t>
          </a:r>
        </a:p>
      </dsp:txBody>
      <dsp:txXfrm>
        <a:off x="6589" y="2384021"/>
        <a:ext cx="3071250" cy="1016034"/>
      </dsp:txXfrm>
    </dsp:sp>
    <dsp:sp modelId="{EECAEDD0-A1D1-42B8-85AA-1F44065B9831}">
      <dsp:nvSpPr>
        <dsp:cNvPr id="0" name=""/>
        <dsp:cNvSpPr/>
      </dsp:nvSpPr>
      <dsp:spPr>
        <a:xfrm>
          <a:off x="3615308" y="538553"/>
          <a:ext cx="1074937" cy="10749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48D217-D3F3-4785-AFD8-220CB99EB419}">
      <dsp:nvSpPr>
        <dsp:cNvPr id="0" name=""/>
        <dsp:cNvSpPr/>
      </dsp:nvSpPr>
      <dsp:spPr>
        <a:xfrm>
          <a:off x="3615308" y="1736536"/>
          <a:ext cx="3071250" cy="590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Invention: Artificial Intelligence Algorithms → Innovation: Autonomous Vehicles</a:t>
          </a:r>
        </a:p>
      </dsp:txBody>
      <dsp:txXfrm>
        <a:off x="3615308" y="1736536"/>
        <a:ext cx="3071250" cy="590255"/>
      </dsp:txXfrm>
    </dsp:sp>
    <dsp:sp modelId="{BB2C2939-B8DF-46AF-BE8D-45BD52C26334}">
      <dsp:nvSpPr>
        <dsp:cNvPr id="0" name=""/>
        <dsp:cNvSpPr/>
      </dsp:nvSpPr>
      <dsp:spPr>
        <a:xfrm>
          <a:off x="3615308" y="2384021"/>
          <a:ext cx="3071250" cy="1016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Inventors: AI pioneers like Geoffrey Hinton, Yann LeCun, and Yoshua Bengio developed foundational algorithms in machine learning and neural networks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Commercialization: Companies such as Waymo (owned by Alphabet), Tesla, and Uber have turned AI algorithms into commercial products</a:t>
          </a:r>
        </a:p>
      </dsp:txBody>
      <dsp:txXfrm>
        <a:off x="3615308" y="2384021"/>
        <a:ext cx="3071250" cy="1016034"/>
      </dsp:txXfrm>
    </dsp:sp>
    <dsp:sp modelId="{3BB0610C-805A-480A-A26B-96839C054846}">
      <dsp:nvSpPr>
        <dsp:cNvPr id="0" name=""/>
        <dsp:cNvSpPr/>
      </dsp:nvSpPr>
      <dsp:spPr>
        <a:xfrm>
          <a:off x="7224027" y="538553"/>
          <a:ext cx="1074937" cy="1074937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3065C2-D71F-47E6-A09F-B2900AB9EF82}">
      <dsp:nvSpPr>
        <dsp:cNvPr id="0" name=""/>
        <dsp:cNvSpPr/>
      </dsp:nvSpPr>
      <dsp:spPr>
        <a:xfrm>
          <a:off x="7224027" y="1736536"/>
          <a:ext cx="3071250" cy="590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Invention: Lithium-Ion Battery Research → Innovation: Electric Vehicles </a:t>
          </a:r>
        </a:p>
      </dsp:txBody>
      <dsp:txXfrm>
        <a:off x="7224027" y="1736536"/>
        <a:ext cx="3071250" cy="590255"/>
      </dsp:txXfrm>
    </dsp:sp>
    <dsp:sp modelId="{29286292-419E-4F8F-9FF9-2AD8FDB99EF8}">
      <dsp:nvSpPr>
        <dsp:cNvPr id="0" name=""/>
        <dsp:cNvSpPr/>
      </dsp:nvSpPr>
      <dsp:spPr>
        <a:xfrm>
          <a:off x="7224027" y="2384021"/>
          <a:ext cx="3071250" cy="1016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Inventor: John B. Goodenough, along with a team of researchers, developed the lithium-ion battery in the late 1970s and 1980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Commercialization: Companies like Tesla, Panasonic, and LG Chem have commercialized lithium-ion batteries in consumer electronics and electric vehicle</a:t>
          </a:r>
        </a:p>
      </dsp:txBody>
      <dsp:txXfrm>
        <a:off x="7224027" y="2384021"/>
        <a:ext cx="3071250" cy="1016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F5C493-2CC5-4AFF-93F0-2060C6143D43}">
      <dsp:nvSpPr>
        <dsp:cNvPr id="0" name=""/>
        <dsp:cNvSpPr/>
      </dsp:nvSpPr>
      <dsp:spPr>
        <a:xfrm>
          <a:off x="0" y="675"/>
          <a:ext cx="6900512" cy="15813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CB06B7-303E-4C5F-AA70-ED94343E512D}">
      <dsp:nvSpPr>
        <dsp:cNvPr id="0" name=""/>
        <dsp:cNvSpPr/>
      </dsp:nvSpPr>
      <dsp:spPr>
        <a:xfrm>
          <a:off x="478363" y="356483"/>
          <a:ext cx="869752" cy="8697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AD6CD1-E14C-47C4-A18D-CC27D899AAEA}">
      <dsp:nvSpPr>
        <dsp:cNvPr id="0" name=""/>
        <dsp:cNvSpPr/>
      </dsp:nvSpPr>
      <dsp:spPr>
        <a:xfrm>
          <a:off x="1826480" y="675"/>
          <a:ext cx="5074031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"Have you ever been on a team project where the requirements changed at the last minute?"</a:t>
          </a:r>
        </a:p>
      </dsp:txBody>
      <dsp:txXfrm>
        <a:off x="1826480" y="675"/>
        <a:ext cx="5074031" cy="1581368"/>
      </dsp:txXfrm>
    </dsp:sp>
    <dsp:sp modelId="{9D45B8EF-A97F-4E7E-8CDC-49E9A6695054}">
      <dsp:nvSpPr>
        <dsp:cNvPr id="0" name=""/>
        <dsp:cNvSpPr/>
      </dsp:nvSpPr>
      <dsp:spPr>
        <a:xfrm>
          <a:off x="0" y="1977386"/>
          <a:ext cx="6900512" cy="158136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7DF9A9-2C7A-468F-A800-3443E8F224BC}">
      <dsp:nvSpPr>
        <dsp:cNvPr id="0" name=""/>
        <dsp:cNvSpPr/>
      </dsp:nvSpPr>
      <dsp:spPr>
        <a:xfrm>
          <a:off x="478363" y="2333194"/>
          <a:ext cx="869752" cy="8697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D0B070-6048-4190-A189-756EABB36A78}">
      <dsp:nvSpPr>
        <dsp:cNvPr id="0" name=""/>
        <dsp:cNvSpPr/>
      </dsp:nvSpPr>
      <dsp:spPr>
        <a:xfrm>
          <a:off x="1826480" y="1977386"/>
          <a:ext cx="5074031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"Have you ever submitted a project, only to be told it wasn't what the 'client' (teacher) wanted at all?"</a:t>
          </a:r>
        </a:p>
      </dsp:txBody>
      <dsp:txXfrm>
        <a:off x="1826480" y="1977386"/>
        <a:ext cx="5074031" cy="1581368"/>
      </dsp:txXfrm>
    </dsp:sp>
    <dsp:sp modelId="{753394BD-E0D8-447D-BDEC-A73AC1C060B4}">
      <dsp:nvSpPr>
        <dsp:cNvPr id="0" name=""/>
        <dsp:cNvSpPr/>
      </dsp:nvSpPr>
      <dsp:spPr>
        <a:xfrm>
          <a:off x="0" y="3954096"/>
          <a:ext cx="6900512" cy="158136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E0AE8F-1E8A-43B9-A7B2-C1657127BEA6}">
      <dsp:nvSpPr>
        <dsp:cNvPr id="0" name=""/>
        <dsp:cNvSpPr/>
      </dsp:nvSpPr>
      <dsp:spPr>
        <a:xfrm>
          <a:off x="478363" y="4309904"/>
          <a:ext cx="869752" cy="8697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AFB749-FC9D-4091-8E5C-AC507E5B4B2E}">
      <dsp:nvSpPr>
        <dsp:cNvPr id="0" name=""/>
        <dsp:cNvSpPr/>
      </dsp:nvSpPr>
      <dsp:spPr>
        <a:xfrm>
          <a:off x="1826480" y="3954096"/>
          <a:ext cx="5074031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"Have you ever been stuck waiting for one person to finish their part so you could start yours?"</a:t>
          </a:r>
        </a:p>
      </dsp:txBody>
      <dsp:txXfrm>
        <a:off x="1826480" y="3954096"/>
        <a:ext cx="5074031" cy="15813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373B40-8139-431A-867D-D6FFBD510FD3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5A1C0A-6D26-4906-A765-3C450DDD685A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9ED8D0-A72D-4D01-8B6E-ABE4C9AD8AFF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Agile project management (APM) is an </a:t>
          </a:r>
          <a:r>
            <a:rPr lang="en-US" sz="1500" b="1" kern="1200" dirty="0"/>
            <a:t>iterative approach</a:t>
          </a:r>
          <a:r>
            <a:rPr lang="en-US" sz="1500" kern="1200" dirty="0"/>
            <a:t> to planning and guiding project processes.</a:t>
          </a:r>
        </a:p>
      </dsp:txBody>
      <dsp:txXfrm>
        <a:off x="93445" y="3018902"/>
        <a:ext cx="3206250" cy="720000"/>
      </dsp:txXfrm>
    </dsp:sp>
    <dsp:sp modelId="{35352042-9C17-4BEB-8B3F-6D118A7CD878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91A2AF-4C9B-4AF3-AD6A-EAEBC55910E4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1FF5A9-4888-4889-8E7A-36F84F517287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It breaks project processes into</a:t>
          </a:r>
          <a:r>
            <a:rPr lang="en-US" sz="1500" b="1" kern="1200" dirty="0"/>
            <a:t> smaller cycles</a:t>
          </a:r>
          <a:r>
            <a:rPr lang="en-US" sz="1500" kern="1200" dirty="0"/>
            <a:t> known as sprints or </a:t>
          </a:r>
          <a:r>
            <a:rPr lang="en-US" sz="1500" b="1" kern="1200" dirty="0"/>
            <a:t>iterations</a:t>
          </a:r>
          <a:r>
            <a:rPr lang="en-US" sz="1500" kern="1200" dirty="0"/>
            <a:t>.</a:t>
          </a:r>
        </a:p>
      </dsp:txBody>
      <dsp:txXfrm>
        <a:off x="3860789" y="3018902"/>
        <a:ext cx="3206250" cy="720000"/>
      </dsp:txXfrm>
    </dsp:sp>
    <dsp:sp modelId="{86BD2818-7E5E-4553-92DE-3A014E1E98BD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23C520-8F31-48FA-BCE2-E7BE2FCB8731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6C1A9-F365-48C0-8692-685AD6F44B9D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 dirty="0"/>
            <a:t>Continuous releases </a:t>
          </a:r>
          <a:r>
            <a:rPr lang="en-US" sz="1500" kern="1200" dirty="0"/>
            <a:t>are a focus, incorporating feedback within each iteration.</a:t>
          </a:r>
        </a:p>
      </dsp:txBody>
      <dsp:txXfrm>
        <a:off x="7628133" y="3018902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07EA9D-9D99-4D76-AE7C-D4B405A1946E}" type="datetimeFigureOut"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BC5867-853C-46CD-8D4C-DFC08A00D94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974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www.pmi.org/-/media/pmi/documents/public/pdf/learning/thought-leadership/pulse/pmi-pulse-2020-appendix.pdf?v=f3ef13d4-2187-4818-a80e-dd8045157d97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tlassian.com/agile/agile-at-scale/spotify" TargetMode="External"/><Relationship Id="rId3" Type="http://schemas.openxmlformats.org/officeDocument/2006/relationships/hyperlink" Target="https://www.techtarget.com/searchcio/definition/Agile-project-management" TargetMode="External"/><Relationship Id="rId7" Type="http://schemas.openxmlformats.org/officeDocument/2006/relationships/hyperlink" Target="https://kanbanize.com/kanban-resources/getting-started/what-is-kanban" TargetMode="External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lean-software-development-lsd/" TargetMode="External"/><Relationship Id="rId5" Type="http://schemas.openxmlformats.org/officeDocument/2006/relationships/hyperlink" Target="https://scrumguides.org/" TargetMode="External"/><Relationship Id="rId4" Type="http://schemas.openxmlformats.org/officeDocument/2006/relationships/hyperlink" Target="https://monday.com/blog/project-management/waterfall-methodology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B6CD22E-2269-419F-9E81-016EA035D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77E0D1-3F21-AA6F-1DEB-EFF4EA104E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132" y="1295231"/>
            <a:ext cx="5895178" cy="3807446"/>
          </a:xfrm>
        </p:spPr>
        <p:txBody>
          <a:bodyPr anchor="b">
            <a:normAutofit/>
          </a:bodyPr>
          <a:lstStyle/>
          <a:p>
            <a:pPr algn="l"/>
            <a:r>
              <a:rPr lang="en-US" sz="6600" b="1">
                <a:latin typeface="Arial"/>
                <a:ea typeface="+mj-lt"/>
                <a:cs typeface="+mj-lt"/>
              </a:rPr>
              <a:t>Designing innovative products</a:t>
            </a:r>
            <a:br>
              <a:rPr lang="en-US" sz="6600" b="1">
                <a:latin typeface="Arial"/>
                <a:ea typeface="+mj-lt"/>
                <a:cs typeface="+mj-lt"/>
              </a:rPr>
            </a:br>
            <a:r>
              <a:rPr lang="en-US" sz="6600" b="1">
                <a:latin typeface="Arial"/>
                <a:cs typeface="Calibri Light"/>
              </a:rPr>
              <a:t>-introduction-</a:t>
            </a:r>
            <a:endParaRPr lang="en-US" sz="6600" b="1">
              <a:latin typeface="Arial"/>
              <a:cs typeface="Arial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A607D34-E2A9-4595-9DB2-5472E077C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7082" y="0"/>
            <a:ext cx="4884918" cy="6858000"/>
          </a:xfrm>
          <a:custGeom>
            <a:avLst/>
            <a:gdLst>
              <a:gd name="connsiteX0" fmla="*/ 1097203 w 4884918"/>
              <a:gd name="connsiteY0" fmla="*/ 0 h 6858000"/>
              <a:gd name="connsiteX1" fmla="*/ 1154155 w 4884918"/>
              <a:gd name="connsiteY1" fmla="*/ 0 h 6858000"/>
              <a:gd name="connsiteX2" fmla="*/ 972305 w 4884918"/>
              <a:gd name="connsiteY2" fmla="*/ 343212 h 6858000"/>
              <a:gd name="connsiteX3" fmla="*/ 780524 w 4884918"/>
              <a:gd name="connsiteY3" fmla="*/ 761067 h 6858000"/>
              <a:gd name="connsiteX4" fmla="*/ 737045 w 4884918"/>
              <a:gd name="connsiteY4" fmla="*/ 865164 h 6858000"/>
              <a:gd name="connsiteX5" fmla="*/ 762322 w 4884918"/>
              <a:gd name="connsiteY5" fmla="*/ 830676 h 6858000"/>
              <a:gd name="connsiteX6" fmla="*/ 1118805 w 4884918"/>
              <a:gd name="connsiteY6" fmla="*/ 160440 h 6858000"/>
              <a:gd name="connsiteX7" fmla="*/ 1221640 w 4884918"/>
              <a:gd name="connsiteY7" fmla="*/ 0 h 6858000"/>
              <a:gd name="connsiteX8" fmla="*/ 4884918 w 4884918"/>
              <a:gd name="connsiteY8" fmla="*/ 0 h 6858000"/>
              <a:gd name="connsiteX9" fmla="*/ 4884918 w 4884918"/>
              <a:gd name="connsiteY9" fmla="*/ 6857999 h 6858000"/>
              <a:gd name="connsiteX10" fmla="*/ 4884918 w 4884918"/>
              <a:gd name="connsiteY10" fmla="*/ 6858000 h 6858000"/>
              <a:gd name="connsiteX11" fmla="*/ 704817 w 4884918"/>
              <a:gd name="connsiteY11" fmla="*/ 6858000 h 6858000"/>
              <a:gd name="connsiteX12" fmla="*/ 618717 w 4884918"/>
              <a:gd name="connsiteY12" fmla="*/ 6672538 h 6858000"/>
              <a:gd name="connsiteX13" fmla="*/ 309324 w 4884918"/>
              <a:gd name="connsiteY13" fmla="*/ 5833618 h 6858000"/>
              <a:gd name="connsiteX14" fmla="*/ 209850 w 4884918"/>
              <a:gd name="connsiteY14" fmla="*/ 5484180 h 6858000"/>
              <a:gd name="connsiteX15" fmla="*/ 211619 w 4884918"/>
              <a:gd name="connsiteY15" fmla="*/ 5517653 h 6858000"/>
              <a:gd name="connsiteX16" fmla="*/ 361778 w 4884918"/>
              <a:gd name="connsiteY16" fmla="*/ 6145524 h 6858000"/>
              <a:gd name="connsiteX17" fmla="*/ 591356 w 4884918"/>
              <a:gd name="connsiteY17" fmla="*/ 6843306 h 6858000"/>
              <a:gd name="connsiteX18" fmla="*/ 597415 w 4884918"/>
              <a:gd name="connsiteY18" fmla="*/ 6858000 h 6858000"/>
              <a:gd name="connsiteX19" fmla="*/ 545224 w 4884918"/>
              <a:gd name="connsiteY19" fmla="*/ 6858000 h 6858000"/>
              <a:gd name="connsiteX20" fmla="*/ 533604 w 4884918"/>
              <a:gd name="connsiteY20" fmla="*/ 6830072 h 6858000"/>
              <a:gd name="connsiteX21" fmla="*/ 169657 w 4884918"/>
              <a:gd name="connsiteY21" fmla="*/ 5556577 h 6858000"/>
              <a:gd name="connsiteX22" fmla="*/ 12169 w 4884918"/>
              <a:gd name="connsiteY22" fmla="*/ 4362835 h 6858000"/>
              <a:gd name="connsiteX23" fmla="*/ 46168 w 4884918"/>
              <a:gd name="connsiteY23" fmla="*/ 3338487 h 6858000"/>
              <a:gd name="connsiteX24" fmla="*/ 490574 w 4884918"/>
              <a:gd name="connsiteY24" fmla="*/ 1381078 h 6858000"/>
              <a:gd name="connsiteX25" fmla="*/ 984701 w 4884918"/>
              <a:gd name="connsiteY25" fmla="*/ 2082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884918" h="6858000">
                <a:moveTo>
                  <a:pt x="1097203" y="0"/>
                </a:moveTo>
                <a:lnTo>
                  <a:pt x="1154155" y="0"/>
                </a:lnTo>
                <a:lnTo>
                  <a:pt x="972305" y="343212"/>
                </a:lnTo>
                <a:cubicBezTo>
                  <a:pt x="904739" y="480367"/>
                  <a:pt x="840941" y="619727"/>
                  <a:pt x="780524" y="761067"/>
                </a:cubicBezTo>
                <a:cubicBezTo>
                  <a:pt x="765737" y="795681"/>
                  <a:pt x="751579" y="830550"/>
                  <a:pt x="737045" y="865164"/>
                </a:cubicBezTo>
                <a:cubicBezTo>
                  <a:pt x="748306" y="856057"/>
                  <a:pt x="757014" y="844174"/>
                  <a:pt x="762322" y="830676"/>
                </a:cubicBezTo>
                <a:cubicBezTo>
                  <a:pt x="870201" y="600612"/>
                  <a:pt x="988539" y="376889"/>
                  <a:pt x="1118805" y="160440"/>
                </a:cubicBezTo>
                <a:lnTo>
                  <a:pt x="1221640" y="0"/>
                </a:lnTo>
                <a:lnTo>
                  <a:pt x="4884918" y="0"/>
                </a:lnTo>
                <a:lnTo>
                  <a:pt x="4884918" y="6857999"/>
                </a:lnTo>
                <a:lnTo>
                  <a:pt x="4884918" y="6858000"/>
                </a:lnTo>
                <a:lnTo>
                  <a:pt x="704817" y="6858000"/>
                </a:lnTo>
                <a:lnTo>
                  <a:pt x="618717" y="6672538"/>
                </a:lnTo>
                <a:cubicBezTo>
                  <a:pt x="501618" y="6400947"/>
                  <a:pt x="398622" y="6121213"/>
                  <a:pt x="309324" y="5833618"/>
                </a:cubicBezTo>
                <a:cubicBezTo>
                  <a:pt x="275071" y="5723183"/>
                  <a:pt x="246125" y="5611225"/>
                  <a:pt x="209850" y="5484180"/>
                </a:cubicBezTo>
                <a:cubicBezTo>
                  <a:pt x="209859" y="5495363"/>
                  <a:pt x="210448" y="5506534"/>
                  <a:pt x="211619" y="5517653"/>
                </a:cubicBezTo>
                <a:cubicBezTo>
                  <a:pt x="261166" y="5727113"/>
                  <a:pt x="303888" y="5938474"/>
                  <a:pt x="361778" y="6145524"/>
                </a:cubicBezTo>
                <a:cubicBezTo>
                  <a:pt x="428356" y="6383258"/>
                  <a:pt x="504422" y="6616111"/>
                  <a:pt x="591356" y="6843306"/>
                </a:cubicBezTo>
                <a:lnTo>
                  <a:pt x="597415" y="6858000"/>
                </a:lnTo>
                <a:lnTo>
                  <a:pt x="545224" y="6858000"/>
                </a:lnTo>
                <a:lnTo>
                  <a:pt x="533604" y="6830072"/>
                </a:lnTo>
                <a:cubicBezTo>
                  <a:pt x="376384" y="6416985"/>
                  <a:pt x="257344" y="5991917"/>
                  <a:pt x="169657" y="5556577"/>
                </a:cubicBezTo>
                <a:cubicBezTo>
                  <a:pt x="90154" y="5162256"/>
                  <a:pt x="43261" y="4763750"/>
                  <a:pt x="12169" y="4362835"/>
                </a:cubicBezTo>
                <a:cubicBezTo>
                  <a:pt x="-14122" y="4019865"/>
                  <a:pt x="4458" y="3679429"/>
                  <a:pt x="46168" y="3338487"/>
                </a:cubicBezTo>
                <a:cubicBezTo>
                  <a:pt x="125796" y="2672248"/>
                  <a:pt x="274744" y="2016203"/>
                  <a:pt x="490574" y="1381078"/>
                </a:cubicBezTo>
                <a:cubicBezTo>
                  <a:pt x="629230" y="976550"/>
                  <a:pt x="791584" y="584320"/>
                  <a:pt x="984701" y="208241"/>
                </a:cubicBez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180" y="5439978"/>
            <a:ext cx="5897880" cy="18288"/>
          </a:xfrm>
          <a:custGeom>
            <a:avLst/>
            <a:gdLst>
              <a:gd name="connsiteX0" fmla="*/ 0 w 5897880"/>
              <a:gd name="connsiteY0" fmla="*/ 0 h 18288"/>
              <a:gd name="connsiteX1" fmla="*/ 537362 w 5897880"/>
              <a:gd name="connsiteY1" fmla="*/ 0 h 18288"/>
              <a:gd name="connsiteX2" fmla="*/ 1133704 w 5897880"/>
              <a:gd name="connsiteY2" fmla="*/ 0 h 18288"/>
              <a:gd name="connsiteX3" fmla="*/ 1671066 w 5897880"/>
              <a:gd name="connsiteY3" fmla="*/ 0 h 18288"/>
              <a:gd name="connsiteX4" fmla="*/ 2385365 w 5897880"/>
              <a:gd name="connsiteY4" fmla="*/ 0 h 18288"/>
              <a:gd name="connsiteX5" fmla="*/ 3040685 w 5897880"/>
              <a:gd name="connsiteY5" fmla="*/ 0 h 18288"/>
              <a:gd name="connsiteX6" fmla="*/ 3696005 w 5897880"/>
              <a:gd name="connsiteY6" fmla="*/ 0 h 18288"/>
              <a:gd name="connsiteX7" fmla="*/ 4469282 w 5897880"/>
              <a:gd name="connsiteY7" fmla="*/ 0 h 18288"/>
              <a:gd name="connsiteX8" fmla="*/ 5183581 w 5897880"/>
              <a:gd name="connsiteY8" fmla="*/ 0 h 18288"/>
              <a:gd name="connsiteX9" fmla="*/ 5897880 w 5897880"/>
              <a:gd name="connsiteY9" fmla="*/ 0 h 18288"/>
              <a:gd name="connsiteX10" fmla="*/ 5897880 w 5897880"/>
              <a:gd name="connsiteY10" fmla="*/ 18288 h 18288"/>
              <a:gd name="connsiteX11" fmla="*/ 5419496 w 5897880"/>
              <a:gd name="connsiteY11" fmla="*/ 18288 h 18288"/>
              <a:gd name="connsiteX12" fmla="*/ 4882134 w 5897880"/>
              <a:gd name="connsiteY12" fmla="*/ 18288 h 18288"/>
              <a:gd name="connsiteX13" fmla="*/ 4167835 w 5897880"/>
              <a:gd name="connsiteY13" fmla="*/ 18288 h 18288"/>
              <a:gd name="connsiteX14" fmla="*/ 3394558 w 5897880"/>
              <a:gd name="connsiteY14" fmla="*/ 18288 h 18288"/>
              <a:gd name="connsiteX15" fmla="*/ 2798216 w 5897880"/>
              <a:gd name="connsiteY15" fmla="*/ 18288 h 18288"/>
              <a:gd name="connsiteX16" fmla="*/ 2024939 w 5897880"/>
              <a:gd name="connsiteY16" fmla="*/ 18288 h 18288"/>
              <a:gd name="connsiteX17" fmla="*/ 1487576 w 5897880"/>
              <a:gd name="connsiteY17" fmla="*/ 18288 h 18288"/>
              <a:gd name="connsiteX18" fmla="*/ 1009193 w 5897880"/>
              <a:gd name="connsiteY18" fmla="*/ 18288 h 18288"/>
              <a:gd name="connsiteX19" fmla="*/ 0 w 5897880"/>
              <a:gd name="connsiteY19" fmla="*/ 18288 h 18288"/>
              <a:gd name="connsiteX20" fmla="*/ 0 w 5897880"/>
              <a:gd name="connsiteY2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897880" h="18288" fill="none" extrusionOk="0">
                <a:moveTo>
                  <a:pt x="0" y="0"/>
                </a:moveTo>
                <a:cubicBezTo>
                  <a:pt x="232564" y="21549"/>
                  <a:pt x="389747" y="7320"/>
                  <a:pt x="537362" y="0"/>
                </a:cubicBezTo>
                <a:cubicBezTo>
                  <a:pt x="684977" y="-7320"/>
                  <a:pt x="894159" y="-7726"/>
                  <a:pt x="1133704" y="0"/>
                </a:cubicBezTo>
                <a:cubicBezTo>
                  <a:pt x="1373249" y="7726"/>
                  <a:pt x="1440352" y="-304"/>
                  <a:pt x="1671066" y="0"/>
                </a:cubicBezTo>
                <a:cubicBezTo>
                  <a:pt x="1901780" y="304"/>
                  <a:pt x="2091497" y="765"/>
                  <a:pt x="2385365" y="0"/>
                </a:cubicBezTo>
                <a:cubicBezTo>
                  <a:pt x="2679233" y="-765"/>
                  <a:pt x="2762926" y="2802"/>
                  <a:pt x="3040685" y="0"/>
                </a:cubicBezTo>
                <a:cubicBezTo>
                  <a:pt x="3318444" y="-2802"/>
                  <a:pt x="3409726" y="9093"/>
                  <a:pt x="3696005" y="0"/>
                </a:cubicBezTo>
                <a:cubicBezTo>
                  <a:pt x="3982284" y="-9093"/>
                  <a:pt x="4087272" y="27119"/>
                  <a:pt x="4469282" y="0"/>
                </a:cubicBezTo>
                <a:cubicBezTo>
                  <a:pt x="4851292" y="-27119"/>
                  <a:pt x="4924835" y="26473"/>
                  <a:pt x="5183581" y="0"/>
                </a:cubicBezTo>
                <a:cubicBezTo>
                  <a:pt x="5442327" y="-26473"/>
                  <a:pt x="5598463" y="7328"/>
                  <a:pt x="5897880" y="0"/>
                </a:cubicBezTo>
                <a:cubicBezTo>
                  <a:pt x="5898259" y="7355"/>
                  <a:pt x="5898164" y="10249"/>
                  <a:pt x="5897880" y="18288"/>
                </a:cubicBezTo>
                <a:cubicBezTo>
                  <a:pt x="5682742" y="31268"/>
                  <a:pt x="5520014" y="14700"/>
                  <a:pt x="5419496" y="18288"/>
                </a:cubicBezTo>
                <a:cubicBezTo>
                  <a:pt x="5318978" y="21876"/>
                  <a:pt x="5012864" y="-2446"/>
                  <a:pt x="4882134" y="18288"/>
                </a:cubicBezTo>
                <a:cubicBezTo>
                  <a:pt x="4751404" y="39022"/>
                  <a:pt x="4313676" y="-3937"/>
                  <a:pt x="4167835" y="18288"/>
                </a:cubicBezTo>
                <a:cubicBezTo>
                  <a:pt x="4021994" y="40513"/>
                  <a:pt x="3715729" y="50049"/>
                  <a:pt x="3394558" y="18288"/>
                </a:cubicBezTo>
                <a:cubicBezTo>
                  <a:pt x="3073387" y="-13473"/>
                  <a:pt x="3093227" y="29828"/>
                  <a:pt x="2798216" y="18288"/>
                </a:cubicBezTo>
                <a:cubicBezTo>
                  <a:pt x="2503205" y="6748"/>
                  <a:pt x="2297615" y="22459"/>
                  <a:pt x="2024939" y="18288"/>
                </a:cubicBezTo>
                <a:cubicBezTo>
                  <a:pt x="1752263" y="14117"/>
                  <a:pt x="1629814" y="-5485"/>
                  <a:pt x="1487576" y="18288"/>
                </a:cubicBezTo>
                <a:cubicBezTo>
                  <a:pt x="1345338" y="42061"/>
                  <a:pt x="1238885" y="15810"/>
                  <a:pt x="1009193" y="18288"/>
                </a:cubicBezTo>
                <a:cubicBezTo>
                  <a:pt x="779501" y="20766"/>
                  <a:pt x="441829" y="-24679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5897880" h="18288" stroke="0" extrusionOk="0">
                <a:moveTo>
                  <a:pt x="0" y="0"/>
                </a:moveTo>
                <a:cubicBezTo>
                  <a:pt x="196299" y="-26676"/>
                  <a:pt x="463834" y="6738"/>
                  <a:pt x="596341" y="0"/>
                </a:cubicBezTo>
                <a:cubicBezTo>
                  <a:pt x="728848" y="-6738"/>
                  <a:pt x="857267" y="1845"/>
                  <a:pt x="1074725" y="0"/>
                </a:cubicBezTo>
                <a:cubicBezTo>
                  <a:pt x="1292183" y="-1845"/>
                  <a:pt x="1545672" y="3744"/>
                  <a:pt x="1848002" y="0"/>
                </a:cubicBezTo>
                <a:cubicBezTo>
                  <a:pt x="2150332" y="-3744"/>
                  <a:pt x="2306688" y="-14526"/>
                  <a:pt x="2444344" y="0"/>
                </a:cubicBezTo>
                <a:cubicBezTo>
                  <a:pt x="2582000" y="14526"/>
                  <a:pt x="2761095" y="-11862"/>
                  <a:pt x="3040685" y="0"/>
                </a:cubicBezTo>
                <a:cubicBezTo>
                  <a:pt x="3320275" y="11862"/>
                  <a:pt x="3622320" y="-32867"/>
                  <a:pt x="3813962" y="0"/>
                </a:cubicBezTo>
                <a:cubicBezTo>
                  <a:pt x="4005604" y="32867"/>
                  <a:pt x="4117810" y="-10778"/>
                  <a:pt x="4351325" y="0"/>
                </a:cubicBezTo>
                <a:cubicBezTo>
                  <a:pt x="4584840" y="10778"/>
                  <a:pt x="4963783" y="-32384"/>
                  <a:pt x="5124602" y="0"/>
                </a:cubicBezTo>
                <a:cubicBezTo>
                  <a:pt x="5285421" y="32384"/>
                  <a:pt x="5705238" y="-29538"/>
                  <a:pt x="5897880" y="0"/>
                </a:cubicBezTo>
                <a:cubicBezTo>
                  <a:pt x="5898220" y="5688"/>
                  <a:pt x="5897711" y="13142"/>
                  <a:pt x="5897880" y="18288"/>
                </a:cubicBezTo>
                <a:cubicBezTo>
                  <a:pt x="5630425" y="-1425"/>
                  <a:pt x="5532865" y="12244"/>
                  <a:pt x="5242560" y="18288"/>
                </a:cubicBezTo>
                <a:cubicBezTo>
                  <a:pt x="4952255" y="24332"/>
                  <a:pt x="4783060" y="5748"/>
                  <a:pt x="4646219" y="18288"/>
                </a:cubicBezTo>
                <a:cubicBezTo>
                  <a:pt x="4509378" y="30828"/>
                  <a:pt x="4163771" y="-13995"/>
                  <a:pt x="3872941" y="18288"/>
                </a:cubicBezTo>
                <a:cubicBezTo>
                  <a:pt x="3582111" y="50571"/>
                  <a:pt x="3362704" y="-1402"/>
                  <a:pt x="3099664" y="18288"/>
                </a:cubicBezTo>
                <a:cubicBezTo>
                  <a:pt x="2836624" y="37978"/>
                  <a:pt x="2747441" y="19657"/>
                  <a:pt x="2562301" y="18288"/>
                </a:cubicBezTo>
                <a:cubicBezTo>
                  <a:pt x="2377161" y="16919"/>
                  <a:pt x="2104946" y="21735"/>
                  <a:pt x="1906981" y="18288"/>
                </a:cubicBezTo>
                <a:cubicBezTo>
                  <a:pt x="1709016" y="14841"/>
                  <a:pt x="1304654" y="-2323"/>
                  <a:pt x="1133704" y="18288"/>
                </a:cubicBezTo>
                <a:cubicBezTo>
                  <a:pt x="962754" y="38899"/>
                  <a:pt x="457048" y="2985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ketch line 2">
            <a:extLst>
              <a:ext uri="{FF2B5EF4-FFF2-40B4-BE49-F238E27FC236}">
                <a16:creationId xmlns:a16="http://schemas.microsoft.com/office/drawing/2014/main" id="{8FFD9892-EDE5-4886-A313-66099DA8C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0653" y="5626353"/>
            <a:ext cx="3479619" cy="18288"/>
          </a:xfrm>
          <a:custGeom>
            <a:avLst/>
            <a:gdLst>
              <a:gd name="connsiteX0" fmla="*/ 0 w 3479619"/>
              <a:gd name="connsiteY0" fmla="*/ 0 h 18288"/>
              <a:gd name="connsiteX1" fmla="*/ 661128 w 3479619"/>
              <a:gd name="connsiteY1" fmla="*/ 0 h 18288"/>
              <a:gd name="connsiteX2" fmla="*/ 1357051 w 3479619"/>
              <a:gd name="connsiteY2" fmla="*/ 0 h 18288"/>
              <a:gd name="connsiteX3" fmla="*/ 2087771 w 3479619"/>
              <a:gd name="connsiteY3" fmla="*/ 0 h 18288"/>
              <a:gd name="connsiteX4" fmla="*/ 2818491 w 3479619"/>
              <a:gd name="connsiteY4" fmla="*/ 0 h 18288"/>
              <a:gd name="connsiteX5" fmla="*/ 3479619 w 3479619"/>
              <a:gd name="connsiteY5" fmla="*/ 0 h 18288"/>
              <a:gd name="connsiteX6" fmla="*/ 3479619 w 3479619"/>
              <a:gd name="connsiteY6" fmla="*/ 18288 h 18288"/>
              <a:gd name="connsiteX7" fmla="*/ 2714103 w 3479619"/>
              <a:gd name="connsiteY7" fmla="*/ 18288 h 18288"/>
              <a:gd name="connsiteX8" fmla="*/ 1948587 w 3479619"/>
              <a:gd name="connsiteY8" fmla="*/ 18288 h 18288"/>
              <a:gd name="connsiteX9" fmla="*/ 1252663 w 3479619"/>
              <a:gd name="connsiteY9" fmla="*/ 18288 h 18288"/>
              <a:gd name="connsiteX10" fmla="*/ 0 w 3479619"/>
              <a:gd name="connsiteY10" fmla="*/ 18288 h 18288"/>
              <a:gd name="connsiteX11" fmla="*/ 0 w 3479619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79619" h="18288" fill="none" extrusionOk="0">
                <a:moveTo>
                  <a:pt x="0" y="0"/>
                </a:moveTo>
                <a:cubicBezTo>
                  <a:pt x="178395" y="-3637"/>
                  <a:pt x="368619" y="-28254"/>
                  <a:pt x="661128" y="0"/>
                </a:cubicBezTo>
                <a:cubicBezTo>
                  <a:pt x="953637" y="28254"/>
                  <a:pt x="1022982" y="-4416"/>
                  <a:pt x="1357051" y="0"/>
                </a:cubicBezTo>
                <a:cubicBezTo>
                  <a:pt x="1691120" y="4416"/>
                  <a:pt x="1729558" y="27777"/>
                  <a:pt x="2087771" y="0"/>
                </a:cubicBezTo>
                <a:cubicBezTo>
                  <a:pt x="2445984" y="-27777"/>
                  <a:pt x="2592094" y="4429"/>
                  <a:pt x="2818491" y="0"/>
                </a:cubicBezTo>
                <a:cubicBezTo>
                  <a:pt x="3044888" y="-4429"/>
                  <a:pt x="3204567" y="26471"/>
                  <a:pt x="3479619" y="0"/>
                </a:cubicBezTo>
                <a:cubicBezTo>
                  <a:pt x="3478910" y="8157"/>
                  <a:pt x="3479206" y="12125"/>
                  <a:pt x="3479619" y="18288"/>
                </a:cubicBezTo>
                <a:cubicBezTo>
                  <a:pt x="3315855" y="-2963"/>
                  <a:pt x="3094885" y="26965"/>
                  <a:pt x="2714103" y="18288"/>
                </a:cubicBezTo>
                <a:cubicBezTo>
                  <a:pt x="2333321" y="9611"/>
                  <a:pt x="2260528" y="-15335"/>
                  <a:pt x="1948587" y="18288"/>
                </a:cubicBezTo>
                <a:cubicBezTo>
                  <a:pt x="1636646" y="51911"/>
                  <a:pt x="1489816" y="46369"/>
                  <a:pt x="1252663" y="18288"/>
                </a:cubicBezTo>
                <a:cubicBezTo>
                  <a:pt x="1015510" y="-9793"/>
                  <a:pt x="519812" y="-12177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479619" h="18288" stroke="0" extrusionOk="0">
                <a:moveTo>
                  <a:pt x="0" y="0"/>
                </a:moveTo>
                <a:cubicBezTo>
                  <a:pt x="326045" y="25020"/>
                  <a:pt x="425411" y="-17676"/>
                  <a:pt x="661128" y="0"/>
                </a:cubicBezTo>
                <a:cubicBezTo>
                  <a:pt x="896845" y="17676"/>
                  <a:pt x="1124825" y="1478"/>
                  <a:pt x="1252663" y="0"/>
                </a:cubicBezTo>
                <a:cubicBezTo>
                  <a:pt x="1380502" y="-1478"/>
                  <a:pt x="1694914" y="11788"/>
                  <a:pt x="2018179" y="0"/>
                </a:cubicBezTo>
                <a:cubicBezTo>
                  <a:pt x="2341444" y="-11788"/>
                  <a:pt x="2451167" y="12596"/>
                  <a:pt x="2679307" y="0"/>
                </a:cubicBezTo>
                <a:cubicBezTo>
                  <a:pt x="2907447" y="-12596"/>
                  <a:pt x="3094555" y="23821"/>
                  <a:pt x="3479619" y="0"/>
                </a:cubicBezTo>
                <a:cubicBezTo>
                  <a:pt x="3479355" y="4493"/>
                  <a:pt x="3480003" y="9472"/>
                  <a:pt x="3479619" y="18288"/>
                </a:cubicBezTo>
                <a:cubicBezTo>
                  <a:pt x="3311729" y="36782"/>
                  <a:pt x="3015946" y="7938"/>
                  <a:pt x="2783695" y="18288"/>
                </a:cubicBezTo>
                <a:cubicBezTo>
                  <a:pt x="2551444" y="28638"/>
                  <a:pt x="2398767" y="-13940"/>
                  <a:pt x="2018179" y="18288"/>
                </a:cubicBezTo>
                <a:cubicBezTo>
                  <a:pt x="1637591" y="50516"/>
                  <a:pt x="1634873" y="-6356"/>
                  <a:pt x="1426644" y="18288"/>
                </a:cubicBezTo>
                <a:cubicBezTo>
                  <a:pt x="1218415" y="42932"/>
                  <a:pt x="1006973" y="4094"/>
                  <a:pt x="730720" y="18288"/>
                </a:cubicBezTo>
                <a:cubicBezTo>
                  <a:pt x="454467" y="32482"/>
                  <a:pt x="291313" y="3910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473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724929-A5C2-D71B-4BFE-EF04E1CDA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>
                <a:cs typeface="Calibri Light"/>
              </a:rPr>
              <a:t>Tech</a:t>
            </a:r>
            <a:endParaRPr lang="en-US" sz="5400"/>
          </a:p>
        </p:txBody>
      </p:sp>
      <p:pic>
        <p:nvPicPr>
          <p:cNvPr id="5" name="Picture 4" descr="Light bulb on yellow background with sketched light beams and cord">
            <a:extLst>
              <a:ext uri="{FF2B5EF4-FFF2-40B4-BE49-F238E27FC236}">
                <a16:creationId xmlns:a16="http://schemas.microsoft.com/office/drawing/2014/main" id="{5F3120D9-C556-FFFF-D5D6-04FEE59C29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272" r="7948" b="3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BA976-22EE-DD41-5597-9BAD9AC9D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cs typeface="Calibri"/>
              </a:rPr>
              <a:t>Sem 1: Innovation in project Management: Agile</a:t>
            </a:r>
          </a:p>
          <a:p>
            <a:r>
              <a:rPr lang="en-US" sz="2200" dirty="0">
                <a:cs typeface="Calibri"/>
              </a:rPr>
              <a:t>Sem 2: Innovation in UX/UI</a:t>
            </a:r>
            <a:endParaRPr lang="en-US" sz="2200" dirty="0">
              <a:ea typeface="Calibri"/>
              <a:cs typeface="Calibri"/>
            </a:endParaRPr>
          </a:p>
          <a:p>
            <a:r>
              <a:rPr lang="en-US" sz="2200" dirty="0">
                <a:cs typeface="Calibri"/>
              </a:rPr>
              <a:t>Sem 3: Innovative products with AI. Data</a:t>
            </a:r>
            <a:endParaRPr lang="en-US" sz="2200" dirty="0">
              <a:ea typeface="Calibri"/>
              <a:cs typeface="Calibri"/>
            </a:endParaRPr>
          </a:p>
          <a:p>
            <a:r>
              <a:rPr lang="en-US" sz="2200" dirty="0">
                <a:cs typeface="Calibri"/>
              </a:rPr>
              <a:t>Sem 4: Innovative products with AI. Train</a:t>
            </a:r>
            <a:endParaRPr lang="en-US" sz="2200" dirty="0">
              <a:ea typeface="Calibri"/>
              <a:cs typeface="Calibri"/>
            </a:endParaRPr>
          </a:p>
          <a:p>
            <a:r>
              <a:rPr lang="en-US" sz="2200" dirty="0">
                <a:cs typeface="Calibri"/>
              </a:rPr>
              <a:t>Sem 5: Innovative products with AI. Deploy</a:t>
            </a:r>
            <a:endParaRPr lang="en-US" sz="2200" dirty="0">
              <a:ea typeface="Calibri"/>
              <a:cs typeface="Calibri"/>
            </a:endParaRPr>
          </a:p>
          <a:p>
            <a:r>
              <a:rPr lang="en-US" sz="2200" dirty="0">
                <a:cs typeface="Calibri"/>
              </a:rPr>
              <a:t>Sem 6: Data driven innovation</a:t>
            </a:r>
            <a:endParaRPr lang="en-US" sz="2200" dirty="0">
              <a:ea typeface="Calibri"/>
              <a:cs typeface="Calibri"/>
            </a:endParaRPr>
          </a:p>
          <a:p>
            <a:r>
              <a:rPr lang="en-US" sz="2200" dirty="0">
                <a:cs typeface="Calibri"/>
              </a:rPr>
              <a:t>Sem 7: Habit forming products</a:t>
            </a:r>
            <a:endParaRPr lang="en-US" sz="2200" dirty="0">
              <a:ea typeface="Calibri"/>
              <a:cs typeface="Calibri"/>
            </a:endParaRPr>
          </a:p>
          <a:p>
            <a:endParaRPr lang="en-US" sz="2200">
              <a:cs typeface="Calibri"/>
            </a:endParaRPr>
          </a:p>
          <a:p>
            <a:pPr marL="0" indent="0">
              <a:buNone/>
            </a:pPr>
            <a:endParaRPr lang="en-US" sz="22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57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Let’s get organized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Final grade =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/>
              <a:t>40%  milestones +</a:t>
            </a:r>
          </a:p>
          <a:p>
            <a:pPr lvl="1"/>
            <a:r>
              <a:rPr lang="en-US" dirty="0"/>
              <a:t>60%  demo Day</a:t>
            </a:r>
          </a:p>
          <a:p>
            <a:pPr lvl="1"/>
            <a:endParaRPr lang="en-US" dirty="0"/>
          </a:p>
          <a:p>
            <a:r>
              <a:rPr lang="en-US" dirty="0"/>
              <a:t>Each 2 week of delay = </a:t>
            </a:r>
            <a:r>
              <a:rPr lang="en-US" b="1" dirty="0"/>
              <a:t>–2p</a:t>
            </a:r>
            <a:r>
              <a:rPr lang="en-US" dirty="0"/>
              <a:t> from the milestone grade.</a:t>
            </a:r>
          </a:p>
          <a:p>
            <a:pPr lvl="1"/>
            <a:r>
              <a:rPr lang="en-US" dirty="0"/>
              <a:t>Each milestone is uploaded on MS Teams Assignments by one team member</a:t>
            </a:r>
          </a:p>
          <a:p>
            <a:r>
              <a:rPr lang="en-US" dirty="0"/>
              <a:t>Teams should participate to the ~4 meets with the challenge owner.</a:t>
            </a:r>
          </a:p>
          <a:p>
            <a:r>
              <a:rPr lang="en-US" dirty="0"/>
              <a:t>All team members should participate to the </a:t>
            </a:r>
            <a:r>
              <a:rPr lang="en-US" dirty="0" err="1"/>
              <a:t>DemoDay</a:t>
            </a:r>
            <a:r>
              <a:rPr lang="en-US" dirty="0"/>
              <a:t> (week 14).</a:t>
            </a:r>
          </a:p>
          <a:p>
            <a:r>
              <a:rPr lang="en-US" dirty="0">
                <a:ea typeface="Calibri" panose="020F0502020204030204"/>
                <a:cs typeface="Calibri" panose="020F0502020204030204"/>
              </a:rPr>
              <a:t>Max 2 absences from the lab</a:t>
            </a:r>
          </a:p>
        </p:txBody>
      </p:sp>
    </p:spTree>
    <p:extLst>
      <p:ext uri="{BB962C8B-B14F-4D97-AF65-F5344CB8AC3E}">
        <p14:creationId xmlns:p14="http://schemas.microsoft.com/office/powerpoint/2010/main" val="808784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6A3F5-C316-BE81-D695-09FE51AED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600" b="1">
                <a:latin typeface="Calibri"/>
                <a:ea typeface="Calibri"/>
                <a:cs typeface="Calibri"/>
              </a:rPr>
              <a:t>What is innovation?</a:t>
            </a:r>
            <a:endParaRPr lang="en-US" sz="3600"/>
          </a:p>
        </p:txBody>
      </p:sp>
      <p:pic>
        <p:nvPicPr>
          <p:cNvPr id="12" name="Picture 11" descr="Small white light bulbs with one large yellow light bulb drawn on a black surface">
            <a:extLst>
              <a:ext uri="{FF2B5EF4-FFF2-40B4-BE49-F238E27FC236}">
                <a16:creationId xmlns:a16="http://schemas.microsoft.com/office/drawing/2014/main" id="{2559F53A-B732-543D-1DF9-347F608B2F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713" b="26692"/>
          <a:stretch/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85042-1469-4C0F-31AB-BF2EECF46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en-US" sz="1800" b="1">
              <a:ea typeface="Calibri"/>
              <a:cs typeface="Calibri"/>
            </a:endParaRPr>
          </a:p>
          <a:p>
            <a:endParaRPr lang="en-US" sz="18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1846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480109-51DF-08DC-9322-2F2FC6E49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b="1" dirty="0">
                <a:solidFill>
                  <a:srgbClr val="00B050"/>
                </a:solidFill>
                <a:ea typeface="Calibri Light"/>
                <a:cs typeface="Calibri Light"/>
              </a:rPr>
              <a:t>Innovation </a:t>
            </a:r>
            <a:r>
              <a:rPr lang="en-US" sz="5400" dirty="0">
                <a:ea typeface="Calibri Light"/>
                <a:cs typeface="Calibri Light"/>
              </a:rPr>
              <a:t>Is not </a:t>
            </a:r>
            <a:r>
              <a:rPr lang="en-US" sz="5400" b="1" dirty="0">
                <a:solidFill>
                  <a:srgbClr val="FF0000"/>
                </a:solidFill>
                <a:ea typeface="Calibri Light"/>
                <a:cs typeface="Calibri Light"/>
              </a:rPr>
              <a:t>Invention</a:t>
            </a:r>
            <a:endParaRPr lang="en-US" sz="5400" b="1" dirty="0">
              <a:solidFill>
                <a:srgbClr val="FF0000"/>
              </a:solidFill>
            </a:endParaRP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29CEB59-EC44-1E1F-8D6B-F46B3CA9E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589029" cy="36559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ea typeface="Calibri"/>
                <a:cs typeface="Calibri"/>
              </a:rPr>
              <a:t>May include </a:t>
            </a:r>
            <a:r>
              <a:rPr lang="en-US" sz="2200" b="1" dirty="0">
                <a:solidFill>
                  <a:srgbClr val="FF0000"/>
                </a:solidFill>
                <a:ea typeface="Calibri"/>
                <a:cs typeface="Calibri"/>
              </a:rPr>
              <a:t>invention </a:t>
            </a:r>
            <a:r>
              <a:rPr lang="en-US" sz="2200" dirty="0">
                <a:ea typeface="Calibri"/>
                <a:cs typeface="Calibri"/>
              </a:rPr>
              <a:t>but requires many other things: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dirty="0">
                <a:ea typeface="Calibri"/>
                <a:cs typeface="Calibri"/>
              </a:rPr>
              <a:t>Deep understanding of customers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dirty="0">
                <a:ea typeface="Calibri"/>
                <a:cs typeface="Calibri"/>
              </a:rPr>
              <a:t>How can work with partners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dirty="0">
                <a:ea typeface="Calibri"/>
                <a:cs typeface="Calibri"/>
              </a:rPr>
              <a:t>How it will pay for itself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 sz="1800" dirty="0">
              <a:ea typeface="Calibri"/>
              <a:cs typeface="Calibri"/>
            </a:endParaRPr>
          </a:p>
          <a:p>
            <a:r>
              <a:rPr lang="en-US" sz="2200" dirty="0">
                <a:ea typeface="Calibri"/>
                <a:cs typeface="Calibri"/>
              </a:rPr>
              <a:t>Innovations are based on </a:t>
            </a:r>
            <a:r>
              <a:rPr lang="en-US" sz="2200" b="1" dirty="0">
                <a:ea typeface="Calibri"/>
                <a:cs typeface="Calibri"/>
              </a:rPr>
              <a:t>previous </a:t>
            </a:r>
            <a:r>
              <a:rPr lang="en-US" sz="2200" dirty="0">
                <a:ea typeface="Calibri"/>
                <a:cs typeface="Calibri"/>
              </a:rPr>
              <a:t>advances. Don't have to be new to the world.</a:t>
            </a:r>
          </a:p>
          <a:p>
            <a:pPr marL="457200" lvl="1" indent="0">
              <a:buNone/>
            </a:pPr>
            <a:endParaRPr lang="en-US" sz="1800" dirty="0">
              <a:ea typeface="Calibri"/>
              <a:cs typeface="Calibri"/>
            </a:endParaRPr>
          </a:p>
        </p:txBody>
      </p:sp>
      <p:pic>
        <p:nvPicPr>
          <p:cNvPr id="4" name="Content Placeholder 3" descr="A red rectangular sign with white text&#10;&#10;Description automatically generated">
            <a:extLst>
              <a:ext uri="{FF2B5EF4-FFF2-40B4-BE49-F238E27FC236}">
                <a16:creationId xmlns:a16="http://schemas.microsoft.com/office/drawing/2014/main" id="{5E7F12D7-575F-FAA8-F6C9-CE9ABD4685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92" r="33957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77924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6B5E2835-4E47-45B3-9CFE-732FF7B0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diagram of a graph&#10;&#10;Description automatically generated">
            <a:extLst>
              <a:ext uri="{FF2B5EF4-FFF2-40B4-BE49-F238E27FC236}">
                <a16:creationId xmlns:a16="http://schemas.microsoft.com/office/drawing/2014/main" id="{05826389-5B39-B969-DF2D-A30208152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90" r="-1" b="-1"/>
          <a:stretch/>
        </p:blipFill>
        <p:spPr>
          <a:xfrm>
            <a:off x="3242695" y="10"/>
            <a:ext cx="8949307" cy="6857990"/>
          </a:xfrm>
          <a:custGeom>
            <a:avLst/>
            <a:gdLst/>
            <a:ahLst/>
            <a:cxnLst/>
            <a:rect l="l" t="t" r="r" b="b"/>
            <a:pathLst>
              <a:path w="8949307" h="6858000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34" name="Freeform: Shape 33">
            <a:extLst>
              <a:ext uri="{FF2B5EF4-FFF2-40B4-BE49-F238E27FC236}">
                <a16:creationId xmlns:a16="http://schemas.microsoft.com/office/drawing/2014/main" id="{5B45AD5D-AA52-4F7B-9362-576A39AD9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D5D5D5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1" name="Freeform: Shape 30">
            <a:extLst>
              <a:ext uri="{FF2B5EF4-FFF2-40B4-BE49-F238E27FC236}">
                <a16:creationId xmlns:a16="http://schemas.microsoft.com/office/drawing/2014/main" id="{AEDD7960-4866-4399-BEF6-DD1431AB4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F4EF4-1095-442B-9106-ABFEDD01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Def.</a:t>
            </a:r>
            <a:endParaRPr lang="en-US" sz="40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63BCF-2527-1B61-4115-E3A201359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ea typeface="Calibri"/>
                <a:cs typeface="Calibri"/>
              </a:rPr>
              <a:t>Innovation requires </a:t>
            </a:r>
            <a:r>
              <a:rPr lang="en-US" sz="2400" b="1" dirty="0">
                <a:ea typeface="Calibri"/>
                <a:cs typeface="Calibri"/>
              </a:rPr>
              <a:t>Identifying</a:t>
            </a:r>
            <a:r>
              <a:rPr lang="en-US" sz="2400" b="1" baseline="30000" dirty="0">
                <a:ea typeface="Calibri"/>
                <a:cs typeface="Calibri"/>
              </a:rPr>
              <a:t>1</a:t>
            </a:r>
            <a:r>
              <a:rPr lang="en-US" sz="2400" b="1" dirty="0">
                <a:ea typeface="Calibri"/>
                <a:cs typeface="Calibri"/>
              </a:rPr>
              <a:t> </a:t>
            </a:r>
            <a:r>
              <a:rPr lang="en-US" sz="2400" dirty="0">
                <a:ea typeface="Calibri"/>
                <a:cs typeface="Calibri"/>
              </a:rPr>
              <a:t>the problems that </a:t>
            </a:r>
            <a:r>
              <a:rPr lang="en-US" sz="2400" b="1" dirty="0">
                <a:ea typeface="Calibri"/>
                <a:cs typeface="Calibri"/>
              </a:rPr>
              <a:t>Matter</a:t>
            </a:r>
            <a:r>
              <a:rPr lang="en-US" sz="2400" b="1" baseline="30000" dirty="0">
                <a:ea typeface="Calibri"/>
                <a:cs typeface="Calibri"/>
              </a:rPr>
              <a:t>2</a:t>
            </a:r>
            <a:r>
              <a:rPr lang="en-US" sz="2400" b="1" dirty="0">
                <a:ea typeface="Calibri"/>
                <a:cs typeface="Calibri"/>
              </a:rPr>
              <a:t> </a:t>
            </a:r>
            <a:r>
              <a:rPr lang="en-US" sz="2400" dirty="0">
                <a:ea typeface="Calibri"/>
                <a:cs typeface="Calibri"/>
              </a:rPr>
              <a:t>and </a:t>
            </a:r>
            <a:r>
              <a:rPr lang="en-US" sz="2400" b="1" dirty="0">
                <a:ea typeface="Calibri"/>
                <a:cs typeface="Calibri"/>
              </a:rPr>
              <a:t>Moving through Them</a:t>
            </a:r>
            <a:r>
              <a:rPr lang="en-US" sz="2400" b="1" baseline="30000" dirty="0">
                <a:ea typeface="Calibri"/>
                <a:cs typeface="Calibri"/>
              </a:rPr>
              <a:t>3</a:t>
            </a:r>
            <a:r>
              <a:rPr lang="en-US" sz="2400" dirty="0">
                <a:ea typeface="Calibri"/>
                <a:cs typeface="Calibri"/>
              </a:rPr>
              <a:t> Systematically to </a:t>
            </a:r>
            <a:r>
              <a:rPr lang="en-US" sz="2400" b="1" dirty="0">
                <a:ea typeface="Calibri"/>
                <a:cs typeface="Calibri"/>
              </a:rPr>
              <a:t>Deliver Elegant Solutions</a:t>
            </a:r>
            <a:r>
              <a:rPr lang="en-US" sz="2400" b="1" baseline="30000" dirty="0">
                <a:ea typeface="Calibri"/>
                <a:cs typeface="Calibri"/>
              </a:rPr>
              <a:t>4</a:t>
            </a:r>
            <a:r>
              <a:rPr lang="en-US" sz="2400" dirty="0">
                <a:ea typeface="Calibri"/>
                <a:cs typeface="Calibri"/>
              </a:rPr>
              <a:t>.</a:t>
            </a:r>
            <a:endParaRPr lang="en-US" sz="2400" baseline="30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723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DB7D2C-0FF1-4D7A-B993-DDFB18A61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US" sz="4800">
                <a:solidFill>
                  <a:schemeClr val="tx2"/>
                </a:solidFill>
                <a:ea typeface="Calibri Light"/>
                <a:cs typeface="Calibri Light"/>
              </a:rPr>
              <a:t>Examples of inventions/innovations</a:t>
            </a:r>
            <a:endParaRPr lang="en-US" sz="4800">
              <a:solidFill>
                <a:schemeClr val="tx2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6566969-F813-4CC5-B3E9-363D85B55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881264" y="-5116"/>
            <a:ext cx="3318648" cy="2490264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8CF66C-45E2-456B-92B0-9E97A331D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65D590E-D70D-4D25-B853-D5208F2AA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231501E-3F84-4705-A001-13995FA6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2617E4-47FD-4C38-8F70-93BF9B125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217D733-97B6-4C43-AF0C-5E3CB0EA1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07887"/>
            <a:ext cx="2605762" cy="2252847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D288266-7E76-4D4A-BAAC-E233FA013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697F88A-8624-4BA2-AF06-E6C3A52F0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CA77163-C052-481C-9DCF-68C23ACA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2B425B5-0A0E-4B85-B718-E5DA73431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F06AE2-9519-2D71-1586-F99E067EAF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2141874"/>
              </p:ext>
            </p:extLst>
          </p:nvPr>
        </p:nvGraphicFramePr>
        <p:xfrm>
          <a:off x="1036320" y="2560320"/>
          <a:ext cx="10301867" cy="39386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659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wooden blocks with black letters on a table&#10;&#10;Description automatically generated">
            <a:extLst>
              <a:ext uri="{FF2B5EF4-FFF2-40B4-BE49-F238E27FC236}">
                <a16:creationId xmlns:a16="http://schemas.microsoft.com/office/drawing/2014/main" id="{62C9765C-9942-AF83-7B70-D1DD3318F24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C1A06A-29DD-E99B-6168-6B39A8319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941832"/>
            <a:ext cx="10506456" cy="2057400"/>
          </a:xfrm>
        </p:spPr>
        <p:txBody>
          <a:bodyPr anchor="b">
            <a:normAutofit/>
          </a:bodyPr>
          <a:lstStyle/>
          <a:p>
            <a:r>
              <a:rPr lang="en-US" sz="3900">
                <a:solidFill>
                  <a:schemeClr val="bg1"/>
                </a:solidFill>
                <a:ea typeface="Calibri Light"/>
                <a:cs typeface="Calibri Light"/>
              </a:rPr>
              <a:t>Innovation is a team sport, it's not the domain of rare genius or chosen few. Anyone can (and should) innovate, and there is no longer an excuse</a:t>
            </a:r>
            <a:endParaRPr lang="en-US" sz="390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1905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FC6FF1-8C6B-91E5-6A6D-7A2DF47963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31" t="8523" r="31672" b="625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35D137-2F67-EEBE-9E66-A1705FD8E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Seminary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F5578-3D03-9A4F-7253-094F0E14F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</a:rPr>
              <a:t>Innovation In product management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3956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69624F-7E94-C2D2-E712-4D2F95429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4600">
                <a:ea typeface="+mj-lt"/>
                <a:cs typeface="+mj-lt"/>
              </a:rPr>
              <a:t>Project Management Horror Stories</a:t>
            </a:r>
            <a:endParaRPr lang="en-US" sz="46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41370B-74D4-8BD7-2879-95FB1BEBD0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072826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7165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FD5566-11BD-E09A-A8B3-BEE166896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Agile project management (APM)</a:t>
            </a:r>
            <a:endParaRPr lang="en-US" sz="3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diagram of a software development process&#10;&#10;Description automatically generated">
            <a:extLst>
              <a:ext uri="{FF2B5EF4-FFF2-40B4-BE49-F238E27FC236}">
                <a16:creationId xmlns:a16="http://schemas.microsoft.com/office/drawing/2014/main" id="{195339F1-5D29-5D57-0955-2C1B47A248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1611630"/>
            <a:ext cx="7214616" cy="360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2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B68C9C-6614-E8A0-8720-1D5F7EC8B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Agile Project Management (APM)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71155A-3450-6269-551B-6D2C56EF60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891882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5937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F34A37-D748-D557-CE1D-2105AACD5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>
                <a:ea typeface="+mj-lt"/>
                <a:cs typeface="+mj-lt"/>
              </a:rPr>
              <a:t>Waterfall Model Project Management</a:t>
            </a:r>
            <a:endParaRPr lang="en-US" sz="3800"/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52460-22B6-1E2F-F3A0-5FD6E21BC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dirty="0">
                <a:ea typeface="+mn-lt"/>
                <a:cs typeface="+mn-lt"/>
              </a:rPr>
              <a:t>The </a:t>
            </a:r>
            <a:r>
              <a:rPr lang="en-US" sz="1700" b="1" dirty="0">
                <a:ea typeface="+mn-lt"/>
                <a:cs typeface="+mn-lt"/>
              </a:rPr>
              <a:t>Waterfall Model</a:t>
            </a:r>
            <a:r>
              <a:rPr lang="en-US" sz="1700" dirty="0">
                <a:ea typeface="+mn-lt"/>
                <a:cs typeface="+mn-lt"/>
              </a:rPr>
              <a:t> is a sequential project management approach. It consists of distinct phases that follow a </a:t>
            </a:r>
            <a:r>
              <a:rPr lang="en-US" sz="1700" b="1" dirty="0">
                <a:ea typeface="+mn-lt"/>
                <a:cs typeface="+mn-lt"/>
              </a:rPr>
              <a:t>linear </a:t>
            </a:r>
            <a:r>
              <a:rPr lang="en-US" sz="1700" dirty="0">
                <a:ea typeface="+mn-lt"/>
                <a:cs typeface="+mn-lt"/>
              </a:rPr>
              <a:t>and </a:t>
            </a:r>
            <a:r>
              <a:rPr lang="en-US" sz="1700" b="1" dirty="0">
                <a:ea typeface="+mn-lt"/>
                <a:cs typeface="+mn-lt"/>
              </a:rPr>
              <a:t>one-directional</a:t>
            </a:r>
            <a:r>
              <a:rPr lang="en-US" sz="1700" dirty="0">
                <a:ea typeface="+mn-lt"/>
                <a:cs typeface="+mn-lt"/>
              </a:rPr>
              <a:t> flow.</a:t>
            </a:r>
          </a:p>
          <a:p>
            <a:r>
              <a:rPr lang="en-US" sz="1700" dirty="0">
                <a:ea typeface="+mn-lt"/>
                <a:cs typeface="+mn-lt"/>
              </a:rPr>
              <a:t>According to a study by </a:t>
            </a:r>
            <a:r>
              <a:rPr lang="en-US" sz="1700" dirty="0">
                <a:ea typeface="+mn-lt"/>
                <a:cs typeface="+mn-lt"/>
                <a:hlinkClick r:id="rId2"/>
              </a:rPr>
              <a:t>PMI</a:t>
            </a:r>
            <a:r>
              <a:rPr lang="en-US" sz="1700" dirty="0">
                <a:ea typeface="+mn-lt"/>
                <a:cs typeface="+mn-lt"/>
              </a:rPr>
              <a:t>, </a:t>
            </a:r>
            <a:r>
              <a:rPr lang="en-US" sz="1700" b="1" dirty="0">
                <a:ea typeface="+mn-lt"/>
                <a:cs typeface="+mn-lt"/>
              </a:rPr>
              <a:t>56%</a:t>
            </a:r>
            <a:r>
              <a:rPr lang="en-US" sz="1700" dirty="0">
                <a:ea typeface="+mn-lt"/>
                <a:cs typeface="+mn-lt"/>
              </a:rPr>
              <a:t> of projects used traditional — AKA Waterfall.</a:t>
            </a:r>
          </a:p>
          <a:p>
            <a:r>
              <a:rPr lang="en-US" sz="1700" dirty="0">
                <a:ea typeface="+mn-lt"/>
                <a:cs typeface="+mn-lt"/>
              </a:rPr>
              <a:t>Phases include </a:t>
            </a:r>
            <a:r>
              <a:rPr lang="en-US" sz="1700" b="1" dirty="0">
                <a:ea typeface="+mn-lt"/>
                <a:cs typeface="+mn-lt"/>
              </a:rPr>
              <a:t>Requirements</a:t>
            </a:r>
            <a:r>
              <a:rPr lang="en-US" sz="1700" dirty="0">
                <a:ea typeface="+mn-lt"/>
                <a:cs typeface="+mn-lt"/>
              </a:rPr>
              <a:t>, </a:t>
            </a:r>
            <a:r>
              <a:rPr lang="en-US" sz="1700" b="1" dirty="0">
                <a:ea typeface="+mn-lt"/>
                <a:cs typeface="+mn-lt"/>
              </a:rPr>
              <a:t>Design</a:t>
            </a:r>
            <a:r>
              <a:rPr lang="en-US" sz="1700" dirty="0">
                <a:ea typeface="+mn-lt"/>
                <a:cs typeface="+mn-lt"/>
              </a:rPr>
              <a:t>, </a:t>
            </a:r>
            <a:r>
              <a:rPr lang="en-US" sz="1700" b="1" dirty="0">
                <a:ea typeface="+mn-lt"/>
                <a:cs typeface="+mn-lt"/>
              </a:rPr>
              <a:t>Implementation</a:t>
            </a:r>
            <a:r>
              <a:rPr lang="en-US" sz="1700" dirty="0">
                <a:ea typeface="+mn-lt"/>
                <a:cs typeface="+mn-lt"/>
              </a:rPr>
              <a:t>, </a:t>
            </a:r>
            <a:r>
              <a:rPr lang="en-US" sz="1700" b="1" dirty="0">
                <a:ea typeface="+mn-lt"/>
                <a:cs typeface="+mn-lt"/>
              </a:rPr>
              <a:t>Testing</a:t>
            </a:r>
            <a:r>
              <a:rPr lang="en-US" sz="1700" dirty="0">
                <a:ea typeface="+mn-lt"/>
                <a:cs typeface="+mn-lt"/>
              </a:rPr>
              <a:t>, </a:t>
            </a:r>
            <a:r>
              <a:rPr lang="en-US" sz="1700" b="1" dirty="0">
                <a:ea typeface="+mn-lt"/>
                <a:cs typeface="+mn-lt"/>
              </a:rPr>
              <a:t>Deployment</a:t>
            </a:r>
            <a:r>
              <a:rPr lang="en-US" sz="1700" dirty="0">
                <a:ea typeface="+mn-lt"/>
                <a:cs typeface="+mn-lt"/>
              </a:rPr>
              <a:t>, and </a:t>
            </a:r>
            <a:r>
              <a:rPr lang="en-US" sz="1700" b="1" dirty="0">
                <a:ea typeface="+mn-lt"/>
                <a:cs typeface="+mn-lt"/>
              </a:rPr>
              <a:t>Maintenance</a:t>
            </a:r>
            <a:r>
              <a:rPr lang="en-US" sz="1700" dirty="0">
                <a:ea typeface="+mn-lt"/>
                <a:cs typeface="+mn-lt"/>
              </a:rPr>
              <a:t>.</a:t>
            </a:r>
          </a:p>
          <a:p>
            <a:endParaRPr lang="en-US" sz="1700" dirty="0">
              <a:ea typeface="Calibri"/>
              <a:cs typeface="Calibri"/>
            </a:endParaRPr>
          </a:p>
          <a:p>
            <a:endParaRPr lang="en-US" sz="1700">
              <a:cs typeface="Calibri"/>
            </a:endParaRPr>
          </a:p>
        </p:txBody>
      </p:sp>
      <p:pic>
        <p:nvPicPr>
          <p:cNvPr id="4" name="Picture 3" descr="A diagram of a process&#10;&#10;Description automatically generated">
            <a:extLst>
              <a:ext uri="{FF2B5EF4-FFF2-40B4-BE49-F238E27FC236}">
                <a16:creationId xmlns:a16="http://schemas.microsoft.com/office/drawing/2014/main" id="{38057804-1644-BE38-8361-78D883E7E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840105"/>
            <a:ext cx="6903720" cy="517779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3C3D4-B32C-71F7-759F-E14C1303E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Image source: https://monday.com/blog/project-management/waterfall-methodology/</a:t>
            </a:r>
            <a:endParaRPr lang="en-US" sz="9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39292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390D7C-4F19-5B2B-39A5-F471CDC89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Agile workflow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1A9C1-F6A5-1766-8B4A-B3E44EBD7486}"/>
              </a:ext>
            </a:extLst>
          </p:cNvPr>
          <p:cNvSpPr txBox="1"/>
          <p:nvPr/>
        </p:nvSpPr>
        <p:spPr>
          <a:xfrm>
            <a:off x="4084676" y="6577624"/>
            <a:ext cx="8357259" cy="28354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Image source: https://deviniti.com/blog/application-lifecycle-management/requirements-documentation-project-management-approach/</a:t>
            </a:r>
          </a:p>
        </p:txBody>
      </p:sp>
      <p:pic>
        <p:nvPicPr>
          <p:cNvPr id="4" name="Content Placeholder 3" descr="A diagram of a person holding a magnifying glass&#10;&#10;Description automatically generated">
            <a:extLst>
              <a:ext uri="{FF2B5EF4-FFF2-40B4-BE49-F238E27FC236}">
                <a16:creationId xmlns:a16="http://schemas.microsoft.com/office/drawing/2014/main" id="{0445AACC-4197-3BAA-4993-D4ADC9E22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573625"/>
            <a:ext cx="6903720" cy="371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099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390D7C-4F19-5B2B-39A5-F471CDC89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Agile vs Waterfall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hite table with black text&#10;&#10;Description automatically generated">
            <a:extLst>
              <a:ext uri="{FF2B5EF4-FFF2-40B4-BE49-F238E27FC236}">
                <a16:creationId xmlns:a16="http://schemas.microsoft.com/office/drawing/2014/main" id="{E3621379-8A9C-899A-98E7-24271B6B1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656" y="1819346"/>
            <a:ext cx="7748016" cy="29795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11A9C1-F6A5-1766-8B4A-B3E44EBD7486}"/>
              </a:ext>
            </a:extLst>
          </p:cNvPr>
          <p:cNvSpPr txBox="1"/>
          <p:nvPr/>
        </p:nvSpPr>
        <p:spPr>
          <a:xfrm>
            <a:off x="7039257" y="6490810"/>
            <a:ext cx="6894576" cy="31022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Source: https://monday.com/blog/project-management/waterfall-methodology/</a:t>
            </a:r>
            <a:endParaRPr lang="en-US" sz="11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92556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6AC3602-3348-4F31-9E43-076B03514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40734-3658-F584-7B00-4207FA37C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rgbClr val="FFFFFF"/>
                </a:solidFill>
                <a:latin typeface="Arial"/>
                <a:cs typeface="Arial"/>
              </a:rPr>
              <a:t>Scrum</a:t>
            </a:r>
            <a:endParaRPr lang="en-US" sz="3600">
              <a:solidFill>
                <a:srgbClr val="FFFFFF"/>
              </a:solidFill>
              <a:cs typeface="Calibri Light"/>
            </a:endParaRPr>
          </a:p>
        </p:txBody>
      </p:sp>
      <p:sp>
        <p:nvSpPr>
          <p:cNvPr id="13" name="Graphic 11">
            <a:extLst>
              <a:ext uri="{FF2B5EF4-FFF2-40B4-BE49-F238E27FC236}">
                <a16:creationId xmlns:a16="http://schemas.microsoft.com/office/drawing/2014/main" id="{394094B0-A6C9-44BE-9042-66EF0612F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0">
            <a:extLst>
              <a:ext uri="{FF2B5EF4-FFF2-40B4-BE49-F238E27FC236}">
                <a16:creationId xmlns:a16="http://schemas.microsoft.com/office/drawing/2014/main" id="{64C2CA96-0B16-4AA7-B340-33044D238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2">
            <a:extLst>
              <a:ext uri="{FF2B5EF4-FFF2-40B4-BE49-F238E27FC236}">
                <a16:creationId xmlns:a16="http://schemas.microsoft.com/office/drawing/2014/main" id="{1D50D7A8-F1D5-4306-8A9B-DD7A73EB8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Content Placeholder 4" descr="A diagram of scrum&#10;&#10;Description automatically generated">
            <a:extLst>
              <a:ext uri="{FF2B5EF4-FFF2-40B4-BE49-F238E27FC236}">
                <a16:creationId xmlns:a16="http://schemas.microsoft.com/office/drawing/2014/main" id="{0C5C1296-B249-64AB-DD8D-C186CCCD6C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06584" y="2587529"/>
            <a:ext cx="7387565" cy="3512067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3DE2A3-3A2B-14EC-A502-BDE37B5E27E3}"/>
              </a:ext>
            </a:extLst>
          </p:cNvPr>
          <p:cNvSpPr txBox="1"/>
          <p:nvPr/>
        </p:nvSpPr>
        <p:spPr>
          <a:xfrm>
            <a:off x="8103968" y="6490843"/>
            <a:ext cx="3159523" cy="2326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94944">
              <a:spcAft>
                <a:spcPts val="600"/>
              </a:spcAft>
            </a:pPr>
            <a:r>
              <a:rPr lang="en-US" sz="912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Source https://www.scrum.org/resources/what-scrum-module</a:t>
            </a:r>
            <a:endParaRPr lang="en-US" sz="1200" i="1"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26D5CC-CC39-5182-67B6-04A06DA461BB}"/>
              </a:ext>
            </a:extLst>
          </p:cNvPr>
          <p:cNvSpPr txBox="1"/>
          <p:nvPr/>
        </p:nvSpPr>
        <p:spPr>
          <a:xfrm>
            <a:off x="195650" y="2075806"/>
            <a:ext cx="5046514" cy="39087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17170" indent="-217170" defTabSz="694944">
              <a:spcAft>
                <a:spcPts val="600"/>
              </a:spcAft>
              <a:buFont typeface="Arial"/>
              <a:buChar char="•"/>
            </a:pPr>
            <a:r>
              <a:rPr lang="en-US" sz="2000" kern="1200" dirty="0">
                <a:solidFill>
                  <a:srgbClr val="333333"/>
                </a:solidFill>
                <a:latin typeface="+mn-lt"/>
                <a:ea typeface="+mn-lt"/>
                <a:cs typeface="+mn-lt"/>
              </a:rPr>
              <a:t>A </a:t>
            </a:r>
            <a:r>
              <a:rPr lang="en-US" sz="2000" b="1" kern="1200" dirty="0">
                <a:solidFill>
                  <a:srgbClr val="333333"/>
                </a:solidFill>
                <a:latin typeface="+mn-lt"/>
                <a:ea typeface="+mn-lt"/>
                <a:cs typeface="+mn-lt"/>
              </a:rPr>
              <a:t>Product Owner</a:t>
            </a:r>
            <a:r>
              <a:rPr lang="en-US" sz="2000" kern="1200" dirty="0">
                <a:solidFill>
                  <a:srgbClr val="333333"/>
                </a:solidFill>
                <a:latin typeface="+mn-lt"/>
                <a:ea typeface="+mn-lt"/>
                <a:cs typeface="+mn-lt"/>
              </a:rPr>
              <a:t> orders the work for a complex problem into a Product Backlog.</a:t>
            </a:r>
            <a:endParaRPr lang="en-US" sz="2000" kern="1200">
              <a:latin typeface="+mn-lt"/>
              <a:cs typeface="Calibri"/>
            </a:endParaRPr>
          </a:p>
          <a:p>
            <a:pPr marL="217170" indent="-217170" defTabSz="694944">
              <a:spcAft>
                <a:spcPts val="600"/>
              </a:spcAft>
              <a:buFont typeface="Arial"/>
              <a:buChar char="•"/>
            </a:pPr>
            <a:r>
              <a:rPr lang="en-US" sz="2000" kern="1200" dirty="0">
                <a:solidFill>
                  <a:srgbClr val="333333"/>
                </a:solidFill>
                <a:latin typeface="+mn-lt"/>
                <a:ea typeface="+mn-lt"/>
                <a:cs typeface="+mn-lt"/>
              </a:rPr>
              <a:t>The </a:t>
            </a:r>
            <a:r>
              <a:rPr lang="en-US" sz="2000" b="1" kern="1200" dirty="0">
                <a:solidFill>
                  <a:srgbClr val="333333"/>
                </a:solidFill>
                <a:latin typeface="+mn-lt"/>
                <a:ea typeface="+mn-lt"/>
                <a:cs typeface="+mn-lt"/>
              </a:rPr>
              <a:t>Scrum Team</a:t>
            </a:r>
            <a:r>
              <a:rPr lang="en-US" sz="2000" kern="1200" dirty="0">
                <a:solidFill>
                  <a:srgbClr val="333333"/>
                </a:solidFill>
                <a:latin typeface="+mn-lt"/>
                <a:ea typeface="+mn-lt"/>
                <a:cs typeface="+mn-lt"/>
              </a:rPr>
              <a:t> turns a selection of the work into an Increment of value during a Sprint.</a:t>
            </a:r>
            <a:endParaRPr lang="en-US" sz="2000" kern="1200">
              <a:latin typeface="+mn-lt"/>
              <a:cs typeface="Calibri"/>
            </a:endParaRPr>
          </a:p>
          <a:p>
            <a:pPr marL="217170" indent="-217170" defTabSz="694944">
              <a:spcAft>
                <a:spcPts val="600"/>
              </a:spcAft>
              <a:buFont typeface="Arial"/>
              <a:buChar char="•"/>
            </a:pPr>
            <a:r>
              <a:rPr lang="en-US" sz="2000" kern="1200" dirty="0">
                <a:solidFill>
                  <a:srgbClr val="333333"/>
                </a:solidFill>
                <a:latin typeface="+mn-lt"/>
                <a:ea typeface="+mn-lt"/>
                <a:cs typeface="+mn-lt"/>
              </a:rPr>
              <a:t>The </a:t>
            </a:r>
            <a:r>
              <a:rPr lang="en-US" sz="2000" b="1" kern="1200" dirty="0">
                <a:solidFill>
                  <a:srgbClr val="333333"/>
                </a:solidFill>
                <a:latin typeface="+mn-lt"/>
                <a:ea typeface="+mn-lt"/>
                <a:cs typeface="+mn-lt"/>
              </a:rPr>
              <a:t>Scrum Team and its stakeholders</a:t>
            </a:r>
            <a:r>
              <a:rPr lang="en-US" sz="2000" kern="1200" dirty="0">
                <a:solidFill>
                  <a:srgbClr val="333333"/>
                </a:solidFill>
                <a:latin typeface="+mn-lt"/>
                <a:ea typeface="+mn-lt"/>
                <a:cs typeface="+mn-lt"/>
              </a:rPr>
              <a:t> inspect the results and adjust for the next Sprint.</a:t>
            </a:r>
            <a:endParaRPr lang="en-US" sz="2000" kern="1200">
              <a:latin typeface="+mn-lt"/>
              <a:cs typeface="Calibri"/>
            </a:endParaRPr>
          </a:p>
          <a:p>
            <a:pPr marL="217170" indent="-217170" defTabSz="694944">
              <a:spcAft>
                <a:spcPts val="600"/>
              </a:spcAft>
              <a:buFont typeface="Arial"/>
              <a:buChar char="•"/>
            </a:pPr>
            <a:r>
              <a:rPr lang="en-US" sz="2000" b="1" i="1" kern="1200" dirty="0">
                <a:solidFill>
                  <a:srgbClr val="333333"/>
                </a:solidFill>
                <a:latin typeface="+mn-lt"/>
                <a:ea typeface="+mn-lt"/>
                <a:cs typeface="+mn-lt"/>
              </a:rPr>
              <a:t>Repeat</a:t>
            </a:r>
            <a:endParaRPr lang="en-US" sz="2000" b="1" kern="1200">
              <a:latin typeface="+mn-lt"/>
              <a:cs typeface="Calibri"/>
            </a:endParaRPr>
          </a:p>
          <a:p>
            <a:pPr algn="l">
              <a:spcAft>
                <a:spcPts val="600"/>
              </a:spcAft>
            </a:pPr>
            <a:endParaRPr lang="en-US" sz="48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1264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5A826-BDBD-9839-C695-0C272AFDB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78" y="741391"/>
            <a:ext cx="4491821" cy="1616203"/>
          </a:xfrm>
        </p:spPr>
        <p:txBody>
          <a:bodyPr anchor="b">
            <a:normAutofit/>
          </a:bodyPr>
          <a:lstStyle/>
          <a:p>
            <a:endParaRPr lang="en-US" sz="3200"/>
          </a:p>
        </p:txBody>
      </p:sp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E4849F00-8A14-BA60-15B7-2609AC847D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753" b="-3"/>
          <a:stretch/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57B89-BE3D-AE7D-F200-C6DBA6464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78" y="2533476"/>
            <a:ext cx="4491820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i="1" dirty="0">
                <a:ea typeface="+mn-lt"/>
                <a:cs typeface="+mn-lt"/>
              </a:rPr>
              <a:t>Knock </a:t>
            </a:r>
            <a:r>
              <a:rPr lang="en-US" sz="2000" i="1" dirty="0" err="1">
                <a:ea typeface="+mn-lt"/>
                <a:cs typeface="+mn-lt"/>
              </a:rPr>
              <a:t>knock</a:t>
            </a:r>
            <a:r>
              <a:rPr lang="en-US" sz="2000" i="1" dirty="0">
                <a:ea typeface="+mn-lt"/>
                <a:cs typeface="+mn-lt"/>
              </a:rPr>
              <a:t>!</a:t>
            </a:r>
            <a:endParaRPr lang="en-US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i="1" dirty="0">
                <a:ea typeface="+mn-lt"/>
                <a:cs typeface="+mn-lt"/>
              </a:rPr>
              <a:t>Who’s there?</a:t>
            </a:r>
            <a:endParaRPr lang="en-US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b="1" i="1" dirty="0">
                <a:ea typeface="+mn-lt"/>
                <a:cs typeface="+mn-lt"/>
              </a:rPr>
              <a:t>Done</a:t>
            </a:r>
            <a:r>
              <a:rPr lang="en-US" sz="2000" i="1" dirty="0">
                <a:ea typeface="+mn-lt"/>
                <a:cs typeface="+mn-lt"/>
              </a:rPr>
              <a:t>.</a:t>
            </a:r>
            <a:endParaRPr lang="en-US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i="1">
                <a:ea typeface="+mn-lt"/>
                <a:cs typeface="+mn-lt"/>
              </a:rPr>
              <a:t>Done who?</a:t>
            </a:r>
            <a:endParaRPr lang="en-US" sz="20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i="1" dirty="0">
                <a:ea typeface="+mn-lt"/>
                <a:cs typeface="+mn-lt"/>
              </a:rPr>
              <a:t>Depends on </a:t>
            </a:r>
            <a:r>
              <a:rPr lang="en-US" sz="2000" b="1" i="1" dirty="0">
                <a:ea typeface="+mn-lt"/>
                <a:cs typeface="+mn-lt"/>
              </a:rPr>
              <a:t>who </a:t>
            </a:r>
            <a:r>
              <a:rPr lang="en-US" sz="2000" i="1" dirty="0">
                <a:ea typeface="+mn-lt"/>
                <a:cs typeface="+mn-lt"/>
              </a:rPr>
              <a:t>you ask.</a:t>
            </a:r>
            <a:endParaRPr lang="en-US" sz="2000">
              <a:ea typeface="Calibri" panose="020F0502020204030204"/>
              <a:cs typeface="Calibri" panose="020F0502020204030204"/>
            </a:endParaRPr>
          </a:p>
          <a:p>
            <a:endParaRPr lang="en-US" sz="20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010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6AC3602-3348-4F31-9E43-076B03514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40734-3658-F584-7B00-4207FA37C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Arial"/>
                <a:ea typeface="+mj-lt"/>
                <a:cs typeface="Arial"/>
              </a:rPr>
              <a:t>Kanban</a:t>
            </a:r>
            <a:endParaRPr lang="en-US" sz="3600" dirty="0">
              <a:solidFill>
                <a:srgbClr val="FFFFFF"/>
              </a:solidFill>
              <a:latin typeface="Calibri Light"/>
              <a:cs typeface="Calibri Light"/>
            </a:endParaRPr>
          </a:p>
        </p:txBody>
      </p:sp>
      <p:sp>
        <p:nvSpPr>
          <p:cNvPr id="13" name="Graphic 11">
            <a:extLst>
              <a:ext uri="{FF2B5EF4-FFF2-40B4-BE49-F238E27FC236}">
                <a16:creationId xmlns:a16="http://schemas.microsoft.com/office/drawing/2014/main" id="{394094B0-A6C9-44BE-9042-66EF0612F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0">
            <a:extLst>
              <a:ext uri="{FF2B5EF4-FFF2-40B4-BE49-F238E27FC236}">
                <a16:creationId xmlns:a16="http://schemas.microsoft.com/office/drawing/2014/main" id="{64C2CA96-0B16-4AA7-B340-33044D238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2">
            <a:extLst>
              <a:ext uri="{FF2B5EF4-FFF2-40B4-BE49-F238E27FC236}">
                <a16:creationId xmlns:a16="http://schemas.microsoft.com/office/drawing/2014/main" id="{1D50D7A8-F1D5-4306-8A9B-DD7A73EB8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3DE2A3-3A2B-14EC-A502-BDE37B5E27E3}"/>
              </a:ext>
            </a:extLst>
          </p:cNvPr>
          <p:cNvSpPr txBox="1"/>
          <p:nvPr/>
        </p:nvSpPr>
        <p:spPr>
          <a:xfrm>
            <a:off x="7389006" y="6490843"/>
            <a:ext cx="4692929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94944">
              <a:spcAft>
                <a:spcPts val="600"/>
              </a:spcAft>
            </a:pPr>
            <a:r>
              <a:rPr lang="en-US" sz="900" i="1" dirty="0"/>
              <a:t>Source</a:t>
            </a:r>
            <a:r>
              <a:rPr lang="en-US" sz="900" dirty="0">
                <a:ea typeface="+mn-lt"/>
                <a:cs typeface="+mn-lt"/>
              </a:rPr>
              <a:t>https</a:t>
            </a:r>
            <a:r>
              <a:rPr lang="en-US" sz="900" kern="1200" dirty="0">
                <a:ea typeface="+mn-lt"/>
                <a:cs typeface="+mn-lt"/>
              </a:rPr>
              <a:t>://</a:t>
            </a:r>
            <a:r>
              <a:rPr lang="en-US" sz="900" dirty="0">
                <a:ea typeface="+mn-lt"/>
                <a:cs typeface="+mn-lt"/>
              </a:rPr>
              <a:t>upload.wikimedia</a:t>
            </a:r>
            <a:r>
              <a:rPr lang="en-US" sz="900" kern="1200" dirty="0">
                <a:ea typeface="+mn-lt"/>
                <a:cs typeface="+mn-lt"/>
              </a:rPr>
              <a:t>.</a:t>
            </a:r>
            <a:r>
              <a:rPr lang="en-US" sz="900" dirty="0">
                <a:ea typeface="+mn-lt"/>
                <a:cs typeface="+mn-lt"/>
              </a:rPr>
              <a:t>org/wikipedia/commons/b</a:t>
            </a:r>
            <a:r>
              <a:rPr lang="en-US" sz="900" kern="1200" dirty="0">
                <a:ea typeface="+mn-lt"/>
                <a:cs typeface="+mn-lt"/>
              </a:rPr>
              <a:t>/</a:t>
            </a:r>
            <a:r>
              <a:rPr lang="en-US" sz="900" dirty="0">
                <a:ea typeface="+mn-lt"/>
                <a:cs typeface="+mn-lt"/>
              </a:rPr>
              <a:t>b4</a:t>
            </a:r>
            <a:r>
              <a:rPr lang="en-US" sz="900" kern="1200" dirty="0">
                <a:ea typeface="+mn-lt"/>
                <a:cs typeface="+mn-lt"/>
              </a:rPr>
              <a:t>/</a:t>
            </a:r>
            <a:r>
              <a:rPr lang="en-US" sz="900" dirty="0">
                <a:ea typeface="+mn-lt"/>
                <a:cs typeface="+mn-lt"/>
              </a:rPr>
              <a:t>Abstract_Kanban_Board.svg</a:t>
            </a:r>
            <a:endParaRPr lang="en-US" sz="1200" i="1">
              <a:cs typeface="Calibri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AA6477-7CA5-C007-5F3B-859A08401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22" y="1919698"/>
            <a:ext cx="6752636" cy="479531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17170" indent="-21717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sz="2000" dirty="0">
                <a:ea typeface="+mn-lt"/>
                <a:cs typeface="+mn-lt"/>
              </a:rPr>
              <a:t>Visual system used to manage and keep track of work as it moves through a process (</a:t>
            </a: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pull system</a:t>
            </a:r>
            <a:r>
              <a:rPr lang="en-US" sz="2000" dirty="0">
                <a:ea typeface="+mn-lt"/>
                <a:cs typeface="+mn-lt"/>
              </a:rPr>
              <a:t>)</a:t>
            </a:r>
            <a:endParaRPr lang="en-US" sz="2000">
              <a:cs typeface="Calibri"/>
            </a:endParaRPr>
          </a:p>
          <a:p>
            <a:pPr marL="674370" lvl="1" indent="-21717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sz="1400" dirty="0">
                <a:cs typeface="Calibri"/>
              </a:rPr>
              <a:t>Implemented by Toyota in manufacturing (1950)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>
                <a:ea typeface="+mn-lt"/>
                <a:cs typeface="+mn-lt"/>
              </a:rPr>
              <a:t>The 6 Core Kanban Principles</a:t>
            </a:r>
            <a:endParaRPr lang="en-US" sz="2000" dirty="0">
              <a:ea typeface="+mn-lt"/>
              <a:cs typeface="+mn-lt"/>
            </a:endParaRPr>
          </a:p>
          <a:p>
            <a:pPr marL="217170" indent="-21717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Start with what you do now: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600" dirty="0">
                <a:ea typeface="+mn-lt"/>
                <a:cs typeface="+mn-lt"/>
              </a:rPr>
              <a:t>understanding of the current processes and workflows</a:t>
            </a:r>
            <a:endParaRPr lang="en-US" sz="1600">
              <a:cs typeface="Calibri"/>
            </a:endParaRPr>
          </a:p>
          <a:p>
            <a:pPr marL="217170" indent="-21717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sz="1600" b="1" dirty="0">
                <a:solidFill>
                  <a:srgbClr val="606060"/>
                </a:solidFill>
                <a:ea typeface="+mn-lt"/>
                <a:cs typeface="+mn-lt"/>
              </a:rPr>
              <a:t>Agree to pursue incremental, evolutionary change: </a:t>
            </a:r>
            <a:r>
              <a:rPr lang="en-US" sz="1600" dirty="0">
                <a:ea typeface="+mn-lt"/>
                <a:cs typeface="+mn-lt"/>
              </a:rPr>
              <a:t>advocates for small, incremental changes that build on each other</a:t>
            </a:r>
            <a:endParaRPr lang="en-US" sz="1600">
              <a:cs typeface="Calibri"/>
            </a:endParaRPr>
          </a:p>
          <a:p>
            <a:pPr marL="217170" indent="-21717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sz="1600" b="1" dirty="0">
                <a:solidFill>
                  <a:srgbClr val="606060"/>
                </a:solidFill>
                <a:ea typeface="+mn-lt"/>
                <a:cs typeface="+mn-lt"/>
              </a:rPr>
              <a:t>Encourage acts of leadership at all levels: </a:t>
            </a:r>
            <a:r>
              <a:rPr lang="en-US" sz="1600">
                <a:ea typeface="+mn-lt"/>
                <a:cs typeface="+mn-lt"/>
              </a:rPr>
              <a:t>Anyone can take leadership and suggest improvements</a:t>
            </a:r>
            <a:endParaRPr lang="en-US" sz="1600" dirty="0">
              <a:ea typeface="+mn-lt"/>
              <a:cs typeface="+mn-lt"/>
            </a:endParaRPr>
          </a:p>
          <a:p>
            <a:pPr marL="217170" indent="-21717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sz="1600" b="1" dirty="0">
                <a:solidFill>
                  <a:srgbClr val="606060"/>
                </a:solidFill>
                <a:ea typeface="+mn-lt"/>
                <a:cs typeface="+mn-lt"/>
              </a:rPr>
              <a:t>Focus on customer needs and expectations: </a:t>
            </a:r>
            <a:r>
              <a:rPr lang="en-US" sz="1600" dirty="0">
                <a:ea typeface="+mn-lt"/>
                <a:cs typeface="+mn-lt"/>
              </a:rPr>
              <a:t>understanding the needs and expectations of your customers</a:t>
            </a:r>
          </a:p>
          <a:p>
            <a:pPr marL="217170" indent="-21717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sz="1600" b="1" dirty="0">
                <a:solidFill>
                  <a:srgbClr val="606060"/>
                </a:solidFill>
                <a:ea typeface="+mn-lt"/>
                <a:cs typeface="+mn-lt"/>
              </a:rPr>
              <a:t>Manage the work, not the workers</a:t>
            </a:r>
            <a:r>
              <a:rPr lang="en-US" sz="1600" dirty="0">
                <a:solidFill>
                  <a:srgbClr val="606060"/>
                </a:solidFill>
                <a:ea typeface="+mn-lt"/>
                <a:cs typeface="+mn-lt"/>
              </a:rPr>
              <a:t>: empowers people’s abilities to self-organize around the work</a:t>
            </a:r>
            <a:endParaRPr lang="en-US" sz="1600">
              <a:solidFill>
                <a:srgbClr val="000000"/>
              </a:solidFill>
              <a:ea typeface="+mn-lt"/>
              <a:cs typeface="+mn-lt"/>
            </a:endParaRPr>
          </a:p>
          <a:p>
            <a:pPr marL="217170" indent="-21717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sz="1600" b="1" dirty="0">
                <a:solidFill>
                  <a:srgbClr val="606060"/>
                </a:solidFill>
                <a:ea typeface="+mn-lt"/>
                <a:cs typeface="+mn-lt"/>
              </a:rPr>
              <a:t>Regularly review the network of services: </a:t>
            </a:r>
            <a:r>
              <a:rPr lang="en-US" sz="1600" dirty="0">
                <a:ea typeface="+mn-lt"/>
                <a:cs typeface="+mn-lt"/>
              </a:rPr>
              <a:t>encourages team members to share their observations, ideas</a:t>
            </a:r>
            <a:endParaRPr lang="en-US" sz="1600" dirty="0">
              <a:solidFill>
                <a:srgbClr val="606060"/>
              </a:solidFill>
              <a:ea typeface="+mn-lt"/>
              <a:cs typeface="+mn-lt"/>
            </a:endParaRPr>
          </a:p>
        </p:txBody>
      </p:sp>
      <p:pic>
        <p:nvPicPr>
          <p:cNvPr id="3" name="Picture 2" descr="A screenshot of a board&#10;&#10;Description automatically generated">
            <a:extLst>
              <a:ext uri="{FF2B5EF4-FFF2-40B4-BE49-F238E27FC236}">
                <a16:creationId xmlns:a16="http://schemas.microsoft.com/office/drawing/2014/main" id="{AD099450-F13F-6AC9-DF1E-0EE8C0E90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5141" y="2785599"/>
            <a:ext cx="5198533" cy="272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55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2AE301-8298-47C2-81FA-781BA50D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8DBE596-692C-4777-8933-9D5BB8533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9C38783D-8606-4709-8C6F-69DE0EF816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665A2D8C-561A-4347-88E9-4D84CF7CA9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7CB8EFE-31DC-44A2-A07E-FD84E8DA3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6473FEC-46FF-4C7E-85BA-344E0365CA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C875950-A52D-453F-A602-3E58AD414E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396B6FF-9A63-1A49-7489-17CF75EC6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175" y="1354819"/>
            <a:ext cx="5240881" cy="24110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Real-World Agile: How Spotify Builds a Product for 400 Million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62BA2-737E-A4C9-1380-E23D1355C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146832"/>
            <a:ext cx="3497263" cy="101277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How do you innovate and release features constantly without creating chaos?</a:t>
            </a:r>
          </a:p>
        </p:txBody>
      </p:sp>
      <p:pic>
        <p:nvPicPr>
          <p:cNvPr id="4" name="Picture 3" descr="A green logo with a round green circle and a green circle with a white circle and a green circle with a green line and a white circle with a green circle with a green circle with a white&#10;&#10;AI-generated content may be incorrect.">
            <a:extLst>
              <a:ext uri="{FF2B5EF4-FFF2-40B4-BE49-F238E27FC236}">
                <a16:creationId xmlns:a16="http://schemas.microsoft.com/office/drawing/2014/main" id="{59DA4DB3-969E-A4A8-46BD-14FACD1D4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4" y="1752492"/>
            <a:ext cx="4397376" cy="264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851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9F1FFA9-D672-408C-9220-ADEEC6ABD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1EED8B-0A77-0E15-418E-C8C46D1BC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3816095" cy="19380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'Squad' - Your Project Team on Steroids"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5040AB-48E6-A8EB-4D90-6713E27B175D}"/>
              </a:ext>
            </a:extLst>
          </p:cNvPr>
          <p:cNvSpPr txBox="1"/>
          <p:nvPr/>
        </p:nvSpPr>
        <p:spPr>
          <a:xfrm>
            <a:off x="838201" y="2482589"/>
            <a:ext cx="3816096" cy="369437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"Squad" is essentially a self-organizing</a:t>
            </a:r>
            <a:r>
              <a:rPr lang="en-US" sz="2000" b="1" dirty="0"/>
              <a:t> Scrum team</a:t>
            </a:r>
            <a:r>
              <a:rPr lang="en-US" sz="2000" dirty="0"/>
              <a:t>. They have a Product Owner, full autonomy, and a mission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"Squads" work in </a:t>
            </a:r>
            <a:r>
              <a:rPr lang="en-US" sz="2000" b="1" dirty="0"/>
              <a:t>scrum</a:t>
            </a:r>
            <a:r>
              <a:rPr lang="en-US" sz="2000" dirty="0"/>
              <a:t> Sprints to release new features </a:t>
            </a:r>
            <a:endParaRPr lang="en-US" sz="2000" dirty="0">
              <a:ea typeface="Calibri"/>
              <a:cs typeface="Calibri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typically using a </a:t>
            </a:r>
            <a:r>
              <a:rPr lang="en-US" sz="2000" b="1" dirty="0"/>
              <a:t>Kanban </a:t>
            </a:r>
            <a:r>
              <a:rPr lang="en-US" sz="2000" dirty="0"/>
              <a:t>boards three core columns—To Do, Doing, and Done</a:t>
            </a:r>
            <a:endParaRPr lang="en-US" sz="2000" dirty="0">
              <a:ea typeface="Calibri"/>
              <a:cs typeface="Calibri"/>
            </a:endParaRPr>
          </a:p>
        </p:txBody>
      </p:sp>
      <p:pic>
        <p:nvPicPr>
          <p:cNvPr id="4" name="Content Placeholder 3" descr="A green logo with a round green circle and a green circle with a white circle and a green circle with a green line and a white circle with a green circle with a green circle with a white&#10;&#10;AI-generated content may be incorrect.">
            <a:extLst>
              <a:ext uri="{FF2B5EF4-FFF2-40B4-BE49-F238E27FC236}">
                <a16:creationId xmlns:a16="http://schemas.microsoft.com/office/drawing/2014/main" id="{4BB0ED6C-2BC7-D6ED-70AB-5CCABFA3B7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9528" r="1" b="6087"/>
          <a:stretch>
            <a:fillRect/>
          </a:stretch>
        </p:blipFill>
        <p:spPr>
          <a:xfrm>
            <a:off x="4904316" y="-4"/>
            <a:ext cx="7287684" cy="3694372"/>
          </a:xfrm>
          <a:custGeom>
            <a:avLst/>
            <a:gdLst/>
            <a:ahLst/>
            <a:cxnLst/>
            <a:rect l="l" t="t" r="r" b="b"/>
            <a:pathLst>
              <a:path w="7287684" h="3694372">
                <a:moveTo>
                  <a:pt x="1047969" y="0"/>
                </a:moveTo>
                <a:lnTo>
                  <a:pt x="7287684" y="0"/>
                </a:lnTo>
                <a:lnTo>
                  <a:pt x="7287684" y="814388"/>
                </a:lnTo>
                <a:lnTo>
                  <a:pt x="7287684" y="3694372"/>
                </a:lnTo>
                <a:lnTo>
                  <a:pt x="471411" y="3694372"/>
                </a:lnTo>
                <a:lnTo>
                  <a:pt x="470992" y="3686621"/>
                </a:lnTo>
                <a:cubicBezTo>
                  <a:pt x="458999" y="3642419"/>
                  <a:pt x="427907" y="3602236"/>
                  <a:pt x="376383" y="3554015"/>
                </a:cubicBezTo>
                <a:cubicBezTo>
                  <a:pt x="315976" y="3500438"/>
                  <a:pt x="255568" y="3454003"/>
                  <a:pt x="170288" y="3407569"/>
                </a:cubicBezTo>
                <a:cubicBezTo>
                  <a:pt x="365723" y="3382565"/>
                  <a:pt x="163181" y="3296841"/>
                  <a:pt x="230695" y="3243263"/>
                </a:cubicBezTo>
                <a:cubicBezTo>
                  <a:pt x="369276" y="3221831"/>
                  <a:pt x="479431" y="3393282"/>
                  <a:pt x="667759" y="3343275"/>
                </a:cubicBezTo>
                <a:cubicBezTo>
                  <a:pt x="440344" y="3196828"/>
                  <a:pt x="184501" y="3150393"/>
                  <a:pt x="17493" y="2953940"/>
                </a:cubicBezTo>
                <a:cubicBezTo>
                  <a:pt x="56580" y="2911078"/>
                  <a:pt x="95667" y="2953940"/>
                  <a:pt x="127647" y="2936081"/>
                </a:cubicBezTo>
                <a:cubicBezTo>
                  <a:pt x="127647" y="2925365"/>
                  <a:pt x="500751" y="2993232"/>
                  <a:pt x="522071" y="2714625"/>
                </a:cubicBezTo>
                <a:cubicBezTo>
                  <a:pt x="529178" y="2714625"/>
                  <a:pt x="536285" y="2714625"/>
                  <a:pt x="543391" y="2703909"/>
                </a:cubicBezTo>
                <a:cubicBezTo>
                  <a:pt x="582478" y="2664619"/>
                  <a:pt x="546945" y="2571750"/>
                  <a:pt x="610905" y="2564606"/>
                </a:cubicBezTo>
                <a:cubicBezTo>
                  <a:pt x="681973" y="2557462"/>
                  <a:pt x="749487" y="2525315"/>
                  <a:pt x="824107" y="2543175"/>
                </a:cubicBezTo>
                <a:cubicBezTo>
                  <a:pt x="880961" y="2557462"/>
                  <a:pt x="941368" y="2575322"/>
                  <a:pt x="1001776" y="2575322"/>
                </a:cubicBezTo>
                <a:cubicBezTo>
                  <a:pt x="1065736" y="2575322"/>
                  <a:pt x="1154570" y="2696766"/>
                  <a:pt x="1193658" y="2536031"/>
                </a:cubicBezTo>
                <a:cubicBezTo>
                  <a:pt x="1193658" y="2528888"/>
                  <a:pt x="1303812" y="2546747"/>
                  <a:pt x="1364219" y="2553891"/>
                </a:cubicBezTo>
                <a:cubicBezTo>
                  <a:pt x="1413966" y="2561035"/>
                  <a:pt x="1474374" y="2593181"/>
                  <a:pt x="1509907" y="2528888"/>
                </a:cubicBezTo>
                <a:cubicBezTo>
                  <a:pt x="1527674" y="2489596"/>
                  <a:pt x="1442393" y="2418159"/>
                  <a:pt x="1367772" y="2411015"/>
                </a:cubicBezTo>
                <a:cubicBezTo>
                  <a:pt x="1300259" y="2403872"/>
                  <a:pt x="1232745" y="2396728"/>
                  <a:pt x="1168784" y="2411015"/>
                </a:cubicBezTo>
                <a:cubicBezTo>
                  <a:pt x="1090610" y="2428875"/>
                  <a:pt x="1047969" y="2400300"/>
                  <a:pt x="1026649" y="2336007"/>
                </a:cubicBezTo>
                <a:cubicBezTo>
                  <a:pt x="1001776" y="2268141"/>
                  <a:pt x="955582" y="2232422"/>
                  <a:pt x="891621" y="2200275"/>
                </a:cubicBezTo>
                <a:cubicBezTo>
                  <a:pt x="735273" y="2121694"/>
                  <a:pt x="586032" y="2028825"/>
                  <a:pt x="415470" y="1982390"/>
                </a:cubicBezTo>
                <a:cubicBezTo>
                  <a:pt x="383490" y="1975246"/>
                  <a:pt x="344403" y="1960959"/>
                  <a:pt x="330189" y="1900238"/>
                </a:cubicBezTo>
                <a:cubicBezTo>
                  <a:pt x="792127" y="1993106"/>
                  <a:pt x="1211424" y="2232422"/>
                  <a:pt x="1687576" y="2218135"/>
                </a:cubicBezTo>
                <a:cubicBezTo>
                  <a:pt x="1559654" y="2143125"/>
                  <a:pt x="1406860" y="2139554"/>
                  <a:pt x="1268278" y="2085975"/>
                </a:cubicBezTo>
                <a:cubicBezTo>
                  <a:pt x="1367772" y="2046685"/>
                  <a:pt x="1460160" y="2089547"/>
                  <a:pt x="1552548" y="2110978"/>
                </a:cubicBezTo>
                <a:cubicBezTo>
                  <a:pt x="1630722" y="2128837"/>
                  <a:pt x="1701789" y="2132410"/>
                  <a:pt x="1708896" y="2021681"/>
                </a:cubicBezTo>
                <a:cubicBezTo>
                  <a:pt x="1708896" y="2010965"/>
                  <a:pt x="1708896" y="2003821"/>
                  <a:pt x="1708896" y="1993106"/>
                </a:cubicBezTo>
                <a:cubicBezTo>
                  <a:pt x="1680469" y="1946672"/>
                  <a:pt x="1641382" y="1925240"/>
                  <a:pt x="1591635" y="1910953"/>
                </a:cubicBezTo>
                <a:cubicBezTo>
                  <a:pt x="1563208" y="1903809"/>
                  <a:pt x="1524121" y="1889522"/>
                  <a:pt x="1524121" y="1857375"/>
                </a:cubicBezTo>
                <a:cubicBezTo>
                  <a:pt x="1527674" y="1735931"/>
                  <a:pt x="1431733" y="1700212"/>
                  <a:pt x="1339346" y="1664493"/>
                </a:cubicBezTo>
                <a:cubicBezTo>
                  <a:pt x="1389093" y="1603772"/>
                  <a:pt x="1431733" y="1646635"/>
                  <a:pt x="1470820" y="1643062"/>
                </a:cubicBezTo>
                <a:cubicBezTo>
                  <a:pt x="1495694" y="1639491"/>
                  <a:pt x="1520567" y="1635919"/>
                  <a:pt x="1520567" y="1603772"/>
                </a:cubicBezTo>
                <a:cubicBezTo>
                  <a:pt x="1520567" y="1578769"/>
                  <a:pt x="1509907" y="1546622"/>
                  <a:pt x="1485034" y="1546622"/>
                </a:cubicBezTo>
                <a:cubicBezTo>
                  <a:pt x="1328686" y="1543050"/>
                  <a:pt x="1239851" y="1371600"/>
                  <a:pt x="1076396" y="1371600"/>
                </a:cubicBezTo>
                <a:cubicBezTo>
                  <a:pt x="976902" y="1371600"/>
                  <a:pt x="1126144" y="1275159"/>
                  <a:pt x="1044416" y="1235869"/>
                </a:cubicBezTo>
                <a:cubicBezTo>
                  <a:pt x="1026649" y="1225153"/>
                  <a:pt x="1094163" y="1210866"/>
                  <a:pt x="1122590" y="1214437"/>
                </a:cubicBezTo>
                <a:cubicBezTo>
                  <a:pt x="1151017" y="1218009"/>
                  <a:pt x="1175891" y="1243013"/>
                  <a:pt x="1211424" y="1225153"/>
                </a:cubicBezTo>
                <a:cubicBezTo>
                  <a:pt x="1229191" y="1160860"/>
                  <a:pt x="1182997" y="1135856"/>
                  <a:pt x="1140357" y="1117997"/>
                </a:cubicBezTo>
                <a:cubicBezTo>
                  <a:pt x="1047969" y="1075135"/>
                  <a:pt x="955582" y="1025129"/>
                  <a:pt x="852534" y="1010841"/>
                </a:cubicBezTo>
                <a:cubicBezTo>
                  <a:pt x="817001" y="1007269"/>
                  <a:pt x="795680" y="989409"/>
                  <a:pt x="799234" y="953690"/>
                </a:cubicBezTo>
                <a:cubicBezTo>
                  <a:pt x="806340" y="907256"/>
                  <a:pt x="841874" y="921544"/>
                  <a:pt x="870301" y="925115"/>
                </a:cubicBezTo>
                <a:cubicBezTo>
                  <a:pt x="888068" y="928688"/>
                  <a:pt x="905835" y="939403"/>
                  <a:pt x="923602" y="914400"/>
                </a:cubicBezTo>
                <a:cubicBezTo>
                  <a:pt x="611794" y="724198"/>
                  <a:pt x="409919" y="684684"/>
                  <a:pt x="132090" y="589415"/>
                </a:cubicBezTo>
                <a:lnTo>
                  <a:pt x="31922" y="552917"/>
                </a:lnTo>
                <a:lnTo>
                  <a:pt x="26859" y="541335"/>
                </a:lnTo>
                <a:cubicBezTo>
                  <a:pt x="20137" y="534929"/>
                  <a:pt x="8953" y="532232"/>
                  <a:pt x="0" y="527681"/>
                </a:cubicBezTo>
                <a:cubicBezTo>
                  <a:pt x="5969" y="516305"/>
                  <a:pt x="7617" y="502963"/>
                  <a:pt x="17905" y="493550"/>
                </a:cubicBezTo>
                <a:cubicBezTo>
                  <a:pt x="23947" y="488022"/>
                  <a:pt x="35344" y="487159"/>
                  <a:pt x="44763" y="486724"/>
                </a:cubicBezTo>
                <a:lnTo>
                  <a:pt x="165722" y="483650"/>
                </a:lnTo>
                <a:lnTo>
                  <a:pt x="193385" y="498723"/>
                </a:lnTo>
                <a:cubicBezTo>
                  <a:pt x="210263" y="511671"/>
                  <a:pt x="227142" y="525066"/>
                  <a:pt x="315976" y="535781"/>
                </a:cubicBezTo>
                <a:cubicBezTo>
                  <a:pt x="401257" y="546497"/>
                  <a:pt x="479431" y="582216"/>
                  <a:pt x="575372" y="525066"/>
                </a:cubicBezTo>
                <a:cubicBezTo>
                  <a:pt x="639332" y="485775"/>
                  <a:pt x="742380" y="528637"/>
                  <a:pt x="820554" y="560785"/>
                </a:cubicBezTo>
                <a:cubicBezTo>
                  <a:pt x="884515" y="589360"/>
                  <a:pt x="948475" y="596503"/>
                  <a:pt x="1033756" y="560785"/>
                </a:cubicBezTo>
                <a:cubicBezTo>
                  <a:pt x="955582" y="539354"/>
                  <a:pt x="895175" y="521494"/>
                  <a:pt x="834767" y="507206"/>
                </a:cubicBezTo>
                <a:cubicBezTo>
                  <a:pt x="785020" y="496491"/>
                  <a:pt x="756593" y="471488"/>
                  <a:pt x="760147" y="417909"/>
                </a:cubicBezTo>
                <a:cubicBezTo>
                  <a:pt x="760147" y="389334"/>
                  <a:pt x="749487" y="350044"/>
                  <a:pt x="785020" y="335757"/>
                </a:cubicBezTo>
                <a:cubicBezTo>
                  <a:pt x="813447" y="321469"/>
                  <a:pt x="852534" y="335757"/>
                  <a:pt x="866748" y="360759"/>
                </a:cubicBezTo>
                <a:cubicBezTo>
                  <a:pt x="884515" y="407194"/>
                  <a:pt x="902281" y="450056"/>
                  <a:pt x="962689" y="453629"/>
                </a:cubicBezTo>
                <a:cubicBezTo>
                  <a:pt x="1044416" y="460771"/>
                  <a:pt x="998222" y="432197"/>
                  <a:pt x="984009" y="396478"/>
                </a:cubicBezTo>
                <a:cubicBezTo>
                  <a:pt x="969795" y="357188"/>
                  <a:pt x="1012436" y="346472"/>
                  <a:pt x="1040863" y="353615"/>
                </a:cubicBezTo>
                <a:cubicBezTo>
                  <a:pt x="1147464" y="385763"/>
                  <a:pt x="1257618" y="328613"/>
                  <a:pt x="1367772" y="375047"/>
                </a:cubicBezTo>
                <a:cubicBezTo>
                  <a:pt x="1339346" y="260747"/>
                  <a:pt x="1278938" y="210741"/>
                  <a:pt x="1151017" y="192881"/>
                </a:cubicBezTo>
                <a:cubicBezTo>
                  <a:pt x="1104823" y="189310"/>
                  <a:pt x="1055076" y="196453"/>
                  <a:pt x="1012436" y="164306"/>
                </a:cubicBezTo>
                <a:cubicBezTo>
                  <a:pt x="987562" y="146447"/>
                  <a:pt x="962689" y="125016"/>
                  <a:pt x="980456" y="89297"/>
                </a:cubicBezTo>
                <a:cubicBezTo>
                  <a:pt x="991116" y="64294"/>
                  <a:pt x="1019542" y="64294"/>
                  <a:pt x="1044416" y="71437"/>
                </a:cubicBezTo>
                <a:cubicBezTo>
                  <a:pt x="1147464" y="110728"/>
                  <a:pt x="1257618" y="121444"/>
                  <a:pt x="1364219" y="135731"/>
                </a:cubicBezTo>
                <a:cubicBezTo>
                  <a:pt x="1381986" y="139303"/>
                  <a:pt x="1399753" y="146447"/>
                  <a:pt x="1417520" y="110728"/>
                </a:cubicBezTo>
                <a:cubicBezTo>
                  <a:pt x="1293152" y="78581"/>
                  <a:pt x="1172337" y="35719"/>
                  <a:pt x="1047969" y="0"/>
                </a:cubicBezTo>
                <a:close/>
              </a:path>
            </a:pathLst>
          </a:custGeom>
        </p:spPr>
      </p:pic>
      <p:pic>
        <p:nvPicPr>
          <p:cNvPr id="6" name="Picture 5" descr="Agile scrum task kanban board with sticky notes for team work and visual  management | Premium Vector">
            <a:extLst>
              <a:ext uri="{FF2B5EF4-FFF2-40B4-BE49-F238E27FC236}">
                <a16:creationId xmlns:a16="http://schemas.microsoft.com/office/drawing/2014/main" id="{CA77D0FC-7EA3-74D3-385F-2A3C32A7A8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57" b="42774"/>
          <a:stretch>
            <a:fillRect/>
          </a:stretch>
        </p:blipFill>
        <p:spPr>
          <a:xfrm>
            <a:off x="4726728" y="3802961"/>
            <a:ext cx="7472381" cy="3055043"/>
          </a:xfrm>
          <a:custGeom>
            <a:avLst/>
            <a:gdLst/>
            <a:ahLst/>
            <a:cxnLst/>
            <a:rect l="l" t="t" r="r" b="b"/>
            <a:pathLst>
              <a:path w="7472381" h="3055043">
                <a:moveTo>
                  <a:pt x="638975" y="0"/>
                </a:moveTo>
                <a:lnTo>
                  <a:pt x="7472381" y="0"/>
                </a:lnTo>
                <a:lnTo>
                  <a:pt x="7472381" y="2579984"/>
                </a:lnTo>
                <a:lnTo>
                  <a:pt x="7472381" y="3055043"/>
                </a:lnTo>
                <a:lnTo>
                  <a:pt x="6992676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42412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93483-38A5-8AFD-8E0D-4AB407880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4600">
                <a:ea typeface="+mj-lt"/>
                <a:cs typeface="+mj-lt"/>
              </a:rPr>
              <a:t>What Happens When You Have 100 Squads?</a:t>
            </a:r>
            <a:endParaRPr lang="en-US" sz="4600"/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41893-A5F2-07D8-F47A-95902D2FA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b="1" dirty="0">
                <a:ea typeface="+mn-lt"/>
                <a:cs typeface="+mn-lt"/>
              </a:rPr>
              <a:t>Tribes:</a:t>
            </a:r>
            <a:r>
              <a:rPr lang="en-US" sz="2200" dirty="0">
                <a:ea typeface="+mn-lt"/>
                <a:cs typeface="+mn-lt"/>
              </a:rPr>
              <a:t> Groups of Squads working in a related area.</a:t>
            </a:r>
          </a:p>
          <a:p>
            <a:r>
              <a:rPr lang="en-US" sz="2200" b="1" dirty="0">
                <a:ea typeface="+mn-lt"/>
                <a:cs typeface="+mn-lt"/>
              </a:rPr>
              <a:t>Chapters: </a:t>
            </a:r>
            <a:r>
              <a:rPr lang="en-US" sz="2200" dirty="0">
                <a:ea typeface="+mn-lt"/>
                <a:cs typeface="+mn-lt"/>
              </a:rPr>
              <a:t>specialists (e.g. </a:t>
            </a:r>
            <a:r>
              <a:rPr lang="en-US" sz="2200" dirty="0" err="1">
                <a:ea typeface="+mn-lt"/>
                <a:cs typeface="+mn-lt"/>
              </a:rPr>
              <a:t>Javascript</a:t>
            </a:r>
            <a:r>
              <a:rPr lang="en-US" sz="2200" dirty="0">
                <a:ea typeface="+mn-lt"/>
                <a:cs typeface="+mn-lt"/>
              </a:rPr>
              <a:t> Developer) align on best practices.</a:t>
            </a:r>
          </a:p>
          <a:p>
            <a:pPr lvl="1"/>
            <a:r>
              <a:rPr lang="en-US" sz="2200" dirty="0">
                <a:ea typeface="+mn-lt"/>
                <a:cs typeface="+mn-lt"/>
              </a:rPr>
              <a:t>Chapters are typically led by a senior technology lead</a:t>
            </a:r>
          </a:p>
          <a:p>
            <a:r>
              <a:rPr lang="en-US" sz="2200" b="1" dirty="0">
                <a:ea typeface="+mn-lt"/>
                <a:cs typeface="+mn-lt"/>
              </a:rPr>
              <a:t>Guilds:</a:t>
            </a:r>
            <a:r>
              <a:rPr lang="en-US" sz="2200" dirty="0">
                <a:ea typeface="+mn-lt"/>
                <a:cs typeface="+mn-lt"/>
              </a:rPr>
              <a:t> Team members who are passionate about a topic can form a Guild. They can cross different Tribes (i.e. Web Performance, API Design)</a:t>
            </a:r>
          </a:p>
        </p:txBody>
      </p:sp>
      <p:pic>
        <p:nvPicPr>
          <p:cNvPr id="9" name="Picture 8" descr="A green logo with a round green circle and a green circle with a white circle and a green circle with a green line and a white circle with a green circle with a green circle with a white&#10;&#10;AI-generated content may be incorrect.">
            <a:extLst>
              <a:ext uri="{FF2B5EF4-FFF2-40B4-BE49-F238E27FC236}">
                <a16:creationId xmlns:a16="http://schemas.microsoft.com/office/drawing/2014/main" id="{599FA074-2828-546C-26EC-CD16FBF9CB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538" r="10669" b="1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860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 Fill">
            <a:extLst>
              <a:ext uri="{FF2B5EF4-FFF2-40B4-BE49-F238E27FC236}">
                <a16:creationId xmlns:a16="http://schemas.microsoft.com/office/drawing/2014/main" id="{03AF1C04-3FEF-41BD-BB84-2F263765B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DD5E267-EB6F-47DF-ABEF-2C1BED44D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8" y="0"/>
            <a:ext cx="12188949" cy="6858000"/>
            <a:chOff x="-2848" y="0"/>
            <a:chExt cx="12188949" cy="6858000"/>
          </a:xfrm>
        </p:grpSpPr>
        <p:sp>
          <p:nvSpPr>
            <p:cNvPr id="14" name="Color Cover">
              <a:extLst>
                <a:ext uri="{FF2B5EF4-FFF2-40B4-BE49-F238E27FC236}">
                  <a16:creationId xmlns:a16="http://schemas.microsoft.com/office/drawing/2014/main" id="{4BA86AA3-0623-4268-861E-ADA01A7C07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 Cover">
              <a:extLst>
                <a:ext uri="{FF2B5EF4-FFF2-40B4-BE49-F238E27FC236}">
                  <a16:creationId xmlns:a16="http://schemas.microsoft.com/office/drawing/2014/main" id="{72692EF2-4C1F-4ED7-9C00-6CF92783E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6828D02-A05D-412B-9F20-B68E970B9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279" y="598259"/>
            <a:ext cx="10889442" cy="5680742"/>
            <a:chOff x="651279" y="598259"/>
            <a:chExt cx="10889442" cy="5680742"/>
          </a:xfrm>
        </p:grpSpPr>
        <p:sp>
          <p:nvSpPr>
            <p:cNvPr id="18" name="Color">
              <a:extLst>
                <a:ext uri="{FF2B5EF4-FFF2-40B4-BE49-F238E27FC236}">
                  <a16:creationId xmlns:a16="http://schemas.microsoft.com/office/drawing/2014/main" id="{A1A8E50E-11DE-480E-A93B-F503760BCC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Color">
              <a:extLst>
                <a:ext uri="{FF2B5EF4-FFF2-40B4-BE49-F238E27FC236}">
                  <a16:creationId xmlns:a16="http://schemas.microsoft.com/office/drawing/2014/main" id="{D2E2EE99-89A4-435B-B61A-3C8B5B2B2D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 descr="A green logo with a round green circle and a green circle with a white circle and a green circle with a green line and a white circle with a green circle with a green circle with a white&#10;&#10;AI-generated content may be incorrect.">
            <a:extLst>
              <a:ext uri="{FF2B5EF4-FFF2-40B4-BE49-F238E27FC236}">
                <a16:creationId xmlns:a16="http://schemas.microsoft.com/office/drawing/2014/main" id="{34DD5DEC-F11B-586C-98CF-9C2970344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026" y="2044086"/>
            <a:ext cx="4571936" cy="274651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7C6CD5A-A078-9E64-1BE2-3D3A29038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5" y="819015"/>
            <a:ext cx="5501548" cy="2353362"/>
          </a:xfrm>
        </p:spPr>
        <p:txBody>
          <a:bodyPr anchor="b"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 Spotify engineer walks into a bar.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C2373-F891-97AC-77B3-6ADB3A8DE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985" y="3442089"/>
            <a:ext cx="5501548" cy="2573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ea typeface="+mn-lt"/>
                <a:cs typeface="+mn-lt"/>
              </a:rPr>
              <a:t>The bartender asks 'What'll you have?' </a:t>
            </a: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The engineer says:</a:t>
            </a:r>
            <a:endParaRPr lang="en-US" sz="1800" dirty="0">
              <a:solidFill>
                <a:schemeClr val="bg1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ea typeface="+mn-lt"/>
                <a:cs typeface="+mn-lt"/>
              </a:rPr>
              <a:t> 'I'm not sure, but can you just play me a few </a:t>
            </a:r>
            <a:r>
              <a:rPr lang="en-US" sz="1800" b="1" dirty="0">
                <a:solidFill>
                  <a:schemeClr val="bg1"/>
                </a:solidFill>
                <a:ea typeface="+mn-lt"/>
                <a:cs typeface="+mn-lt"/>
              </a:rPr>
              <a:t>random</a:t>
            </a:r>
            <a:r>
              <a:rPr lang="en-US" sz="18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800" b="1" dirty="0">
                <a:solidFill>
                  <a:schemeClr val="bg1"/>
                </a:solidFill>
                <a:ea typeface="+mn-lt"/>
                <a:cs typeface="+mn-lt"/>
              </a:rPr>
              <a:t>drinks </a:t>
            </a:r>
            <a:r>
              <a:rPr lang="en-US" sz="1800" dirty="0">
                <a:solidFill>
                  <a:schemeClr val="bg1"/>
                </a:solidFill>
                <a:ea typeface="+mn-lt"/>
                <a:cs typeface="+mn-lt"/>
              </a:rPr>
              <a:t>and I'll tell you which one I like?</a:t>
            </a:r>
            <a:endParaRPr lang="en-US" sz="1800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43717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6AC3602-3348-4F31-9E43-076B03514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40734-3658-F584-7B00-4207FA37C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Arial"/>
                <a:ea typeface="+mj-lt"/>
                <a:cs typeface="Arial"/>
              </a:rPr>
              <a:t>Extreme Programming (XP)</a:t>
            </a:r>
            <a:endParaRPr lang="en-US" dirty="0"/>
          </a:p>
        </p:txBody>
      </p:sp>
      <p:sp>
        <p:nvSpPr>
          <p:cNvPr id="13" name="Graphic 11">
            <a:extLst>
              <a:ext uri="{FF2B5EF4-FFF2-40B4-BE49-F238E27FC236}">
                <a16:creationId xmlns:a16="http://schemas.microsoft.com/office/drawing/2014/main" id="{394094B0-A6C9-44BE-9042-66EF0612F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0">
            <a:extLst>
              <a:ext uri="{FF2B5EF4-FFF2-40B4-BE49-F238E27FC236}">
                <a16:creationId xmlns:a16="http://schemas.microsoft.com/office/drawing/2014/main" id="{64C2CA96-0B16-4AA7-B340-33044D238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2">
            <a:extLst>
              <a:ext uri="{FF2B5EF4-FFF2-40B4-BE49-F238E27FC236}">
                <a16:creationId xmlns:a16="http://schemas.microsoft.com/office/drawing/2014/main" id="{1D50D7A8-F1D5-4306-8A9B-DD7A73EB8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3DE2A3-3A2B-14EC-A502-BDE37B5E27E3}"/>
              </a:ext>
            </a:extLst>
          </p:cNvPr>
          <p:cNvSpPr txBox="1"/>
          <p:nvPr/>
        </p:nvSpPr>
        <p:spPr>
          <a:xfrm>
            <a:off x="7389006" y="6490843"/>
            <a:ext cx="4692929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94944">
              <a:spcAft>
                <a:spcPts val="600"/>
              </a:spcAft>
            </a:pPr>
            <a:r>
              <a:rPr lang="en-US" sz="900" dirty="0">
                <a:ea typeface="+mn-lt"/>
                <a:cs typeface="+mn-lt"/>
              </a:rPr>
              <a:t>https</a:t>
            </a:r>
            <a:r>
              <a:rPr lang="en-US" sz="900" kern="1200" dirty="0">
                <a:ea typeface="+mn-lt"/>
                <a:cs typeface="+mn-lt"/>
              </a:rPr>
              <a:t>://</a:t>
            </a:r>
            <a:r>
              <a:rPr lang="en-US" sz="900" dirty="0">
                <a:ea typeface="+mn-lt"/>
                <a:cs typeface="+mn-lt"/>
              </a:rPr>
              <a:t>newline</a:t>
            </a:r>
            <a:r>
              <a:rPr lang="en-US" sz="900" kern="1200" dirty="0">
                <a:ea typeface="+mn-lt"/>
                <a:cs typeface="+mn-lt"/>
              </a:rPr>
              <a:t>.</a:t>
            </a:r>
            <a:r>
              <a:rPr lang="en-US" sz="900" dirty="0">
                <a:ea typeface="+mn-lt"/>
                <a:cs typeface="+mn-lt"/>
              </a:rPr>
              <a:t>tech</a:t>
            </a:r>
            <a:r>
              <a:rPr lang="en-US" sz="900" kern="1200" dirty="0">
                <a:ea typeface="+mn-lt"/>
                <a:cs typeface="+mn-lt"/>
              </a:rPr>
              <a:t>/</a:t>
            </a:r>
            <a:r>
              <a:rPr lang="en-US" sz="900" dirty="0">
                <a:ea typeface="+mn-lt"/>
                <a:cs typeface="+mn-lt"/>
              </a:rPr>
              <a:t>extreme-programming</a:t>
            </a:r>
            <a:r>
              <a:rPr lang="en-US" sz="900" kern="1200" dirty="0">
                <a:ea typeface="+mn-lt"/>
                <a:cs typeface="+mn-lt"/>
              </a:rPr>
              <a:t>/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AA6477-7CA5-C007-5F3B-859A08401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22" y="1919698"/>
            <a:ext cx="6752636" cy="479531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/>
              <a:buChar char="-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a set of intense, disciplined engineering practices that take the core ideas of Agile—like responding to change and working closely with the customer—and turns them up to the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maximum level.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B0604020202020204" pitchFamily="34" charset="0"/>
              <a:buChar char="-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Key Practices: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 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  <a:ea typeface="+mn-lt"/>
              <a:cs typeface="+mn-lt"/>
            </a:endParaRP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Pair Programming, 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  <a:ea typeface="+mn-lt"/>
              <a:cs typeface="+mn-lt"/>
            </a:endParaRP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Test-Driven Development (TDD), 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  <a:ea typeface="+mn-lt"/>
              <a:cs typeface="+mn-lt"/>
            </a:endParaRP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Continuous Integration, 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  <a:ea typeface="+mn-lt"/>
              <a:cs typeface="+mn-lt"/>
            </a:endParaRP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Refactoring, 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  <a:ea typeface="+mn-lt"/>
              <a:cs typeface="+mn-lt"/>
            </a:endParaRP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Simple Design, 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  <a:ea typeface="+mn-lt"/>
              <a:cs typeface="+mn-lt"/>
            </a:endParaRP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Collective Code Ownership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cs typeface="Calibri" panose="020F0502020204030204"/>
            </a:endParaRPr>
          </a:p>
        </p:txBody>
      </p:sp>
      <p:pic>
        <p:nvPicPr>
          <p:cNvPr id="5" name="Picture 4" descr="A group of people sitting at a table with a letter&#10;&#10;Description automatically generated">
            <a:extLst>
              <a:ext uri="{FF2B5EF4-FFF2-40B4-BE49-F238E27FC236}">
                <a16:creationId xmlns:a16="http://schemas.microsoft.com/office/drawing/2014/main" id="{DF603EC5-6338-F63D-117E-A4C988B2C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446" y="3073323"/>
            <a:ext cx="4562475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944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oup of men in military uniforms&#10;&#10;Description automatically generated">
            <a:extLst>
              <a:ext uri="{FF2B5EF4-FFF2-40B4-BE49-F238E27FC236}">
                <a16:creationId xmlns:a16="http://schemas.microsoft.com/office/drawing/2014/main" id="{28C7868E-6015-9BF7-1583-C496F90266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095" b="9091"/>
          <a:stretch/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CE661E-830F-4ABF-C137-BDEDABA23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>
                <a:solidFill>
                  <a:schemeClr val="bg1"/>
                </a:solidFill>
                <a:cs typeface="Calibri Light"/>
              </a:rPr>
              <a:t>Pair Programming 101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Content Placeholder 7">
            <a:extLst>
              <a:ext uri="{FF2B5EF4-FFF2-40B4-BE49-F238E27FC236}">
                <a16:creationId xmlns:a16="http://schemas.microsoft.com/office/drawing/2014/main" id="{F3CB6542-B12C-8BB9-678B-96FA02AC3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The art of two people making the same typo at the same time.</a:t>
            </a:r>
            <a:endParaRPr lang="en-US" sz="1700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20944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40734-3658-F584-7B00-4207FA37C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478" y="386930"/>
            <a:ext cx="11238220" cy="1188950"/>
          </a:xfrm>
        </p:spPr>
        <p:txBody>
          <a:bodyPr anchor="b">
            <a:normAutofit fontScale="90000"/>
          </a:bodyPr>
          <a:lstStyle/>
          <a:p>
            <a:r>
              <a:rPr lang="en-US" sz="5400" b="1" dirty="0">
                <a:latin typeface="Arial"/>
                <a:ea typeface="+mj-lt"/>
                <a:cs typeface="Arial"/>
              </a:rPr>
              <a:t>Milestone 1</a:t>
            </a:r>
            <a:br>
              <a:rPr lang="en-US" sz="5400" b="1" dirty="0">
                <a:latin typeface="Arial"/>
                <a:ea typeface="+mj-lt"/>
                <a:cs typeface="Arial"/>
              </a:rPr>
            </a:br>
            <a:r>
              <a:rPr lang="en-US" sz="3600" b="1" dirty="0">
                <a:latin typeface="Arial"/>
                <a:ea typeface="+mj-lt"/>
                <a:cs typeface="Arial"/>
              </a:rPr>
              <a:t>(Eng: week 4, Ro: week 3)</a:t>
            </a:r>
            <a:endParaRPr lang="en-US" sz="36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AA6477-7CA5-C007-5F3B-859A08401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GB" b="1" dirty="0"/>
              <a:t>Theme:</a:t>
            </a:r>
            <a:r>
              <a:rPr lang="en-GB" dirty="0"/>
              <a:t> To establish a clear vision, define the core innovative element as a testable idea, and plan the essential development work.</a:t>
            </a:r>
          </a:p>
          <a:p>
            <a:pPr marL="0" indent="0">
              <a:buNone/>
            </a:pPr>
            <a:r>
              <a:rPr lang="en-GB" b="1" dirty="0"/>
              <a:t>Tasks:</a:t>
            </a:r>
            <a:endParaRPr lang="en-GB" dirty="0"/>
          </a:p>
          <a:p>
            <a:r>
              <a:rPr lang="en-GB" b="1" dirty="0"/>
              <a:t>Problem &amp; Solution Statement:</a:t>
            </a:r>
            <a:r>
              <a:rPr lang="en-GB" dirty="0"/>
              <a:t> In one paragraph, define your target user, the problem you are solving, and how your product offers a unique solution.</a:t>
            </a:r>
          </a:p>
          <a:p>
            <a:r>
              <a:rPr lang="en-GB" b="1" dirty="0"/>
              <a:t>Innovation Hypothesis:</a:t>
            </a:r>
            <a:r>
              <a:rPr lang="en-GB" dirty="0"/>
              <a:t> State the core innovation of your project as a clear, testable hypothesis.</a:t>
            </a:r>
          </a:p>
          <a:p>
            <a:pPr lvl="1"/>
            <a:r>
              <a:rPr lang="en-GB" i="1" dirty="0"/>
              <a:t>Example:</a:t>
            </a:r>
            <a:r>
              <a:rPr lang="en-GB" dirty="0"/>
              <a:t> "We hypothesize that using an AI model to generate personalized workout routines </a:t>
            </a:r>
            <a:r>
              <a:rPr lang="en-GB" b="1" dirty="0"/>
              <a:t>(the innovation)</a:t>
            </a:r>
            <a:r>
              <a:rPr lang="en-GB" dirty="0"/>
              <a:t> will lead to higher user engagement </a:t>
            </a:r>
            <a:r>
              <a:rPr lang="en-GB" b="1" dirty="0"/>
              <a:t>(the value)</a:t>
            </a:r>
            <a:r>
              <a:rPr lang="en-GB" dirty="0"/>
              <a:t> than static, pre-defined plans </a:t>
            </a:r>
            <a:r>
              <a:rPr lang="en-GB" b="1" dirty="0"/>
              <a:t>(the alternative)</a:t>
            </a:r>
            <a:r>
              <a:rPr lang="en-GB" dirty="0"/>
              <a:t>."</a:t>
            </a:r>
          </a:p>
          <a:p>
            <a:r>
              <a:rPr lang="en-GB" b="1" dirty="0"/>
              <a:t>Minimum Viable Feature Set:</a:t>
            </a:r>
            <a:r>
              <a:rPr lang="en-GB" dirty="0"/>
              <a:t> List the 3-5 absolute essential features required to test your hypothesis. </a:t>
            </a:r>
          </a:p>
          <a:p>
            <a:r>
              <a:rPr lang="en-GB" b="1" dirty="0"/>
              <a:t>Technology Stack &amp; Roles:</a:t>
            </a:r>
            <a:r>
              <a:rPr lang="en-GB" dirty="0"/>
              <a:t> Briefly outline the primary technologies you plan to use (e.g., Python/Flask for AI, React for web, Swift for iOS) and assign initial roles to the team.</a:t>
            </a:r>
          </a:p>
          <a:p>
            <a:r>
              <a:rPr lang="en-GB" b="1" dirty="0">
                <a:solidFill>
                  <a:schemeClr val="accent6"/>
                </a:solidFill>
              </a:rPr>
              <a:t>Deliverable:</a:t>
            </a:r>
            <a:r>
              <a:rPr lang="en-GB" dirty="0">
                <a:solidFill>
                  <a:schemeClr val="accent6"/>
                </a:solidFill>
              </a:rPr>
              <a:t> A one-page "Project Charter" PDF document (uploaded on the </a:t>
            </a:r>
            <a:r>
              <a:rPr lang="en-GB" dirty="0" err="1">
                <a:solidFill>
                  <a:schemeClr val="accent6"/>
                </a:solidFill>
              </a:rPr>
              <a:t>MSTeams</a:t>
            </a:r>
            <a:r>
              <a:rPr lang="en-GB" dirty="0">
                <a:solidFill>
                  <a:schemeClr val="accent6"/>
                </a:solidFill>
              </a:rPr>
              <a:t> Assignment 1, by one team member)</a:t>
            </a:r>
          </a:p>
          <a:p>
            <a:pPr marL="217170" indent="-217170"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endParaRPr lang="en-US" sz="19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499265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FF714-BDC3-A183-EBDD-B3EA2D9A1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>
                <a:cs typeface="Calibri Light"/>
              </a:rPr>
              <a:t>Bibliography</a:t>
            </a:r>
            <a:endParaRPr lang="en-US" sz="5400"/>
          </a:p>
        </p:txBody>
      </p:sp>
      <p:pic>
        <p:nvPicPr>
          <p:cNvPr id="5" name="Picture 4" descr="Red drawing pins on a map">
            <a:extLst>
              <a:ext uri="{FF2B5EF4-FFF2-40B4-BE49-F238E27FC236}">
                <a16:creationId xmlns:a16="http://schemas.microsoft.com/office/drawing/2014/main" id="{A3AA2E33-6D48-8D30-7200-4821D7AD78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821" r="27316" b="8"/>
          <a:stretch/>
        </p:blipFill>
        <p:spPr>
          <a:xfrm>
            <a:off x="1" y="10"/>
            <a:ext cx="362102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0EE8A-F0E1-A7DB-DB0B-9FA08A76D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3762" y="2706624"/>
            <a:ext cx="7775110" cy="348386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200" dirty="0">
                <a:ea typeface="+mn-lt"/>
                <a:cs typeface="+mn-lt"/>
                <a:hlinkClick r:id="rId3"/>
              </a:rPr>
              <a:t>https://www.techtarget.com/searchcio/definition/Agile-project-management</a:t>
            </a:r>
            <a:endParaRPr lang="en-US" sz="2200" dirty="0">
              <a:ea typeface="+mn-lt"/>
              <a:cs typeface="+mn-lt"/>
            </a:endParaRPr>
          </a:p>
          <a:p>
            <a:r>
              <a:rPr lang="en-US" sz="2200" dirty="0">
                <a:ea typeface="+mn-lt"/>
                <a:cs typeface="+mn-lt"/>
                <a:hlinkClick r:id="rId4"/>
              </a:rPr>
              <a:t>https://monday.com/blog/project-management/waterfall-methodology/</a:t>
            </a:r>
            <a:endParaRPr lang="en-US" sz="2200" dirty="0">
              <a:ea typeface="+mn-lt"/>
              <a:cs typeface="+mn-lt"/>
            </a:endParaRPr>
          </a:p>
          <a:p>
            <a:r>
              <a:rPr lang="en-US" sz="2200" dirty="0">
                <a:ea typeface="+mn-lt"/>
                <a:cs typeface="+mn-lt"/>
                <a:hlinkClick r:id="rId5"/>
              </a:rPr>
              <a:t>https://scrumguides.org/</a:t>
            </a:r>
          </a:p>
          <a:p>
            <a:r>
              <a:rPr lang="en-US" sz="2200" dirty="0">
                <a:ea typeface="+mn-lt"/>
                <a:cs typeface="+mn-lt"/>
                <a:hlinkClick r:id="rId6"/>
              </a:rPr>
              <a:t>https://www.geeksforgeeks.org/lean-software-development-lsd/</a:t>
            </a:r>
          </a:p>
          <a:p>
            <a:r>
              <a:rPr lang="en-US" sz="2200" dirty="0">
                <a:ea typeface="+mn-lt"/>
                <a:cs typeface="+mn-lt"/>
                <a:hlinkClick r:id="rId7"/>
              </a:rPr>
              <a:t>https://kanbanize.com/kanban-resources/getting-started/what-is-kanban</a:t>
            </a:r>
            <a:endParaRPr lang="en-US" sz="2200">
              <a:ea typeface="Calibri" panose="020F0502020204030204"/>
              <a:cs typeface="Calibri"/>
            </a:endParaRPr>
          </a:p>
          <a:p>
            <a:r>
              <a:rPr lang="en-US" sz="2200" dirty="0">
                <a:ea typeface="+mn-lt"/>
                <a:cs typeface="+mn-lt"/>
                <a:hlinkClick r:id="rId8"/>
              </a:rPr>
              <a:t>https://www.atlassian.com/agile/agile-at-scale/spotify</a:t>
            </a:r>
          </a:p>
          <a:p>
            <a:endParaRPr lang="en-US" sz="2200" dirty="0">
              <a:ea typeface="Calibri"/>
              <a:cs typeface="Calibri"/>
            </a:endParaRPr>
          </a:p>
          <a:p>
            <a:endParaRPr lang="en-US" sz="2200">
              <a:cs typeface="Calibri"/>
            </a:endParaRPr>
          </a:p>
          <a:p>
            <a:endParaRPr lang="en-US" sz="2200">
              <a:cs typeface="Calibri"/>
            </a:endParaRPr>
          </a:p>
          <a:p>
            <a:endParaRPr lang="en-US" sz="2200">
              <a:cs typeface="Calibri"/>
            </a:endParaRPr>
          </a:p>
          <a:p>
            <a:endParaRPr lang="en-US" sz="2200">
              <a:ea typeface="Calibri" panose="020F0502020204030204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8880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211102ECA25F45B4CC6E5CADA83611" ma:contentTypeVersion="4" ma:contentTypeDescription="Create a new document." ma:contentTypeScope="" ma:versionID="384ce5f27ff29a2723045399f45ddb08">
  <xsd:schema xmlns:xsd="http://www.w3.org/2001/XMLSchema" xmlns:xs="http://www.w3.org/2001/XMLSchema" xmlns:p="http://schemas.microsoft.com/office/2006/metadata/properties" xmlns:ns2="5cec7390-26ef-4ab5-8180-cc59cef227f5" targetNamespace="http://schemas.microsoft.com/office/2006/metadata/properties" ma:root="true" ma:fieldsID="727dbd1c6138e23346201c9062225aeb" ns2:_="">
    <xsd:import namespace="5cec7390-26ef-4ab5-8180-cc59cef227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ec7390-26ef-4ab5-8180-cc59cef227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15C78CA-B016-4239-8726-8011CFAA80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2A35A2F-90BD-45A5-AF4E-0DD1C065B7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ec7390-26ef-4ab5-8180-cc59cef227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A196357-B561-4949-8AD2-04C83CBA4184}">
  <ds:schemaRefs>
    <ds:schemaRef ds:uri="http://schemas.microsoft.com/office/2006/metadata/properties"/>
    <ds:schemaRef ds:uri="http://schemas.microsoft.com/office/infopath/2007/PartnerControls"/>
    <ds:schemaRef ds:uri="2d8c896a-2c7a-453c-a372-c5a9d996764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992</Words>
  <Application>Microsoft Office PowerPoint</Application>
  <PresentationFormat>Widescreen</PresentationFormat>
  <Paragraphs>121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Designing innovative products -introduction-</vt:lpstr>
      <vt:lpstr>Tech</vt:lpstr>
      <vt:lpstr>Let’s get organized</vt:lpstr>
      <vt:lpstr>What is innovation?</vt:lpstr>
      <vt:lpstr>Innovation Is not Invention</vt:lpstr>
      <vt:lpstr>Def.</vt:lpstr>
      <vt:lpstr>Examples of inventions/innovations</vt:lpstr>
      <vt:lpstr>Innovation is a team sport, it's not the domain of rare genius or chosen few. Anyone can (and should) innovate, and there is no longer an excuse</vt:lpstr>
      <vt:lpstr>Seminary 1</vt:lpstr>
      <vt:lpstr>Project Management Horror Stories</vt:lpstr>
      <vt:lpstr>Agile project management (APM)</vt:lpstr>
      <vt:lpstr>Agile Project Management (APM)</vt:lpstr>
      <vt:lpstr>Waterfall Model Project Management</vt:lpstr>
      <vt:lpstr>Agile workflow</vt:lpstr>
      <vt:lpstr>Agile vs Waterfall</vt:lpstr>
      <vt:lpstr>Scrum</vt:lpstr>
      <vt:lpstr>PowerPoint Presentation</vt:lpstr>
      <vt:lpstr>Kanban</vt:lpstr>
      <vt:lpstr>Real-World Agile: How Spotify Builds a Product for 400 Million Users</vt:lpstr>
      <vt:lpstr>The 'Squad' - Your Project Team on Steroids"</vt:lpstr>
      <vt:lpstr>What Happens When You Have 100 Squads?</vt:lpstr>
      <vt:lpstr>A Spotify engineer walks into a bar. </vt:lpstr>
      <vt:lpstr>Extreme Programming (XP)</vt:lpstr>
      <vt:lpstr>Pair Programming 101</vt:lpstr>
      <vt:lpstr>Milestone 1 (Eng: week 4, Ro: week 3)</vt:lpstr>
      <vt:lpstr>Bibliography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tudor</cp:lastModifiedBy>
  <cp:revision>689</cp:revision>
  <dcterms:created xsi:type="dcterms:W3CDTF">2023-08-17T06:19:49Z</dcterms:created>
  <dcterms:modified xsi:type="dcterms:W3CDTF">2025-10-06T13:53:30Z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0x010100F3211102ECA25F45B4CC6E5CADA83611</vt:lpwstr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