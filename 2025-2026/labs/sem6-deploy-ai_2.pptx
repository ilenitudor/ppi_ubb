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4" r:id="rId6"/>
    <p:sldId id="265" r:id="rId7"/>
    <p:sldId id="268" r:id="rId8"/>
    <p:sldId id="267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EFE704-9187-1B24-1AE3-CBDEB5EE3F5D}" v="30" dt="2025-12-18T06:57:36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99E21557-FCCF-8751-7FED-489253C5025C}"/>
    <pc:docChg chg="addSld delSld modSld sldOrd">
      <pc:chgData name="Tudor-Alexandru Ileni" userId="S::tudor.ileni@ubbcluj.ro::d7b28f6b-7e8e-48e3-b06b-cc0a244d3028" providerId="AD" clId="Web-{99E21557-FCCF-8751-7FED-489253C5025C}" dt="2025-12-08T08:25:00.953" v="724"/>
      <pc:docMkLst>
        <pc:docMk/>
      </pc:docMkLst>
      <pc:sldChg chg="modSp">
        <pc:chgData name="Tudor-Alexandru Ileni" userId="S::tudor.ileni@ubbcluj.ro::d7b28f6b-7e8e-48e3-b06b-cc0a244d3028" providerId="AD" clId="Web-{99E21557-FCCF-8751-7FED-489253C5025C}" dt="2025-12-08T07:54:32.003" v="5" actId="20577"/>
        <pc:sldMkLst>
          <pc:docMk/>
          <pc:sldMk cId="1980509948" sldId="256"/>
        </pc:sldMkLst>
        <pc:spChg chg="mod">
          <ac:chgData name="Tudor-Alexandru Ileni" userId="S::tudor.ileni@ubbcluj.ro::d7b28f6b-7e8e-48e3-b06b-cc0a244d3028" providerId="AD" clId="Web-{99E21557-FCCF-8751-7FED-489253C5025C}" dt="2025-12-08T07:54:32.003" v="5" actId="20577"/>
          <ac:spMkLst>
            <pc:docMk/>
            <pc:sldMk cId="1980509948" sldId="256"/>
            <ac:spMk id="2" creationId="{2CB28EF9-7793-2714-1C6C-7E6E98E37AD4}"/>
          </ac:spMkLst>
        </pc:spChg>
        <pc:spChg chg="mod">
          <ac:chgData name="Tudor-Alexandru Ileni" userId="S::tudor.ileni@ubbcluj.ro::d7b28f6b-7e8e-48e3-b06b-cc0a244d3028" providerId="AD" clId="Web-{99E21557-FCCF-8751-7FED-489253C5025C}" dt="2025-12-08T07:53:37.532" v="0" actId="20577"/>
          <ac:spMkLst>
            <pc:docMk/>
            <pc:sldMk cId="1980509948" sldId="256"/>
            <ac:spMk id="3" creationId="{4B8AD98F-4483-73BE-1A0F-6C2DC26634A0}"/>
          </ac:spMkLst>
        </pc:spChg>
      </pc:sldChg>
      <pc:sldChg chg="addSp delSp modSp">
        <pc:chgData name="Tudor-Alexandru Ileni" userId="S::tudor.ileni@ubbcluj.ro::d7b28f6b-7e8e-48e3-b06b-cc0a244d3028" providerId="AD" clId="Web-{99E21557-FCCF-8751-7FED-489253C5025C}" dt="2025-12-08T07:58:52.601" v="40"/>
        <pc:sldMkLst>
          <pc:docMk/>
          <pc:sldMk cId="827103768" sldId="264"/>
        </pc:sldMkLst>
        <pc:spChg chg="mod">
          <ac:chgData name="Tudor-Alexandru Ileni" userId="S::tudor.ileni@ubbcluj.ro::d7b28f6b-7e8e-48e3-b06b-cc0a244d3028" providerId="AD" clId="Web-{99E21557-FCCF-8751-7FED-489253C5025C}" dt="2025-12-08T07:58:52.601" v="40"/>
          <ac:spMkLst>
            <pc:docMk/>
            <pc:sldMk cId="827103768" sldId="264"/>
            <ac:spMk id="2" creationId="{C9A0A9C8-A607-3240-95AB-3E80BF4D06A8}"/>
          </ac:spMkLst>
        </pc:spChg>
        <pc:spChg chg="mod">
          <ac:chgData name="Tudor-Alexandru Ileni" userId="S::tudor.ileni@ubbcluj.ro::d7b28f6b-7e8e-48e3-b06b-cc0a244d3028" providerId="AD" clId="Web-{99E21557-FCCF-8751-7FED-489253C5025C}" dt="2025-12-08T07:58:52.601" v="40"/>
          <ac:spMkLst>
            <pc:docMk/>
            <pc:sldMk cId="827103768" sldId="264"/>
            <ac:spMk id="3" creationId="{CD78F34B-7F44-E3CA-E722-C216E1F3897A}"/>
          </ac:spMkLst>
        </pc:spChg>
        <pc:spChg chg="add">
          <ac:chgData name="Tudor-Alexandru Ileni" userId="S::tudor.ileni@ubbcluj.ro::d7b28f6b-7e8e-48e3-b06b-cc0a244d3028" providerId="AD" clId="Web-{99E21557-FCCF-8751-7FED-489253C5025C}" dt="2025-12-08T07:58:52.601" v="40"/>
          <ac:spMkLst>
            <pc:docMk/>
            <pc:sldMk cId="827103768" sldId="264"/>
            <ac:spMk id="22" creationId="{71B2258F-86CA-4D4D-8270-BC05FCDEBFB3}"/>
          </ac:spMkLst>
        </pc:spChg>
        <pc:picChg chg="mod">
          <ac:chgData name="Tudor-Alexandru Ileni" userId="S::tudor.ileni@ubbcluj.ro::d7b28f6b-7e8e-48e3-b06b-cc0a244d3028" providerId="AD" clId="Web-{99E21557-FCCF-8751-7FED-489253C5025C}" dt="2025-12-08T07:58:52.601" v="40"/>
          <ac:picMkLst>
            <pc:docMk/>
            <pc:sldMk cId="827103768" sldId="264"/>
            <ac:picMk id="4" creationId="{E2CAE262-DC34-A361-86B3-0F888ACA2B19}"/>
          </ac:picMkLst>
        </pc:picChg>
      </pc:sldChg>
      <pc:sldChg chg="ord">
        <pc:chgData name="Tudor-Alexandru Ileni" userId="S::tudor.ileni@ubbcluj.ro::d7b28f6b-7e8e-48e3-b06b-cc0a244d3028" providerId="AD" clId="Web-{99E21557-FCCF-8751-7FED-489253C5025C}" dt="2025-12-08T08:24:52.765" v="723"/>
        <pc:sldMkLst>
          <pc:docMk/>
          <pc:sldMk cId="3408082540" sldId="265"/>
        </pc:sldMkLst>
      </pc:sldChg>
      <pc:sldChg chg="modSp new">
        <pc:chgData name="Tudor-Alexandru Ileni" userId="S::tudor.ileni@ubbcluj.ro::d7b28f6b-7e8e-48e3-b06b-cc0a244d3028" providerId="AD" clId="Web-{99E21557-FCCF-8751-7FED-489253C5025C}" dt="2025-12-08T07:57:04.365" v="37" actId="20577"/>
        <pc:sldMkLst>
          <pc:docMk/>
          <pc:sldMk cId="1310652398" sldId="266"/>
        </pc:sldMkLst>
        <pc:spChg chg="mod">
          <ac:chgData name="Tudor-Alexandru Ileni" userId="S::tudor.ileni@ubbcluj.ro::d7b28f6b-7e8e-48e3-b06b-cc0a244d3028" providerId="AD" clId="Web-{99E21557-FCCF-8751-7FED-489253C5025C}" dt="2025-12-08T07:56:28.599" v="26" actId="20577"/>
          <ac:spMkLst>
            <pc:docMk/>
            <pc:sldMk cId="1310652398" sldId="266"/>
            <ac:spMk id="2" creationId="{DE7D8B56-F3C9-2269-5720-B89B3F9B25D8}"/>
          </ac:spMkLst>
        </pc:spChg>
        <pc:spChg chg="mod">
          <ac:chgData name="Tudor-Alexandru Ileni" userId="S::tudor.ileni@ubbcluj.ro::d7b28f6b-7e8e-48e3-b06b-cc0a244d3028" providerId="AD" clId="Web-{99E21557-FCCF-8751-7FED-489253C5025C}" dt="2025-12-08T07:57:04.365" v="37" actId="20577"/>
          <ac:spMkLst>
            <pc:docMk/>
            <pc:sldMk cId="1310652398" sldId="266"/>
            <ac:spMk id="3" creationId="{D7171382-19B6-D10E-02F8-29DB0DDA4962}"/>
          </ac:spMkLst>
        </pc:spChg>
      </pc:sldChg>
      <pc:sldChg chg="modSp new">
        <pc:chgData name="Tudor-Alexandru Ileni" userId="S::tudor.ileni@ubbcluj.ro::d7b28f6b-7e8e-48e3-b06b-cc0a244d3028" providerId="AD" clId="Web-{99E21557-FCCF-8751-7FED-489253C5025C}" dt="2025-12-08T08:24:28.937" v="721" actId="20577"/>
        <pc:sldMkLst>
          <pc:docMk/>
          <pc:sldMk cId="187443649" sldId="267"/>
        </pc:sldMkLst>
        <pc:spChg chg="mod">
          <ac:chgData name="Tudor-Alexandru Ileni" userId="S::tudor.ileni@ubbcluj.ro::d7b28f6b-7e8e-48e3-b06b-cc0a244d3028" providerId="AD" clId="Web-{99E21557-FCCF-8751-7FED-489253C5025C}" dt="2025-12-08T08:23:12.451" v="684" actId="1076"/>
          <ac:spMkLst>
            <pc:docMk/>
            <pc:sldMk cId="187443649" sldId="267"/>
            <ac:spMk id="2" creationId="{3998BAEA-2B5D-1000-5882-73DBEA068C27}"/>
          </ac:spMkLst>
        </pc:spChg>
        <pc:spChg chg="mod">
          <ac:chgData name="Tudor-Alexandru Ileni" userId="S::tudor.ileni@ubbcluj.ro::d7b28f6b-7e8e-48e3-b06b-cc0a244d3028" providerId="AD" clId="Web-{99E21557-FCCF-8751-7FED-489253C5025C}" dt="2025-12-08T08:24:28.937" v="721" actId="20577"/>
          <ac:spMkLst>
            <pc:docMk/>
            <pc:sldMk cId="187443649" sldId="267"/>
            <ac:spMk id="3" creationId="{0834AE3D-73F8-8E46-6228-CECE9BCC129F}"/>
          </ac:spMkLst>
        </pc:spChg>
      </pc:sldChg>
      <pc:sldChg chg="addSp delSp modSp add replId">
        <pc:chgData name="Tudor-Alexandru Ileni" userId="S::tudor.ileni@ubbcluj.ro::d7b28f6b-7e8e-48e3-b06b-cc0a244d3028" providerId="AD" clId="Web-{99E21557-FCCF-8751-7FED-489253C5025C}" dt="2025-12-08T08:03:48.339" v="83" actId="20577"/>
        <pc:sldMkLst>
          <pc:docMk/>
          <pc:sldMk cId="2291681763" sldId="268"/>
        </pc:sldMkLst>
        <pc:spChg chg="mod">
          <ac:chgData name="Tudor-Alexandru Ileni" userId="S::tudor.ileni@ubbcluj.ro::d7b28f6b-7e8e-48e3-b06b-cc0a244d3028" providerId="AD" clId="Web-{99E21557-FCCF-8751-7FED-489253C5025C}" dt="2025-12-08T08:03:48.339" v="83" actId="20577"/>
          <ac:spMkLst>
            <pc:docMk/>
            <pc:sldMk cId="2291681763" sldId="268"/>
            <ac:spMk id="2" creationId="{4A1DD724-F55B-02F8-F682-1E654F52DD27}"/>
          </ac:spMkLst>
        </pc:spChg>
        <pc:spChg chg="mod">
          <ac:chgData name="Tudor-Alexandru Ileni" userId="S::tudor.ileni@ubbcluj.ro::d7b28f6b-7e8e-48e3-b06b-cc0a244d3028" providerId="AD" clId="Web-{99E21557-FCCF-8751-7FED-489253C5025C}" dt="2025-12-08T08:03:15.759" v="76" actId="20577"/>
          <ac:spMkLst>
            <pc:docMk/>
            <pc:sldMk cId="2291681763" sldId="268"/>
            <ac:spMk id="3" creationId="{7472E454-00C6-A94F-E052-63D955D757B0}"/>
          </ac:spMkLst>
        </pc:spChg>
        <pc:spChg chg="add">
          <ac:chgData name="Tudor-Alexandru Ileni" userId="S::tudor.ileni@ubbcluj.ro::d7b28f6b-7e8e-48e3-b06b-cc0a244d3028" providerId="AD" clId="Web-{99E21557-FCCF-8751-7FED-489253C5025C}" dt="2025-12-08T08:01:40.986" v="44"/>
          <ac:spMkLst>
            <pc:docMk/>
            <pc:sldMk cId="2291681763" sldId="268"/>
            <ac:spMk id="27" creationId="{71B2258F-86CA-4D4D-8270-BC05FCDEBFB3}"/>
          </ac:spMkLst>
        </pc:spChg>
        <pc:picChg chg="mod">
          <ac:chgData name="Tudor-Alexandru Ileni" userId="S::tudor.ileni@ubbcluj.ro::d7b28f6b-7e8e-48e3-b06b-cc0a244d3028" providerId="AD" clId="Web-{99E21557-FCCF-8751-7FED-489253C5025C}" dt="2025-12-08T08:01:40.986" v="44"/>
          <ac:picMkLst>
            <pc:docMk/>
            <pc:sldMk cId="2291681763" sldId="268"/>
            <ac:picMk id="4" creationId="{E5E4EC39-9ABA-7F79-5AA7-A8550252F8A3}"/>
          </ac:picMkLst>
        </pc:picChg>
      </pc:sldChg>
    </pc:docChg>
  </pc:docChgLst>
  <pc:docChgLst>
    <pc:chgData name="Tudor-Alexandru Ileni" userId="S::tudor.ileni@ubbcluj.ro::d7b28f6b-7e8e-48e3-b06b-cc0a244d3028" providerId="AD" clId="Web-{C3C068A2-BD0F-5709-1329-F45FDA46ABE7}"/>
    <pc:docChg chg="modSld sldOrd">
      <pc:chgData name="Tudor-Alexandru Ileni" userId="S::tudor.ileni@ubbcluj.ro::d7b28f6b-7e8e-48e3-b06b-cc0a244d3028" providerId="AD" clId="Web-{C3C068A2-BD0F-5709-1329-F45FDA46ABE7}" dt="2025-11-27T06:07:58.406" v="6" actId="20577"/>
      <pc:docMkLst>
        <pc:docMk/>
      </pc:docMkLst>
      <pc:sldChg chg="modSp">
        <pc:chgData name="Tudor-Alexandru Ileni" userId="S::tudor.ileni@ubbcluj.ro::d7b28f6b-7e8e-48e3-b06b-cc0a244d3028" providerId="AD" clId="Web-{C3C068A2-BD0F-5709-1329-F45FDA46ABE7}" dt="2025-11-27T06:07:58.406" v="6" actId="20577"/>
        <pc:sldMkLst>
          <pc:docMk/>
          <pc:sldMk cId="1980509948" sldId="256"/>
        </pc:sldMkLst>
        <pc:spChg chg="mod">
          <ac:chgData name="Tudor-Alexandru Ileni" userId="S::tudor.ileni@ubbcluj.ro::d7b28f6b-7e8e-48e3-b06b-cc0a244d3028" providerId="AD" clId="Web-{C3C068A2-BD0F-5709-1329-F45FDA46ABE7}" dt="2025-11-27T06:07:58.406" v="6" actId="20577"/>
          <ac:spMkLst>
            <pc:docMk/>
            <pc:sldMk cId="1980509948" sldId="256"/>
            <ac:spMk id="3" creationId="{4B8AD98F-4483-73BE-1A0F-6C2DC26634A0}"/>
          </ac:spMkLst>
        </pc:spChg>
      </pc:sldChg>
      <pc:sldChg chg="ord">
        <pc:chgData name="Tudor-Alexandru Ileni" userId="S::tudor.ileni@ubbcluj.ro::d7b28f6b-7e8e-48e3-b06b-cc0a244d3028" providerId="AD" clId="Web-{C3C068A2-BD0F-5709-1329-F45FDA46ABE7}" dt="2025-11-27T06:07:40.827" v="0"/>
        <pc:sldMkLst>
          <pc:docMk/>
          <pc:sldMk cId="3408082540" sldId="265"/>
        </pc:sldMkLst>
      </pc:sldChg>
    </pc:docChg>
  </pc:docChgLst>
  <pc:docChgLst>
    <pc:chgData name="Tudor-Alexandru Ileni" userId="S::tudor.ileni@ubbcluj.ro::d7b28f6b-7e8e-48e3-b06b-cc0a244d3028" providerId="AD" clId="Web-{807914C8-2BD4-5620-B363-CDE31F9E5743}"/>
    <pc:docChg chg="modSld">
      <pc:chgData name="Tudor-Alexandru Ileni" userId="S::tudor.ileni@ubbcluj.ro::d7b28f6b-7e8e-48e3-b06b-cc0a244d3028" providerId="AD" clId="Web-{807914C8-2BD4-5620-B363-CDE31F9E5743}" dt="2025-12-10T09:25:49.884" v="37" actId="20577"/>
      <pc:docMkLst>
        <pc:docMk/>
      </pc:docMkLst>
      <pc:sldChg chg="modSp">
        <pc:chgData name="Tudor-Alexandru Ileni" userId="S::tudor.ileni@ubbcluj.ro::d7b28f6b-7e8e-48e3-b06b-cc0a244d3028" providerId="AD" clId="Web-{807914C8-2BD4-5620-B363-CDE31F9E5743}" dt="2025-12-10T09:25:49.884" v="37" actId="20577"/>
        <pc:sldMkLst>
          <pc:docMk/>
          <pc:sldMk cId="187443649" sldId="267"/>
        </pc:sldMkLst>
        <pc:spChg chg="mod">
          <ac:chgData name="Tudor-Alexandru Ileni" userId="S::tudor.ileni@ubbcluj.ro::d7b28f6b-7e8e-48e3-b06b-cc0a244d3028" providerId="AD" clId="Web-{807914C8-2BD4-5620-B363-CDE31F9E5743}" dt="2025-12-10T09:25:49.884" v="37" actId="20577"/>
          <ac:spMkLst>
            <pc:docMk/>
            <pc:sldMk cId="187443649" sldId="267"/>
            <ac:spMk id="3" creationId="{0834AE3D-73F8-8E46-6228-CECE9BCC129F}"/>
          </ac:spMkLst>
        </pc:spChg>
      </pc:sldChg>
    </pc:docChg>
  </pc:docChgLst>
  <pc:docChgLst>
    <pc:chgData name="Tudor-Alexandru Ileni" userId="S::tudor.ileni@ubbcluj.ro::d7b28f6b-7e8e-48e3-b06b-cc0a244d3028" providerId="AD" clId="Web-{BCEFE704-9187-1B24-1AE3-CBDEB5EE3F5D}"/>
    <pc:docChg chg="modSld">
      <pc:chgData name="Tudor-Alexandru Ileni" userId="S::tudor.ileni@ubbcluj.ro::d7b28f6b-7e8e-48e3-b06b-cc0a244d3028" providerId="AD" clId="Web-{BCEFE704-9187-1B24-1AE3-CBDEB5EE3F5D}" dt="2025-12-18T06:57:36.671" v="29" actId="20577"/>
      <pc:docMkLst>
        <pc:docMk/>
      </pc:docMkLst>
      <pc:sldChg chg="modSp">
        <pc:chgData name="Tudor-Alexandru Ileni" userId="S::tudor.ileni@ubbcluj.ro::d7b28f6b-7e8e-48e3-b06b-cc0a244d3028" providerId="AD" clId="Web-{BCEFE704-9187-1B24-1AE3-CBDEB5EE3F5D}" dt="2025-12-18T06:20:37.674" v="2" actId="20577"/>
        <pc:sldMkLst>
          <pc:docMk/>
          <pc:sldMk cId="3408082540" sldId="265"/>
        </pc:sldMkLst>
        <pc:spChg chg="mod">
          <ac:chgData name="Tudor-Alexandru Ileni" userId="S::tudor.ileni@ubbcluj.ro::d7b28f6b-7e8e-48e3-b06b-cc0a244d3028" providerId="AD" clId="Web-{BCEFE704-9187-1B24-1AE3-CBDEB5EE3F5D}" dt="2025-12-18T06:20:37.674" v="2" actId="20577"/>
          <ac:spMkLst>
            <pc:docMk/>
            <pc:sldMk cId="3408082540" sldId="265"/>
            <ac:spMk id="3" creationId="{D45BC2FA-A759-CC27-3741-110FD27D8176}"/>
          </ac:spMkLst>
        </pc:spChg>
      </pc:sldChg>
      <pc:sldChg chg="modSp">
        <pc:chgData name="Tudor-Alexandru Ileni" userId="S::tudor.ileni@ubbcluj.ro::d7b28f6b-7e8e-48e3-b06b-cc0a244d3028" providerId="AD" clId="Web-{BCEFE704-9187-1B24-1AE3-CBDEB5EE3F5D}" dt="2025-12-18T06:57:36.671" v="29" actId="20577"/>
        <pc:sldMkLst>
          <pc:docMk/>
          <pc:sldMk cId="1310652398" sldId="266"/>
        </pc:sldMkLst>
        <pc:spChg chg="mod">
          <ac:chgData name="Tudor-Alexandru Ileni" userId="S::tudor.ileni@ubbcluj.ro::d7b28f6b-7e8e-48e3-b06b-cc0a244d3028" providerId="AD" clId="Web-{BCEFE704-9187-1B24-1AE3-CBDEB5EE3F5D}" dt="2025-12-18T06:57:36.671" v="29" actId="20577"/>
          <ac:spMkLst>
            <pc:docMk/>
            <pc:sldMk cId="1310652398" sldId="266"/>
            <ac:spMk id="3" creationId="{D7171382-19B6-D10E-02F8-29DB0DDA4962}"/>
          </ac:spMkLst>
        </pc:spChg>
      </pc:sldChg>
      <pc:sldChg chg="modSp">
        <pc:chgData name="Tudor-Alexandru Ileni" userId="S::tudor.ileni@ubbcluj.ro::d7b28f6b-7e8e-48e3-b06b-cc0a244d3028" providerId="AD" clId="Web-{BCEFE704-9187-1B24-1AE3-CBDEB5EE3F5D}" dt="2025-12-18T06:56:36.399" v="27" actId="20577"/>
        <pc:sldMkLst>
          <pc:docMk/>
          <pc:sldMk cId="187443649" sldId="267"/>
        </pc:sldMkLst>
        <pc:spChg chg="mod">
          <ac:chgData name="Tudor-Alexandru Ileni" userId="S::tudor.ileni@ubbcluj.ro::d7b28f6b-7e8e-48e3-b06b-cc0a244d3028" providerId="AD" clId="Web-{BCEFE704-9187-1B24-1AE3-CBDEB5EE3F5D}" dt="2025-12-18T06:56:36.399" v="27" actId="20577"/>
          <ac:spMkLst>
            <pc:docMk/>
            <pc:sldMk cId="187443649" sldId="267"/>
            <ac:spMk id="3" creationId="{0834AE3D-73F8-8E46-6228-CECE9BCC12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cs.ubbcluj.ro/aiinference/2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odal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B28EF9-7793-2714-1C6C-7E6E98E37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GB" sz="7200" dirty="0">
                <a:ea typeface="Calibri Light"/>
                <a:cs typeface="Calibri Light"/>
              </a:rPr>
              <a:t>AI Cloud Deployment</a:t>
            </a:r>
            <a:endParaRPr lang="en-GB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AD98F-4483-73BE-1A0F-6C2DC2663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GB" dirty="0">
                <a:ea typeface="Calibri"/>
                <a:cs typeface="Calibri"/>
              </a:rPr>
              <a:t>Tech Lab 6</a:t>
            </a:r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509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26A07-C44D-E30D-8A41-B6EFD27E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cat&#10;&#10;AI-generated content may be incorrect.">
            <a:extLst>
              <a:ext uri="{FF2B5EF4-FFF2-40B4-BE49-F238E27FC236}">
                <a16:creationId xmlns:a16="http://schemas.microsoft.com/office/drawing/2014/main" id="{E2CAE262-DC34-A361-86B3-0F888ACA2B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319" b="332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A0A9C8-A607-3240-95AB-3E80BF4D0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Cloud Flask Deploy DL (vision)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8F34B-7F44-E3CA-E722-C216E1F38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Render.com</a:t>
            </a:r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103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7717E-6633-EC8E-0DE1-6C78B171A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Online deploy:  </a:t>
            </a:r>
            <a:r>
              <a:rPr lang="en-US" b="1" dirty="0">
                <a:solidFill>
                  <a:srgbClr val="FFFFFF"/>
                </a:solidFill>
              </a:rPr>
              <a:t>render.com</a:t>
            </a:r>
            <a:endParaRPr lang="en-US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C2FA-A759-CC27-3741-110FD27D8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2174905"/>
            <a:ext cx="8247380" cy="39106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</a:rPr>
              <a:t>Setup:</a:t>
            </a:r>
            <a:endParaRPr lang="en-US"/>
          </a:p>
          <a:p>
            <a:pPr lvl="1"/>
            <a:r>
              <a:rPr lang="en-US" dirty="0">
                <a:solidFill>
                  <a:srgbClr val="FFFFFF"/>
                </a:solidFill>
              </a:rPr>
              <a:t>Repository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Branch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Git Credentials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Root Directory </a:t>
            </a:r>
            <a:r>
              <a:rPr lang="en-US" dirty="0" err="1">
                <a:solidFill>
                  <a:srgbClr val="FFFFFF"/>
                </a:solidFill>
                <a:highlight>
                  <a:srgbClr val="C0C0C0"/>
                </a:highlight>
              </a:rPr>
              <a:t>flask_app_DL</a:t>
            </a:r>
            <a:endParaRPr lang="en-US" dirty="0" err="1">
              <a:solidFill>
                <a:srgbClr val="FFFFFF"/>
              </a:solidFill>
              <a:highlight>
                <a:srgbClr val="C0C0C0"/>
              </a:highlight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Build Command</a:t>
            </a:r>
            <a:r>
              <a:rPr lang="en-US" dirty="0">
                <a:solidFill>
                  <a:srgbClr val="FFFFFF"/>
                </a:solidFill>
                <a:highlight>
                  <a:srgbClr val="C0C0C0"/>
                </a:highlight>
              </a:rPr>
              <a:t> pip install -r requirements.txt</a:t>
            </a:r>
            <a:endParaRPr lang="en-US">
              <a:solidFill>
                <a:srgbClr val="FFFFFF"/>
              </a:solidFill>
              <a:highlight>
                <a:srgbClr val="C0C0C0"/>
              </a:highlight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Start Command </a:t>
            </a:r>
            <a:r>
              <a:rPr lang="en-US" err="1">
                <a:solidFill>
                  <a:srgbClr val="FFFFFF"/>
                </a:solidFill>
                <a:highlight>
                  <a:srgbClr val="C0C0C0"/>
                </a:highlight>
              </a:rPr>
              <a:t>gunicorn</a:t>
            </a:r>
            <a:r>
              <a:rPr lang="en-US" dirty="0">
                <a:solidFill>
                  <a:srgbClr val="FFFFFF"/>
                </a:solidFill>
                <a:highlight>
                  <a:srgbClr val="C0C0C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C0C0C0"/>
                </a:highlight>
              </a:rPr>
              <a:t>app:app</a:t>
            </a:r>
            <a:r>
              <a:rPr lang="en-US" dirty="0">
                <a:solidFill>
                  <a:srgbClr val="FFFFFF"/>
                </a:solidFill>
                <a:highlight>
                  <a:srgbClr val="C0C0C0"/>
                </a:highlight>
              </a:rPr>
              <a:t> --bind 0.0.0.0:$PORT</a:t>
            </a:r>
            <a:endParaRPr lang="en-US">
              <a:solidFill>
                <a:srgbClr val="FFFFFF"/>
              </a:solidFill>
              <a:highlight>
                <a:srgbClr val="C0C0C0"/>
              </a:highlight>
              <a:ea typeface="Calibri"/>
              <a:cs typeface="Calibri"/>
            </a:endParaRPr>
          </a:p>
          <a:p>
            <a:pPr marL="457200" lvl="1"/>
            <a:endParaRPr lang="en-US">
              <a:solidFill>
                <a:srgbClr val="FFFFFF"/>
              </a:solidFill>
              <a:highlight>
                <a:srgbClr val="C0C0C0"/>
              </a:highlight>
            </a:endParaRPr>
          </a:p>
          <a:p>
            <a:pPr lvl="1"/>
            <a:endParaRPr lang="en-US">
              <a:solidFill>
                <a:srgbClr val="FFFFFF"/>
              </a:solidFill>
              <a:highlight>
                <a:srgbClr val="C0C0C0"/>
              </a:highlight>
            </a:endParaRPr>
          </a:p>
          <a:p>
            <a:pPr lvl="1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5E72E-E582-9116-D9BC-FA62286AE170}"/>
              </a:ext>
            </a:extLst>
          </p:cNvPr>
          <p:cNvSpPr txBox="1"/>
          <p:nvPr/>
        </p:nvSpPr>
        <p:spPr>
          <a:xfrm>
            <a:off x="8846820" y="2073305"/>
            <a:ext cx="2517140" cy="41036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u="sng" baseline="0">
                <a:solidFill>
                  <a:srgbClr val="FFFFFF"/>
                </a:solidFill>
              </a:rPr>
              <a:t>requirements.txt</a:t>
            </a:r>
            <a:r>
              <a:rPr lang="en-US" sz="2400" u="sng">
                <a:solidFill>
                  <a:srgbClr val="FFFFFF"/>
                </a:solidFill>
              </a:rPr>
              <a:t>​</a:t>
            </a:r>
            <a:endParaRPr lang="en-US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>
                <a:solidFill>
                  <a:srgbClr val="FFFFFF"/>
                </a:solidFill>
              </a:rPr>
              <a:t>Flask</a:t>
            </a:r>
            <a:r>
              <a:rPr lang="en-US" sz="2400">
                <a:solidFill>
                  <a:srgbClr val="FFFFFF"/>
                </a:solidFill>
              </a:rPr>
              <a:t>​</a:t>
            </a:r>
            <a:endParaRPr lang="en-US" sz="24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 err="1">
                <a:solidFill>
                  <a:srgbClr val="FFFFFF"/>
                </a:solidFill>
              </a:rPr>
              <a:t>onnxruntime</a:t>
            </a:r>
            <a:r>
              <a:rPr lang="en-US" sz="2400">
                <a:solidFill>
                  <a:srgbClr val="FFFFFF"/>
                </a:solidFill>
              </a:rPr>
              <a:t>​</a:t>
            </a:r>
            <a:endParaRPr lang="en-US" sz="24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 err="1">
                <a:solidFill>
                  <a:srgbClr val="FFFFFF"/>
                </a:solidFill>
              </a:rPr>
              <a:t>numpy</a:t>
            </a:r>
            <a:r>
              <a:rPr lang="en-US" sz="2400">
                <a:solidFill>
                  <a:srgbClr val="FFFFFF"/>
                </a:solidFill>
              </a:rPr>
              <a:t>​</a:t>
            </a:r>
            <a:endParaRPr lang="en-US" sz="24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>
                <a:solidFill>
                  <a:srgbClr val="FFFFFF"/>
                </a:solidFill>
              </a:rPr>
              <a:t>Pillow</a:t>
            </a:r>
            <a:r>
              <a:rPr lang="en-US" sz="2400">
                <a:solidFill>
                  <a:srgbClr val="FFFFFF"/>
                </a:solidFill>
              </a:rPr>
              <a:t>​</a:t>
            </a:r>
            <a:endParaRPr lang="en-US" sz="24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 err="1">
                <a:solidFill>
                  <a:srgbClr val="FFFFFF"/>
                </a:solidFill>
              </a:rPr>
              <a:t>Werkzeug</a:t>
            </a:r>
            <a:r>
              <a:rPr lang="en-US" sz="2400">
                <a:solidFill>
                  <a:srgbClr val="FFFFFF"/>
                </a:solidFill>
              </a:rPr>
              <a:t>​</a:t>
            </a:r>
            <a:endParaRPr lang="en-US" sz="24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 err="1">
                <a:solidFill>
                  <a:srgbClr val="FFFFFF"/>
                </a:solidFill>
              </a:rPr>
              <a:t>gunicorn</a:t>
            </a:r>
            <a:endParaRPr lang="en-US" sz="2400" baseline="0" err="1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082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CA0AA-43E3-8D5C-4062-ABBD8E6ED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E4EC39-9ABA-7F79-5AA7-A8550252F8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2223" b="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1DD724-F55B-02F8-F682-1E654F52D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/>
              <a:t>Inference Endpoints (</a:t>
            </a:r>
            <a:r>
              <a:rPr lang="en-US" sz="6000" dirty="0" err="1"/>
              <a:t>HuggingFace</a:t>
            </a:r>
            <a:r>
              <a:rPr lang="en-US" sz="6000" dirty="0"/>
              <a:t>)  (LLM)</a:t>
            </a:r>
            <a:endParaRPr lang="en-US" sz="600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2E454-00C6-A94F-E052-63D955D75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https://endpoints.huggingface.co/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1681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BAEA-2B5D-1000-5882-73DBEA06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39" y="2710"/>
            <a:ext cx="10515600" cy="1325563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Deploy on UBB </a:t>
            </a:r>
            <a:r>
              <a:rPr lang="en-US" dirty="0" err="1">
                <a:ea typeface="Calibri Light"/>
                <a:cs typeface="Calibri Light"/>
              </a:rPr>
              <a:t>MLhub</a:t>
            </a:r>
            <a:r>
              <a:rPr lang="en-US" dirty="0">
                <a:ea typeface="Calibri Light"/>
                <a:cs typeface="Calibri Light"/>
              </a:rPr>
              <a:t> (CPU)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4AE3D-73F8-8E46-6228-CECE9BCC1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469" y="961406"/>
            <a:ext cx="10729331" cy="5652313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dirty="0">
                <a:ea typeface="Calibri"/>
                <a:cs typeface="Calibri"/>
              </a:rPr>
              <a:t>Download </a:t>
            </a:r>
            <a:r>
              <a:rPr lang="en-US" dirty="0" err="1">
                <a:ea typeface="Calibri"/>
                <a:cs typeface="Calibri"/>
              </a:rPr>
              <a:t>WireGuard</a:t>
            </a:r>
            <a:r>
              <a:rPr lang="en-US" dirty="0">
                <a:ea typeface="Calibri"/>
                <a:cs typeface="Calibri"/>
              </a:rPr>
              <a:t> VPN config file from: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https://www.cs.ubbcluj.ro/vpn/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Use </a:t>
            </a:r>
            <a:r>
              <a:rPr lang="en-US" err="1">
                <a:ea typeface="Calibri"/>
                <a:cs typeface="Calibri"/>
              </a:rPr>
              <a:t>MobaXterm</a:t>
            </a:r>
            <a:r>
              <a:rPr lang="en-US" dirty="0">
                <a:ea typeface="Calibri"/>
                <a:cs typeface="Calibri"/>
              </a:rPr>
              <a:t> or another terminal to connect via ssh to </a:t>
            </a:r>
            <a:r>
              <a:rPr lang="en-US" b="1" dirty="0">
                <a:ea typeface="+mn-lt"/>
                <a:cs typeface="+mn-lt"/>
              </a:rPr>
              <a:t>172.30.249.193 </a:t>
            </a:r>
            <a:r>
              <a:rPr lang="en-US" dirty="0">
                <a:ea typeface="+mn-lt"/>
                <a:cs typeface="+mn-lt"/>
              </a:rPr>
              <a:t>(get user and pass on </a:t>
            </a:r>
            <a:r>
              <a:rPr lang="en-US" err="1">
                <a:ea typeface="+mn-lt"/>
                <a:cs typeface="+mn-lt"/>
              </a:rPr>
              <a:t>MSTeams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Create a new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dir</a:t>
            </a:r>
            <a:r>
              <a:rPr lang="en-US" dirty="0">
                <a:ea typeface="Calibri" panose="020F0502020204030204"/>
                <a:cs typeface="Calibri" panose="020F0502020204030204"/>
              </a:rPr>
              <a:t> for your own Flask/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FastAPI</a:t>
            </a:r>
            <a:r>
              <a:rPr lang="en-US" dirty="0">
                <a:ea typeface="Calibri" panose="020F0502020204030204"/>
                <a:cs typeface="Calibri" panose="020F0502020204030204"/>
              </a:rPr>
              <a:t> server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Create a python environment inside the directory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python3 -m </a:t>
            </a:r>
            <a:r>
              <a:rPr lang="en-US" dirty="0" err="1">
                <a:ea typeface="+mn-lt"/>
                <a:cs typeface="+mn-lt"/>
              </a:rPr>
              <a:t>venv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env_name</a:t>
            </a:r>
            <a:r>
              <a:rPr lang="en-US" dirty="0">
                <a:ea typeface="+mn-lt"/>
                <a:cs typeface="+mn-lt"/>
              </a:rPr>
              <a:t> (put inside the server)</a:t>
            </a:r>
          </a:p>
          <a:p>
            <a:r>
              <a:rPr lang="en-US" sz="2600" dirty="0">
                <a:ea typeface="Calibri" panose="020F0502020204030204"/>
                <a:cs typeface="Calibri" panose="020F0502020204030204"/>
              </a:rPr>
              <a:t>Start a background screen using the </a:t>
            </a:r>
            <a:r>
              <a:rPr lang="en-US" sz="2600" b="1" dirty="0" err="1">
                <a:ea typeface="Calibri" panose="020F0502020204030204"/>
                <a:cs typeface="Calibri" panose="020F0502020204030204"/>
              </a:rPr>
              <a:t>tmux</a:t>
            </a:r>
            <a:r>
              <a:rPr lang="en-US" sz="2600" b="1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600" dirty="0">
                <a:ea typeface="Calibri" panose="020F0502020204030204"/>
                <a:cs typeface="Calibri" panose="020F0502020204030204"/>
              </a:rPr>
              <a:t>command (necessary when closing the terminal the server will still run)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200" dirty="0" err="1">
                <a:ea typeface="Calibri" panose="020F0502020204030204"/>
                <a:cs typeface="Calibri" panose="020F0502020204030204"/>
              </a:rPr>
              <a:t>tmux</a:t>
            </a:r>
            <a:r>
              <a:rPr lang="en-US" sz="2200" dirty="0">
                <a:ea typeface="Calibri" panose="020F0502020204030204"/>
                <a:cs typeface="Calibri" panose="020F0502020204030204"/>
              </a:rPr>
              <a:t> new -s </a:t>
            </a:r>
            <a:r>
              <a:rPr lang="en-US" sz="2200" dirty="0">
                <a:ea typeface="+mn-lt"/>
                <a:cs typeface="+mn-lt"/>
              </a:rPr>
              <a:t>[</a:t>
            </a:r>
            <a:r>
              <a:rPr lang="en-US" sz="2200" dirty="0" err="1">
                <a:ea typeface="+mn-lt"/>
                <a:cs typeface="+mn-lt"/>
              </a:rPr>
              <a:t>screen_name</a:t>
            </a:r>
            <a:r>
              <a:rPr lang="en-US" sz="2200" dirty="0">
                <a:ea typeface="+mn-lt"/>
                <a:cs typeface="+mn-lt"/>
              </a:rPr>
              <a:t>]</a:t>
            </a:r>
            <a:endParaRPr lang="en-US" sz="2200" dirty="0"/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Activate the env (!! if not activated, you will use python from the machine, not recommended)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source </a:t>
            </a:r>
            <a:r>
              <a:rPr lang="en-US" dirty="0" err="1">
                <a:ea typeface="+mn-lt"/>
                <a:cs typeface="+mn-lt"/>
              </a:rPr>
              <a:t>env_name</a:t>
            </a:r>
            <a:r>
              <a:rPr lang="en-US" dirty="0">
                <a:ea typeface="+mn-lt"/>
                <a:cs typeface="+mn-lt"/>
              </a:rPr>
              <a:t>/bin/activate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Install your own python packages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 panose="020F0502020204030204"/>
                <a:cs typeface="Calibri" panose="020F0502020204030204"/>
              </a:rPr>
              <a:t>pip install –r requirements.txt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Change port for your server to a unique port (given by me, because I have to configure the route ) 9002, 9003, …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Start server, and detach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tmux</a:t>
            </a:r>
            <a:r>
              <a:rPr lang="en-US" dirty="0">
                <a:ea typeface="Calibri" panose="020F0502020204030204"/>
                <a:cs typeface="Calibri" panose="020F0502020204030204"/>
              </a:rPr>
              <a:t> screen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See all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tmux</a:t>
            </a:r>
            <a:r>
              <a:rPr lang="en-US" dirty="0">
                <a:ea typeface="Calibri" panose="020F0502020204030204"/>
                <a:cs typeface="Calibri" panose="020F0502020204030204"/>
              </a:rPr>
              <a:t> screen: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tmux</a:t>
            </a:r>
            <a:r>
              <a:rPr lang="en-US" dirty="0">
                <a:ea typeface="Calibri" panose="020F0502020204030204"/>
                <a:cs typeface="Calibri" panose="020F0502020204030204"/>
              </a:rPr>
              <a:t> ls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Attach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tmux</a:t>
            </a:r>
            <a:r>
              <a:rPr lang="en-US" dirty="0">
                <a:ea typeface="Calibri" panose="020F0502020204030204"/>
                <a:cs typeface="Calibri" panose="020F0502020204030204"/>
              </a:rPr>
              <a:t> screen: </a:t>
            </a:r>
            <a:r>
              <a:rPr lang="en-US" dirty="0" err="1">
                <a:ea typeface="+mn-lt"/>
                <a:cs typeface="+mn-lt"/>
              </a:rPr>
              <a:t>tmux</a:t>
            </a:r>
            <a:r>
              <a:rPr lang="en-US" dirty="0">
                <a:ea typeface="+mn-lt"/>
                <a:cs typeface="+mn-lt"/>
              </a:rPr>
              <a:t> attach -t [</a:t>
            </a:r>
            <a:r>
              <a:rPr lang="en-US" dirty="0" err="1">
                <a:ea typeface="+mn-lt"/>
                <a:cs typeface="+mn-lt"/>
              </a:rPr>
              <a:t>screen_name</a:t>
            </a:r>
            <a:r>
              <a:rPr lang="en-US" dirty="0">
                <a:ea typeface="+mn-lt"/>
                <a:cs typeface="+mn-lt"/>
              </a:rPr>
              <a:t>]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Detach </a:t>
            </a:r>
            <a:r>
              <a:rPr lang="en-US" err="1">
                <a:ea typeface="Calibri" panose="020F0502020204030204"/>
                <a:cs typeface="Calibri" panose="020F0502020204030204"/>
              </a:rPr>
              <a:t>tmux</a:t>
            </a:r>
            <a:r>
              <a:rPr lang="en-US" dirty="0">
                <a:ea typeface="Calibri" panose="020F0502020204030204"/>
                <a:cs typeface="Calibri" panose="020F0502020204030204"/>
              </a:rPr>
              <a:t> screen: 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CTRL+B</a:t>
            </a:r>
            <a:r>
              <a:rPr lang="en-US" dirty="0">
                <a:ea typeface="Calibri" panose="020F0502020204030204"/>
                <a:cs typeface="Calibri" panose="020F0502020204030204"/>
              </a:rPr>
              <a:t>, release, then press 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D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Access your app on: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>
                <a:ea typeface="+mn-lt"/>
                <a:cs typeface="+mn-lt"/>
              </a:rPr>
              <a:t>scs.ubbcluj.ro/</a:t>
            </a:r>
            <a:r>
              <a:rPr lang="en-US" dirty="0" err="1">
                <a:ea typeface="+mn-lt"/>
                <a:cs typeface="+mn-lt"/>
              </a:rPr>
              <a:t>aiinference</a:t>
            </a:r>
            <a:r>
              <a:rPr lang="en-US" dirty="0">
                <a:ea typeface="+mn-lt"/>
                <a:cs typeface="+mn-lt"/>
              </a:rPr>
              <a:t>/[</a:t>
            </a:r>
            <a:r>
              <a:rPr lang="en-US" dirty="0" err="1">
                <a:ea typeface="+mn-lt"/>
                <a:cs typeface="+mn-lt"/>
              </a:rPr>
              <a:t>give_id</a:t>
            </a:r>
            <a:r>
              <a:rPr lang="en-US" dirty="0">
                <a:ea typeface="+mn-lt"/>
                <a:cs typeface="+mn-lt"/>
              </a:rPr>
              <a:t>]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Example: </a:t>
            </a:r>
            <a:r>
              <a:rPr lang="en-US" dirty="0">
                <a:ea typeface="+mn-lt"/>
                <a:cs typeface="+mn-lt"/>
                <a:hlinkClick r:id="rId2"/>
              </a:rPr>
              <a:t>www.scs.ubbcluj.ro/aiinference/2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744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8B56-F3C9-2269-5720-B89B3F9B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Other </a:t>
            </a:r>
            <a:r>
              <a:rPr lang="en-US" dirty="0" err="1">
                <a:ea typeface="Calibri Light"/>
                <a:cs typeface="Calibri Light"/>
              </a:rPr>
              <a:t>platflorm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71382-19B6-D10E-02F8-29DB0DDA4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https://modal.com/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Calibri"/>
                <a:cs typeface="Calibri"/>
              </a:rPr>
              <a:t>Croq.com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0652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8c896a-2c7a-453c-a372-c5a9d996764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F9612703AB1245B110929651DA4EFF" ma:contentTypeVersion="10" ma:contentTypeDescription="Create a new document." ma:contentTypeScope="" ma:versionID="ecf2fada5d55cdb3950e5f558f164afc">
  <xsd:schema xmlns:xsd="http://www.w3.org/2001/XMLSchema" xmlns:xs="http://www.w3.org/2001/XMLSchema" xmlns:p="http://schemas.microsoft.com/office/2006/metadata/properties" xmlns:ns2="2d8c896a-2c7a-453c-a372-c5a9d996764a" targetNamespace="http://schemas.microsoft.com/office/2006/metadata/properties" ma:root="true" ma:fieldsID="27dc19fd6429b261af21789178676c87" ns2:_="">
    <xsd:import namespace="2d8c896a-2c7a-453c-a372-c5a9d996764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c896a-2c7a-453c-a372-c5a9d996764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22844E-F629-4D66-97C4-77B234628329}">
  <ds:schemaRefs>
    <ds:schemaRef ds:uri="http://schemas.microsoft.com/office/2006/metadata/properties"/>
    <ds:schemaRef ds:uri="http://schemas.microsoft.com/office/infopath/2007/PartnerControls"/>
    <ds:schemaRef ds:uri="2d8c896a-2c7a-453c-a372-c5a9d996764a"/>
  </ds:schemaRefs>
</ds:datastoreItem>
</file>

<file path=customXml/itemProps2.xml><?xml version="1.0" encoding="utf-8"?>
<ds:datastoreItem xmlns:ds="http://schemas.openxmlformats.org/officeDocument/2006/customXml" ds:itemID="{C3885F66-1C3D-4608-B2A8-89EB7F2EB0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A449DC-4A60-48AE-82BC-6F8E340122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8c896a-2c7a-453c-a372-c5a9d99676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232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AI Cloud Deployment</vt:lpstr>
      <vt:lpstr>Cloud Flask Deploy DL (vision)</vt:lpstr>
      <vt:lpstr>Online deploy:  render.com</vt:lpstr>
      <vt:lpstr>Inference Endpoints (HuggingFace)  (LLM)</vt:lpstr>
      <vt:lpstr>Deploy on UBB MLhub (CPU)</vt:lpstr>
      <vt:lpstr>Other platflorm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tudor</cp:lastModifiedBy>
  <cp:revision>365</cp:revision>
  <dcterms:created xsi:type="dcterms:W3CDTF">2013-07-15T20:26:40Z</dcterms:created>
  <dcterms:modified xsi:type="dcterms:W3CDTF">2025-12-18T06:57:47Z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0x0101006EF9612703AB1245B110929651DA4EFF</vt:lpwstr>
  </property>
  <property fmtid="{D5CDD505-2E9C-101B-9397-08002B2CF9AE}" pid="3" name="MediaServiceImageTags">
    <vt:lpwstr/>
  </property>
</Properties>
</file>