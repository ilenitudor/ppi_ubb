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22"/>
  </p:notesMasterIdLst>
  <p:sldIdLst>
    <p:sldId id="256" r:id="rId5"/>
    <p:sldId id="282" r:id="rId6"/>
    <p:sldId id="284" r:id="rId7"/>
    <p:sldId id="283" r:id="rId8"/>
    <p:sldId id="269" r:id="rId9"/>
    <p:sldId id="267" r:id="rId10"/>
    <p:sldId id="272" r:id="rId11"/>
    <p:sldId id="273" r:id="rId12"/>
    <p:sldId id="270" r:id="rId13"/>
    <p:sldId id="275" r:id="rId14"/>
    <p:sldId id="259" r:id="rId15"/>
    <p:sldId id="258" r:id="rId16"/>
    <p:sldId id="285" r:id="rId17"/>
    <p:sldId id="286" r:id="rId18"/>
    <p:sldId id="287" r:id="rId19"/>
    <p:sldId id="288" r:id="rId20"/>
    <p:sldId id="28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489893-C4CB-E0BD-EA36-61E752E57242}" v="4" dt="2025-11-12T09:34:45.0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dor-Alexandru Ileni" userId="S::tudor.ileni@ubbcluj.ro::d7b28f6b-7e8e-48e3-b06b-cc0a244d3028" providerId="AD" clId="Web-{812E792C-D86F-81AF-CD1D-B5C5EB3F94E8}"/>
    <pc:docChg chg="addSld delSld modSld">
      <pc:chgData name="Tudor-Alexandru Ileni" userId="S::tudor.ileni@ubbcluj.ro::d7b28f6b-7e8e-48e3-b06b-cc0a244d3028" providerId="AD" clId="Web-{812E792C-D86F-81AF-CD1D-B5C5EB3F94E8}" dt="2025-10-29T16:03:39.282" v="135" actId="20577"/>
      <pc:docMkLst>
        <pc:docMk/>
      </pc:docMkLst>
      <pc:sldChg chg="modSp">
        <pc:chgData name="Tudor-Alexandru Ileni" userId="S::tudor.ileni@ubbcluj.ro::d7b28f6b-7e8e-48e3-b06b-cc0a244d3028" providerId="AD" clId="Web-{812E792C-D86F-81AF-CD1D-B5C5EB3F94E8}" dt="2025-10-29T15:13:18.545" v="10" actId="20577"/>
        <pc:sldMkLst>
          <pc:docMk/>
          <pc:sldMk cId="1385755987" sldId="270"/>
        </pc:sldMkLst>
        <pc:spChg chg="mod">
          <ac:chgData name="Tudor-Alexandru Ileni" userId="S::tudor.ileni@ubbcluj.ro::d7b28f6b-7e8e-48e3-b06b-cc0a244d3028" providerId="AD" clId="Web-{812E792C-D86F-81AF-CD1D-B5C5EB3F94E8}" dt="2025-10-29T15:13:18.545" v="10" actId="20577"/>
          <ac:spMkLst>
            <pc:docMk/>
            <pc:sldMk cId="1385755987" sldId="270"/>
            <ac:spMk id="3" creationId="{3BB38846-BB5A-0CD0-2B7F-AF9B352695B5}"/>
          </ac:spMkLst>
        </pc:spChg>
      </pc:sldChg>
      <pc:sldChg chg="modSp new modNotes">
        <pc:chgData name="Tudor-Alexandru Ileni" userId="S::tudor.ileni@ubbcluj.ro::d7b28f6b-7e8e-48e3-b06b-cc0a244d3028" providerId="AD" clId="Web-{812E792C-D86F-81AF-CD1D-B5C5EB3F94E8}" dt="2025-10-29T15:19:24.460" v="62"/>
        <pc:sldMkLst>
          <pc:docMk/>
          <pc:sldMk cId="4047620521" sldId="285"/>
        </pc:sldMkLst>
        <pc:spChg chg="mod">
          <ac:chgData name="Tudor-Alexandru Ileni" userId="S::tudor.ileni@ubbcluj.ro::d7b28f6b-7e8e-48e3-b06b-cc0a244d3028" providerId="AD" clId="Web-{812E792C-D86F-81AF-CD1D-B5C5EB3F94E8}" dt="2025-10-29T15:19:22.272" v="61" actId="20577"/>
          <ac:spMkLst>
            <pc:docMk/>
            <pc:sldMk cId="4047620521" sldId="285"/>
            <ac:spMk id="2" creationId="{5001A003-6D09-D515-1F40-1BCE599E27AE}"/>
          </ac:spMkLst>
        </pc:spChg>
        <pc:spChg chg="mod">
          <ac:chgData name="Tudor-Alexandru Ileni" userId="S::tudor.ileni@ubbcluj.ro::d7b28f6b-7e8e-48e3-b06b-cc0a244d3028" providerId="AD" clId="Web-{812E792C-D86F-81AF-CD1D-B5C5EB3F94E8}" dt="2025-10-29T15:17:09.535" v="59" actId="20577"/>
          <ac:spMkLst>
            <pc:docMk/>
            <pc:sldMk cId="4047620521" sldId="285"/>
            <ac:spMk id="3" creationId="{B8DC6E4E-7B0B-C2FF-8EEE-8DA879234C94}"/>
          </ac:spMkLst>
        </pc:spChg>
      </pc:sldChg>
      <pc:sldChg chg="modSp new">
        <pc:chgData name="Tudor-Alexandru Ileni" userId="S::tudor.ileni@ubbcluj.ro::d7b28f6b-7e8e-48e3-b06b-cc0a244d3028" providerId="AD" clId="Web-{812E792C-D86F-81AF-CD1D-B5C5EB3F94E8}" dt="2025-10-29T15:53:24.032" v="105" actId="20577"/>
        <pc:sldMkLst>
          <pc:docMk/>
          <pc:sldMk cId="312554787" sldId="286"/>
        </pc:sldMkLst>
        <pc:spChg chg="mod">
          <ac:chgData name="Tudor-Alexandru Ileni" userId="S::tudor.ileni@ubbcluj.ro::d7b28f6b-7e8e-48e3-b06b-cc0a244d3028" providerId="AD" clId="Web-{812E792C-D86F-81AF-CD1D-B5C5EB3F94E8}" dt="2025-10-29T15:49:06.472" v="68" actId="20577"/>
          <ac:spMkLst>
            <pc:docMk/>
            <pc:sldMk cId="312554787" sldId="286"/>
            <ac:spMk id="2" creationId="{860DCD8C-9068-9C5E-9138-5B92C5B4571C}"/>
          </ac:spMkLst>
        </pc:spChg>
        <pc:spChg chg="mod">
          <ac:chgData name="Tudor-Alexandru Ileni" userId="S::tudor.ileni@ubbcluj.ro::d7b28f6b-7e8e-48e3-b06b-cc0a244d3028" providerId="AD" clId="Web-{812E792C-D86F-81AF-CD1D-B5C5EB3F94E8}" dt="2025-10-29T15:53:24.032" v="105" actId="20577"/>
          <ac:spMkLst>
            <pc:docMk/>
            <pc:sldMk cId="312554787" sldId="286"/>
            <ac:spMk id="3" creationId="{7BC10813-95B2-B82A-FC12-1A7C5A0430E3}"/>
          </ac:spMkLst>
        </pc:spChg>
      </pc:sldChg>
      <pc:sldChg chg="modSp new">
        <pc:chgData name="Tudor-Alexandru Ileni" userId="S::tudor.ileni@ubbcluj.ro::d7b28f6b-7e8e-48e3-b06b-cc0a244d3028" providerId="AD" clId="Web-{812E792C-D86F-81AF-CD1D-B5C5EB3F94E8}" dt="2025-10-29T16:03:39.282" v="135" actId="20577"/>
        <pc:sldMkLst>
          <pc:docMk/>
          <pc:sldMk cId="78793438" sldId="287"/>
        </pc:sldMkLst>
        <pc:spChg chg="mod">
          <ac:chgData name="Tudor-Alexandru Ileni" userId="S::tudor.ileni@ubbcluj.ro::d7b28f6b-7e8e-48e3-b06b-cc0a244d3028" providerId="AD" clId="Web-{812E792C-D86F-81AF-CD1D-B5C5EB3F94E8}" dt="2025-10-29T16:01:07.183" v="117" actId="20577"/>
          <ac:spMkLst>
            <pc:docMk/>
            <pc:sldMk cId="78793438" sldId="287"/>
            <ac:spMk id="2" creationId="{7E109167-E9FC-7D6C-3370-75BB3B3AB76D}"/>
          </ac:spMkLst>
        </pc:spChg>
        <pc:spChg chg="mod">
          <ac:chgData name="Tudor-Alexandru Ileni" userId="S::tudor.ileni@ubbcluj.ro::d7b28f6b-7e8e-48e3-b06b-cc0a244d3028" providerId="AD" clId="Web-{812E792C-D86F-81AF-CD1D-B5C5EB3F94E8}" dt="2025-10-29T16:03:39.282" v="135" actId="20577"/>
          <ac:spMkLst>
            <pc:docMk/>
            <pc:sldMk cId="78793438" sldId="287"/>
            <ac:spMk id="3" creationId="{46C5101E-8FD7-6BF0-65A2-571092A20691}"/>
          </ac:spMkLst>
        </pc:spChg>
      </pc:sldChg>
    </pc:docChg>
  </pc:docChgLst>
  <pc:docChgLst>
    <pc:chgData name="Tudor-Alexandru Ileni" userId="S::tudor.ileni@ubbcluj.ro::d7b28f6b-7e8e-48e3-b06b-cc0a244d3028" providerId="AD" clId="Web-{7B489893-C4CB-E0BD-EA36-61E752E57242}"/>
    <pc:docChg chg="modSld">
      <pc:chgData name="Tudor-Alexandru Ileni" userId="S::tudor.ileni@ubbcluj.ro::d7b28f6b-7e8e-48e3-b06b-cc0a244d3028" providerId="AD" clId="Web-{7B489893-C4CB-E0BD-EA36-61E752E57242}" dt="2025-11-12T09:34:42.444" v="3" actId="20577"/>
      <pc:docMkLst>
        <pc:docMk/>
      </pc:docMkLst>
      <pc:sldChg chg="modSp">
        <pc:chgData name="Tudor-Alexandru Ileni" userId="S::tudor.ileni@ubbcluj.ro::d7b28f6b-7e8e-48e3-b06b-cc0a244d3028" providerId="AD" clId="Web-{7B489893-C4CB-E0BD-EA36-61E752E57242}" dt="2025-11-12T09:34:42.444" v="3" actId="20577"/>
        <pc:sldMkLst>
          <pc:docMk/>
          <pc:sldMk cId="649648864" sldId="259"/>
        </pc:sldMkLst>
        <pc:spChg chg="mod">
          <ac:chgData name="Tudor-Alexandru Ileni" userId="S::tudor.ileni@ubbcluj.ro::d7b28f6b-7e8e-48e3-b06b-cc0a244d3028" providerId="AD" clId="Web-{7B489893-C4CB-E0BD-EA36-61E752E57242}" dt="2025-11-12T09:34:42.444" v="3" actId="20577"/>
          <ac:spMkLst>
            <pc:docMk/>
            <pc:sldMk cId="649648864" sldId="259"/>
            <ac:spMk id="3" creationId="{76E35A7C-3759-4792-59D2-D2709BC0AA3C}"/>
          </ac:spMkLst>
        </pc:spChg>
      </pc:sldChg>
    </pc:docChg>
  </pc:docChgLst>
  <pc:docChgLst>
    <pc:chgData name="Tudor-Alexandru Ileni" userId="S::tudor.ileni@ubbcluj.ro::d7b28f6b-7e8e-48e3-b06b-cc0a244d3028" providerId="AD" clId="Web-{D218A4A9-012E-2DEF-BB76-35E59CBE9700}"/>
    <pc:docChg chg="modSld">
      <pc:chgData name="Tudor-Alexandru Ileni" userId="S::tudor.ileni@ubbcluj.ro::d7b28f6b-7e8e-48e3-b06b-cc0a244d3028" providerId="AD" clId="Web-{D218A4A9-012E-2DEF-BB76-35E59CBE9700}" dt="2025-10-29T20:06:04.873" v="62" actId="20577"/>
      <pc:docMkLst>
        <pc:docMk/>
      </pc:docMkLst>
      <pc:sldChg chg="modSp">
        <pc:chgData name="Tudor-Alexandru Ileni" userId="S::tudor.ileni@ubbcluj.ro::d7b28f6b-7e8e-48e3-b06b-cc0a244d3028" providerId="AD" clId="Web-{D218A4A9-012E-2DEF-BB76-35E59CBE9700}" dt="2025-10-29T20:06:04.873" v="62" actId="20577"/>
        <pc:sldMkLst>
          <pc:docMk/>
          <pc:sldMk cId="78793438" sldId="287"/>
        </pc:sldMkLst>
        <pc:spChg chg="mod">
          <ac:chgData name="Tudor-Alexandru Ileni" userId="S::tudor.ileni@ubbcluj.ro::d7b28f6b-7e8e-48e3-b06b-cc0a244d3028" providerId="AD" clId="Web-{D218A4A9-012E-2DEF-BB76-35E59CBE9700}" dt="2025-10-29T20:06:04.873" v="62" actId="20577"/>
          <ac:spMkLst>
            <pc:docMk/>
            <pc:sldMk cId="78793438" sldId="287"/>
            <ac:spMk id="3" creationId="{46C5101E-8FD7-6BF0-65A2-571092A20691}"/>
          </ac:spMkLst>
        </pc:spChg>
      </pc:sldChg>
    </pc:docChg>
  </pc:docChgLst>
  <pc:docChgLst>
    <pc:chgData name="Tudor-Alexandru Ileni" userId="S::tudor.ileni@ubbcluj.ro::d7b28f6b-7e8e-48e3-b06b-cc0a244d3028" providerId="AD" clId="Web-{C93FE12E-1829-64D9-6066-7A392D1E28FC}"/>
    <pc:docChg chg="addSld modSld">
      <pc:chgData name="Tudor-Alexandru Ileni" userId="S::tudor.ileni@ubbcluj.ro::d7b28f6b-7e8e-48e3-b06b-cc0a244d3028" providerId="AD" clId="Web-{C93FE12E-1829-64D9-6066-7A392D1E28FC}" dt="2025-10-30T06:03:26.148" v="123" actId="20577"/>
      <pc:docMkLst>
        <pc:docMk/>
      </pc:docMkLst>
      <pc:sldChg chg="modSp">
        <pc:chgData name="Tudor-Alexandru Ileni" userId="S::tudor.ileni@ubbcluj.ro::d7b28f6b-7e8e-48e3-b06b-cc0a244d3028" providerId="AD" clId="Web-{C93FE12E-1829-64D9-6066-7A392D1E28FC}" dt="2025-10-30T05:39:32.542" v="5" actId="20577"/>
        <pc:sldMkLst>
          <pc:docMk/>
          <pc:sldMk cId="4213938517" sldId="267"/>
        </pc:sldMkLst>
        <pc:spChg chg="mod">
          <ac:chgData name="Tudor-Alexandru Ileni" userId="S::tudor.ileni@ubbcluj.ro::d7b28f6b-7e8e-48e3-b06b-cc0a244d3028" providerId="AD" clId="Web-{C93FE12E-1829-64D9-6066-7A392D1E28FC}" dt="2025-10-30T05:39:32.542" v="5" actId="20577"/>
          <ac:spMkLst>
            <pc:docMk/>
            <pc:sldMk cId="4213938517" sldId="267"/>
            <ac:spMk id="3" creationId="{8B7FD4EB-CBC6-0E42-42B1-3FF34677F82A}"/>
          </ac:spMkLst>
        </pc:spChg>
      </pc:sldChg>
      <pc:sldChg chg="modSp">
        <pc:chgData name="Tudor-Alexandru Ileni" userId="S::tudor.ileni@ubbcluj.ro::d7b28f6b-7e8e-48e3-b06b-cc0a244d3028" providerId="AD" clId="Web-{C93FE12E-1829-64D9-6066-7A392D1E28FC}" dt="2025-10-30T05:41:04.453" v="7" actId="20577"/>
        <pc:sldMkLst>
          <pc:docMk/>
          <pc:sldMk cId="78793438" sldId="287"/>
        </pc:sldMkLst>
        <pc:spChg chg="mod">
          <ac:chgData name="Tudor-Alexandru Ileni" userId="S::tudor.ileni@ubbcluj.ro::d7b28f6b-7e8e-48e3-b06b-cc0a244d3028" providerId="AD" clId="Web-{C93FE12E-1829-64D9-6066-7A392D1E28FC}" dt="2025-10-30T05:41:04.453" v="7" actId="20577"/>
          <ac:spMkLst>
            <pc:docMk/>
            <pc:sldMk cId="78793438" sldId="287"/>
            <ac:spMk id="3" creationId="{46C5101E-8FD7-6BF0-65A2-571092A20691}"/>
          </ac:spMkLst>
        </pc:spChg>
      </pc:sldChg>
      <pc:sldChg chg="modSp new">
        <pc:chgData name="Tudor-Alexandru Ileni" userId="S::tudor.ileni@ubbcluj.ro::d7b28f6b-7e8e-48e3-b06b-cc0a244d3028" providerId="AD" clId="Web-{C93FE12E-1829-64D9-6066-7A392D1E28FC}" dt="2025-10-30T05:57:50.621" v="92" actId="20577"/>
        <pc:sldMkLst>
          <pc:docMk/>
          <pc:sldMk cId="2010618347" sldId="288"/>
        </pc:sldMkLst>
        <pc:spChg chg="mod">
          <ac:chgData name="Tudor-Alexandru Ileni" userId="S::tudor.ileni@ubbcluj.ro::d7b28f6b-7e8e-48e3-b06b-cc0a244d3028" providerId="AD" clId="Web-{C93FE12E-1829-64D9-6066-7A392D1E28FC}" dt="2025-10-30T05:51:25.933" v="23" actId="20577"/>
          <ac:spMkLst>
            <pc:docMk/>
            <pc:sldMk cId="2010618347" sldId="288"/>
            <ac:spMk id="2" creationId="{3B4FE5ED-1209-E730-DDE3-4975BA81A3FE}"/>
          </ac:spMkLst>
        </pc:spChg>
        <pc:spChg chg="mod">
          <ac:chgData name="Tudor-Alexandru Ileni" userId="S::tudor.ileni@ubbcluj.ro::d7b28f6b-7e8e-48e3-b06b-cc0a244d3028" providerId="AD" clId="Web-{C93FE12E-1829-64D9-6066-7A392D1E28FC}" dt="2025-10-30T05:57:50.621" v="92" actId="20577"/>
          <ac:spMkLst>
            <pc:docMk/>
            <pc:sldMk cId="2010618347" sldId="288"/>
            <ac:spMk id="3" creationId="{52D3C39D-24AC-6D13-0101-E184AAD96322}"/>
          </ac:spMkLst>
        </pc:spChg>
      </pc:sldChg>
      <pc:sldChg chg="modSp add replId">
        <pc:chgData name="Tudor-Alexandru Ileni" userId="S::tudor.ileni@ubbcluj.ro::d7b28f6b-7e8e-48e3-b06b-cc0a244d3028" providerId="AD" clId="Web-{C93FE12E-1829-64D9-6066-7A392D1E28FC}" dt="2025-10-30T06:03:26.148" v="123" actId="20577"/>
        <pc:sldMkLst>
          <pc:docMk/>
          <pc:sldMk cId="1469220428" sldId="289"/>
        </pc:sldMkLst>
        <pc:spChg chg="mod">
          <ac:chgData name="Tudor-Alexandru Ileni" userId="S::tudor.ileni@ubbcluj.ro::d7b28f6b-7e8e-48e3-b06b-cc0a244d3028" providerId="AD" clId="Web-{C93FE12E-1829-64D9-6066-7A392D1E28FC}" dt="2025-10-30T05:59:51.048" v="97" actId="20577"/>
          <ac:spMkLst>
            <pc:docMk/>
            <pc:sldMk cId="1469220428" sldId="289"/>
            <ac:spMk id="2" creationId="{527F1B13-E367-866F-827F-1AA21004477D}"/>
          </ac:spMkLst>
        </pc:spChg>
        <pc:spChg chg="mod">
          <ac:chgData name="Tudor-Alexandru Ileni" userId="S::tudor.ileni@ubbcluj.ro::d7b28f6b-7e8e-48e3-b06b-cc0a244d3028" providerId="AD" clId="Web-{C93FE12E-1829-64D9-6066-7A392D1E28FC}" dt="2025-10-30T06:03:26.148" v="123" actId="20577"/>
          <ac:spMkLst>
            <pc:docMk/>
            <pc:sldMk cId="1469220428" sldId="289"/>
            <ac:spMk id="3" creationId="{23A8304B-B838-F03A-638F-65ED56407E41}"/>
          </ac:spMkLst>
        </pc:spChg>
      </pc:sldChg>
    </pc:docChg>
  </pc:docChgLst>
  <pc:docChgLst>
    <pc:chgData name="Tudor-Alexandru Ileni" userId="S::tudor.ileni@ubbcluj.ro::d7b28f6b-7e8e-48e3-b06b-cc0a244d3028" providerId="AD" clId="Web-{880BE4CA-ABD2-FC3C-CBBD-DA8753C04759}"/>
    <pc:docChg chg="delSld modSld">
      <pc:chgData name="Tudor-Alexandru Ileni" userId="S::tudor.ileni@ubbcluj.ro::d7b28f6b-7e8e-48e3-b06b-cc0a244d3028" providerId="AD" clId="Web-{880BE4CA-ABD2-FC3C-CBBD-DA8753C04759}" dt="2025-10-28T10:25:00.423" v="15" actId="20577"/>
      <pc:docMkLst>
        <pc:docMk/>
      </pc:docMkLst>
      <pc:sldChg chg="modSp">
        <pc:chgData name="Tudor-Alexandru Ileni" userId="S::tudor.ileni@ubbcluj.ro::d7b28f6b-7e8e-48e3-b06b-cc0a244d3028" providerId="AD" clId="Web-{880BE4CA-ABD2-FC3C-CBBD-DA8753C04759}" dt="2025-10-28T10:25:00.423" v="15" actId="20577"/>
        <pc:sldMkLst>
          <pc:docMk/>
          <pc:sldMk cId="1385755987" sldId="270"/>
        </pc:sldMkLst>
        <pc:spChg chg="mod">
          <ac:chgData name="Tudor-Alexandru Ileni" userId="S::tudor.ileni@ubbcluj.ro::d7b28f6b-7e8e-48e3-b06b-cc0a244d3028" providerId="AD" clId="Web-{880BE4CA-ABD2-FC3C-CBBD-DA8753C04759}" dt="2025-10-28T10:25:00.423" v="15" actId="20577"/>
          <ac:spMkLst>
            <pc:docMk/>
            <pc:sldMk cId="1385755987" sldId="270"/>
            <ac:spMk id="3" creationId="{3BB38846-BB5A-0CD0-2B7F-AF9B352695B5}"/>
          </ac:spMkLst>
        </pc:spChg>
      </pc:sldChg>
      <pc:sldChg chg="delSp modSp">
        <pc:chgData name="Tudor-Alexandru Ileni" userId="S::tudor.ileni@ubbcluj.ro::d7b28f6b-7e8e-48e3-b06b-cc0a244d3028" providerId="AD" clId="Web-{880BE4CA-ABD2-FC3C-CBBD-DA8753C04759}" dt="2025-10-28T06:19:16.435" v="2"/>
        <pc:sldMkLst>
          <pc:docMk/>
          <pc:sldMk cId="2806085550" sldId="272"/>
        </pc:sldMkLst>
      </pc:sldChg>
    </pc:docChg>
  </pc:docChgLst>
  <pc:docChgLst>
    <pc:chgData name="Tudor-Alexandru Ileni" userId="S::tudor.ileni@ubbcluj.ro::d7b28f6b-7e8e-48e3-b06b-cc0a244d3028" providerId="AD" clId="Web-{00FF093F-7219-3242-92B0-E3F82D4E8D43}"/>
    <pc:docChg chg="modSld">
      <pc:chgData name="Tudor-Alexandru Ileni" userId="S::tudor.ileni@ubbcluj.ro::d7b28f6b-7e8e-48e3-b06b-cc0a244d3028" providerId="AD" clId="Web-{00FF093F-7219-3242-92B0-E3F82D4E8D43}" dt="2025-11-04T12:58:36.448" v="16" actId="20577"/>
      <pc:docMkLst>
        <pc:docMk/>
      </pc:docMkLst>
      <pc:sldChg chg="modSp">
        <pc:chgData name="Tudor-Alexandru Ileni" userId="S::tudor.ileni@ubbcluj.ro::d7b28f6b-7e8e-48e3-b06b-cc0a244d3028" providerId="AD" clId="Web-{00FF093F-7219-3242-92B0-E3F82D4E8D43}" dt="2025-11-04T12:58:36.448" v="16" actId="20577"/>
        <pc:sldMkLst>
          <pc:docMk/>
          <pc:sldMk cId="649648864" sldId="259"/>
        </pc:sldMkLst>
        <pc:spChg chg="mod">
          <ac:chgData name="Tudor-Alexandru Ileni" userId="S::tudor.ileni@ubbcluj.ro::d7b28f6b-7e8e-48e3-b06b-cc0a244d3028" providerId="AD" clId="Web-{00FF093F-7219-3242-92B0-E3F82D4E8D43}" dt="2025-11-04T12:58:36.448" v="16" actId="20577"/>
          <ac:spMkLst>
            <pc:docMk/>
            <pc:sldMk cId="649648864" sldId="259"/>
            <ac:spMk id="3" creationId="{76E35A7C-3759-4792-59D2-D2709BC0AA3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C0DF12-4416-4159-AC69-A4F4BCEBD6FA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BBD7310-9570-4850-9D66-0B0C7C804106}">
      <dgm:prSet/>
      <dgm:spPr/>
      <dgm:t>
        <a:bodyPr/>
        <a:lstStyle/>
        <a:p>
          <a:r>
            <a:rPr lang="en-US"/>
            <a:t>Face ID/Touch ID: How does your phone know it's you?</a:t>
          </a:r>
        </a:p>
      </dgm:t>
    </dgm:pt>
    <dgm:pt modelId="{8DABBC99-01CE-4C8B-A1B4-848106032221}" type="parTrans" cxnId="{E736AC9D-2441-49C9-BCB8-137F1E061A52}">
      <dgm:prSet/>
      <dgm:spPr/>
      <dgm:t>
        <a:bodyPr/>
        <a:lstStyle/>
        <a:p>
          <a:endParaRPr lang="en-US"/>
        </a:p>
      </dgm:t>
    </dgm:pt>
    <dgm:pt modelId="{26E10CD3-B1CA-4A41-A526-4A79E0002B01}" type="sibTrans" cxnId="{E736AC9D-2441-49C9-BCB8-137F1E061A52}">
      <dgm:prSet/>
      <dgm:spPr/>
      <dgm:t>
        <a:bodyPr/>
        <a:lstStyle/>
        <a:p>
          <a:endParaRPr lang="en-US"/>
        </a:p>
      </dgm:t>
    </dgm:pt>
    <dgm:pt modelId="{0DF68D13-2B3A-4F2C-A109-D4CDCC2C7108}">
      <dgm:prSet/>
      <dgm:spPr/>
      <dgm:t>
        <a:bodyPr/>
        <a:lstStyle/>
        <a:p>
          <a:r>
            <a:rPr lang="en-US"/>
            <a:t>Spam Filters: How does email know what's junk?</a:t>
          </a:r>
        </a:p>
      </dgm:t>
    </dgm:pt>
    <dgm:pt modelId="{6A493615-0A56-4386-BB18-D2E391C80BFF}" type="parTrans" cxnId="{C89FC6C2-A9EA-46A5-B3B8-D12EA573BDD6}">
      <dgm:prSet/>
      <dgm:spPr/>
      <dgm:t>
        <a:bodyPr/>
        <a:lstStyle/>
        <a:p>
          <a:endParaRPr lang="en-US"/>
        </a:p>
      </dgm:t>
    </dgm:pt>
    <dgm:pt modelId="{B579A160-B365-4126-9D0C-4EE2F917131B}" type="sibTrans" cxnId="{C89FC6C2-A9EA-46A5-B3B8-D12EA573BDD6}">
      <dgm:prSet/>
      <dgm:spPr/>
      <dgm:t>
        <a:bodyPr/>
        <a:lstStyle/>
        <a:p>
          <a:endParaRPr lang="en-US"/>
        </a:p>
      </dgm:t>
    </dgm:pt>
    <dgm:pt modelId="{E04651F4-B51F-4FDD-BAEC-F0502C1769F0}">
      <dgm:prSet/>
      <dgm:spPr/>
      <dgm:t>
        <a:bodyPr/>
        <a:lstStyle/>
        <a:p>
          <a:r>
            <a:rPr lang="en-US"/>
            <a:t>Netflix/TikTok Recommendations: How do these apps know exactly what you'll like next?</a:t>
          </a:r>
        </a:p>
      </dgm:t>
    </dgm:pt>
    <dgm:pt modelId="{235CE72B-7115-4608-8D4A-1D14C1CAA834}" type="parTrans" cxnId="{E4D7BBB0-12B5-4FA0-A5A9-14C1CD10ABD1}">
      <dgm:prSet/>
      <dgm:spPr/>
      <dgm:t>
        <a:bodyPr/>
        <a:lstStyle/>
        <a:p>
          <a:endParaRPr lang="en-US"/>
        </a:p>
      </dgm:t>
    </dgm:pt>
    <dgm:pt modelId="{5770901A-0ADB-4FA9-AFF0-5D19E8C2D5A3}" type="sibTrans" cxnId="{E4D7BBB0-12B5-4FA0-A5A9-14C1CD10ABD1}">
      <dgm:prSet/>
      <dgm:spPr/>
      <dgm:t>
        <a:bodyPr/>
        <a:lstStyle/>
        <a:p>
          <a:endParaRPr lang="en-US"/>
        </a:p>
      </dgm:t>
    </dgm:pt>
    <dgm:pt modelId="{85712758-F82F-42D8-A575-16B6AB12F1C1}">
      <dgm:prSet/>
      <dgm:spPr/>
      <dgm:t>
        <a:bodyPr/>
        <a:lstStyle/>
        <a:p>
          <a:r>
            <a:rPr lang="en-US"/>
            <a:t>Smart Reply/Autocorrect: How does your keyboard predict your next word?</a:t>
          </a:r>
        </a:p>
      </dgm:t>
    </dgm:pt>
    <dgm:pt modelId="{3FF299B2-19B1-4951-9EB9-E4DFC5C2148B}" type="parTrans" cxnId="{65A9B037-0D8A-4C86-9CE7-ACCBEF5E61F8}">
      <dgm:prSet/>
      <dgm:spPr/>
      <dgm:t>
        <a:bodyPr/>
        <a:lstStyle/>
        <a:p>
          <a:endParaRPr lang="en-US"/>
        </a:p>
      </dgm:t>
    </dgm:pt>
    <dgm:pt modelId="{8F00CC3F-2CF0-469B-96C2-8EEEAA4DE111}" type="sibTrans" cxnId="{65A9B037-0D8A-4C86-9CE7-ACCBEF5E61F8}">
      <dgm:prSet/>
      <dgm:spPr/>
      <dgm:t>
        <a:bodyPr/>
        <a:lstStyle/>
        <a:p>
          <a:endParaRPr lang="en-US"/>
        </a:p>
      </dgm:t>
    </dgm:pt>
    <dgm:pt modelId="{8F7C4055-FB7C-464E-950C-D6AB78806156}" type="pres">
      <dgm:prSet presAssocID="{BDC0DF12-4416-4159-AC69-A4F4BCEBD6FA}" presName="vert0" presStyleCnt="0">
        <dgm:presLayoutVars>
          <dgm:dir/>
          <dgm:animOne val="branch"/>
          <dgm:animLvl val="lvl"/>
        </dgm:presLayoutVars>
      </dgm:prSet>
      <dgm:spPr/>
    </dgm:pt>
    <dgm:pt modelId="{3960DB08-0771-4F25-A7EA-AACDA99453A7}" type="pres">
      <dgm:prSet presAssocID="{9BBD7310-9570-4850-9D66-0B0C7C804106}" presName="thickLine" presStyleLbl="alignNode1" presStyleIdx="0" presStyleCnt="4"/>
      <dgm:spPr/>
    </dgm:pt>
    <dgm:pt modelId="{A7FE205E-3801-46E4-A00C-73849CBFED26}" type="pres">
      <dgm:prSet presAssocID="{9BBD7310-9570-4850-9D66-0B0C7C804106}" presName="horz1" presStyleCnt="0"/>
      <dgm:spPr/>
    </dgm:pt>
    <dgm:pt modelId="{79F419A0-097C-4491-A103-DB96A4C1C3B9}" type="pres">
      <dgm:prSet presAssocID="{9BBD7310-9570-4850-9D66-0B0C7C804106}" presName="tx1" presStyleLbl="revTx" presStyleIdx="0" presStyleCnt="4"/>
      <dgm:spPr/>
    </dgm:pt>
    <dgm:pt modelId="{E8617595-5E19-438B-8E5B-72AF84121C53}" type="pres">
      <dgm:prSet presAssocID="{9BBD7310-9570-4850-9D66-0B0C7C804106}" presName="vert1" presStyleCnt="0"/>
      <dgm:spPr/>
    </dgm:pt>
    <dgm:pt modelId="{3C622DA1-58FB-4F13-867E-2F75BE3A5705}" type="pres">
      <dgm:prSet presAssocID="{0DF68D13-2B3A-4F2C-A109-D4CDCC2C7108}" presName="thickLine" presStyleLbl="alignNode1" presStyleIdx="1" presStyleCnt="4"/>
      <dgm:spPr/>
    </dgm:pt>
    <dgm:pt modelId="{64D9E68B-0797-479A-89B7-FE9F2F1C099F}" type="pres">
      <dgm:prSet presAssocID="{0DF68D13-2B3A-4F2C-A109-D4CDCC2C7108}" presName="horz1" presStyleCnt="0"/>
      <dgm:spPr/>
    </dgm:pt>
    <dgm:pt modelId="{DB1AE524-24BB-4B6C-9371-979D13ED3769}" type="pres">
      <dgm:prSet presAssocID="{0DF68D13-2B3A-4F2C-A109-D4CDCC2C7108}" presName="tx1" presStyleLbl="revTx" presStyleIdx="1" presStyleCnt="4"/>
      <dgm:spPr/>
    </dgm:pt>
    <dgm:pt modelId="{F7587EE1-7EDA-4BF3-9CFB-A6B96F41497E}" type="pres">
      <dgm:prSet presAssocID="{0DF68D13-2B3A-4F2C-A109-D4CDCC2C7108}" presName="vert1" presStyleCnt="0"/>
      <dgm:spPr/>
    </dgm:pt>
    <dgm:pt modelId="{B8ED3FA2-69C6-46AB-97CC-5F56037276CE}" type="pres">
      <dgm:prSet presAssocID="{E04651F4-B51F-4FDD-BAEC-F0502C1769F0}" presName="thickLine" presStyleLbl="alignNode1" presStyleIdx="2" presStyleCnt="4"/>
      <dgm:spPr/>
    </dgm:pt>
    <dgm:pt modelId="{0FAA4508-B4B9-450F-B0C5-FA7EA4B6CAF3}" type="pres">
      <dgm:prSet presAssocID="{E04651F4-B51F-4FDD-BAEC-F0502C1769F0}" presName="horz1" presStyleCnt="0"/>
      <dgm:spPr/>
    </dgm:pt>
    <dgm:pt modelId="{EAE33792-3087-45A2-8F44-63E397722C84}" type="pres">
      <dgm:prSet presAssocID="{E04651F4-B51F-4FDD-BAEC-F0502C1769F0}" presName="tx1" presStyleLbl="revTx" presStyleIdx="2" presStyleCnt="4"/>
      <dgm:spPr/>
    </dgm:pt>
    <dgm:pt modelId="{FD2722B2-CD42-454B-B482-D1E5A5C748F9}" type="pres">
      <dgm:prSet presAssocID="{E04651F4-B51F-4FDD-BAEC-F0502C1769F0}" presName="vert1" presStyleCnt="0"/>
      <dgm:spPr/>
    </dgm:pt>
    <dgm:pt modelId="{32493948-03EE-447C-BCC3-F1D5ED9E4ADE}" type="pres">
      <dgm:prSet presAssocID="{85712758-F82F-42D8-A575-16B6AB12F1C1}" presName="thickLine" presStyleLbl="alignNode1" presStyleIdx="3" presStyleCnt="4"/>
      <dgm:spPr/>
    </dgm:pt>
    <dgm:pt modelId="{D9A817A8-A54F-4D1C-BD59-D9C0E977834F}" type="pres">
      <dgm:prSet presAssocID="{85712758-F82F-42D8-A575-16B6AB12F1C1}" presName="horz1" presStyleCnt="0"/>
      <dgm:spPr/>
    </dgm:pt>
    <dgm:pt modelId="{976EF4AD-4690-45CD-B96F-028BD29D481D}" type="pres">
      <dgm:prSet presAssocID="{85712758-F82F-42D8-A575-16B6AB12F1C1}" presName="tx1" presStyleLbl="revTx" presStyleIdx="3" presStyleCnt="4"/>
      <dgm:spPr/>
    </dgm:pt>
    <dgm:pt modelId="{DDE86800-E598-4E7C-9F64-9C27F341501B}" type="pres">
      <dgm:prSet presAssocID="{85712758-F82F-42D8-A575-16B6AB12F1C1}" presName="vert1" presStyleCnt="0"/>
      <dgm:spPr/>
    </dgm:pt>
  </dgm:ptLst>
  <dgm:cxnLst>
    <dgm:cxn modelId="{4797081D-DB78-491B-9260-6AD29EA1D7A5}" type="presOf" srcId="{BDC0DF12-4416-4159-AC69-A4F4BCEBD6FA}" destId="{8F7C4055-FB7C-464E-950C-D6AB78806156}" srcOrd="0" destOrd="0" presId="urn:microsoft.com/office/officeart/2008/layout/LinedList"/>
    <dgm:cxn modelId="{65A9B037-0D8A-4C86-9CE7-ACCBEF5E61F8}" srcId="{BDC0DF12-4416-4159-AC69-A4F4BCEBD6FA}" destId="{85712758-F82F-42D8-A575-16B6AB12F1C1}" srcOrd="3" destOrd="0" parTransId="{3FF299B2-19B1-4951-9EB9-E4DFC5C2148B}" sibTransId="{8F00CC3F-2CF0-469B-96C2-8EEEAA4DE111}"/>
    <dgm:cxn modelId="{9FBDA774-1396-45BD-8A8C-A7A66A774DB7}" type="presOf" srcId="{E04651F4-B51F-4FDD-BAEC-F0502C1769F0}" destId="{EAE33792-3087-45A2-8F44-63E397722C84}" srcOrd="0" destOrd="0" presId="urn:microsoft.com/office/officeart/2008/layout/LinedList"/>
    <dgm:cxn modelId="{86F07982-B78B-4A48-9A4E-85EF003CA8CB}" type="presOf" srcId="{0DF68D13-2B3A-4F2C-A109-D4CDCC2C7108}" destId="{DB1AE524-24BB-4B6C-9371-979D13ED3769}" srcOrd="0" destOrd="0" presId="urn:microsoft.com/office/officeart/2008/layout/LinedList"/>
    <dgm:cxn modelId="{E736AC9D-2441-49C9-BCB8-137F1E061A52}" srcId="{BDC0DF12-4416-4159-AC69-A4F4BCEBD6FA}" destId="{9BBD7310-9570-4850-9D66-0B0C7C804106}" srcOrd="0" destOrd="0" parTransId="{8DABBC99-01CE-4C8B-A1B4-848106032221}" sibTransId="{26E10CD3-B1CA-4A41-A526-4A79E0002B01}"/>
    <dgm:cxn modelId="{E4D7BBB0-12B5-4FA0-A5A9-14C1CD10ABD1}" srcId="{BDC0DF12-4416-4159-AC69-A4F4BCEBD6FA}" destId="{E04651F4-B51F-4FDD-BAEC-F0502C1769F0}" srcOrd="2" destOrd="0" parTransId="{235CE72B-7115-4608-8D4A-1D14C1CAA834}" sibTransId="{5770901A-0ADB-4FA9-AFF0-5D19E8C2D5A3}"/>
    <dgm:cxn modelId="{85B4B0B2-B6DB-41C2-A7C8-EE3980A8DF85}" type="presOf" srcId="{9BBD7310-9570-4850-9D66-0B0C7C804106}" destId="{79F419A0-097C-4491-A103-DB96A4C1C3B9}" srcOrd="0" destOrd="0" presId="urn:microsoft.com/office/officeart/2008/layout/LinedList"/>
    <dgm:cxn modelId="{C89FC6C2-A9EA-46A5-B3B8-D12EA573BDD6}" srcId="{BDC0DF12-4416-4159-AC69-A4F4BCEBD6FA}" destId="{0DF68D13-2B3A-4F2C-A109-D4CDCC2C7108}" srcOrd="1" destOrd="0" parTransId="{6A493615-0A56-4386-BB18-D2E391C80BFF}" sibTransId="{B579A160-B365-4126-9D0C-4EE2F917131B}"/>
    <dgm:cxn modelId="{9A0A47F8-E368-41AF-AB75-7C8C7DAC322B}" type="presOf" srcId="{85712758-F82F-42D8-A575-16B6AB12F1C1}" destId="{976EF4AD-4690-45CD-B96F-028BD29D481D}" srcOrd="0" destOrd="0" presId="urn:microsoft.com/office/officeart/2008/layout/LinedList"/>
    <dgm:cxn modelId="{8CBD67A3-DA71-4712-90EB-D8997F28BBE9}" type="presParOf" srcId="{8F7C4055-FB7C-464E-950C-D6AB78806156}" destId="{3960DB08-0771-4F25-A7EA-AACDA99453A7}" srcOrd="0" destOrd="0" presId="urn:microsoft.com/office/officeart/2008/layout/LinedList"/>
    <dgm:cxn modelId="{E45D99AB-E5A8-40DC-AA90-C25AFFCAF8B7}" type="presParOf" srcId="{8F7C4055-FB7C-464E-950C-D6AB78806156}" destId="{A7FE205E-3801-46E4-A00C-73849CBFED26}" srcOrd="1" destOrd="0" presId="urn:microsoft.com/office/officeart/2008/layout/LinedList"/>
    <dgm:cxn modelId="{0FE7D09F-7160-4535-AE0E-BA51544D6638}" type="presParOf" srcId="{A7FE205E-3801-46E4-A00C-73849CBFED26}" destId="{79F419A0-097C-4491-A103-DB96A4C1C3B9}" srcOrd="0" destOrd="0" presId="urn:microsoft.com/office/officeart/2008/layout/LinedList"/>
    <dgm:cxn modelId="{02F2727F-B9CD-4143-867F-502F4FC22D19}" type="presParOf" srcId="{A7FE205E-3801-46E4-A00C-73849CBFED26}" destId="{E8617595-5E19-438B-8E5B-72AF84121C53}" srcOrd="1" destOrd="0" presId="urn:microsoft.com/office/officeart/2008/layout/LinedList"/>
    <dgm:cxn modelId="{75096F62-8198-4A44-AE10-A662ABF80735}" type="presParOf" srcId="{8F7C4055-FB7C-464E-950C-D6AB78806156}" destId="{3C622DA1-58FB-4F13-867E-2F75BE3A5705}" srcOrd="2" destOrd="0" presId="urn:microsoft.com/office/officeart/2008/layout/LinedList"/>
    <dgm:cxn modelId="{51933AA5-E8C0-4ACE-B9D5-F37E35D641AD}" type="presParOf" srcId="{8F7C4055-FB7C-464E-950C-D6AB78806156}" destId="{64D9E68B-0797-479A-89B7-FE9F2F1C099F}" srcOrd="3" destOrd="0" presId="urn:microsoft.com/office/officeart/2008/layout/LinedList"/>
    <dgm:cxn modelId="{737C0A43-644E-481A-9712-42A6494CFF31}" type="presParOf" srcId="{64D9E68B-0797-479A-89B7-FE9F2F1C099F}" destId="{DB1AE524-24BB-4B6C-9371-979D13ED3769}" srcOrd="0" destOrd="0" presId="urn:microsoft.com/office/officeart/2008/layout/LinedList"/>
    <dgm:cxn modelId="{86E1B59E-7479-4572-AC8C-E1141D9A75D1}" type="presParOf" srcId="{64D9E68B-0797-479A-89B7-FE9F2F1C099F}" destId="{F7587EE1-7EDA-4BF3-9CFB-A6B96F41497E}" srcOrd="1" destOrd="0" presId="urn:microsoft.com/office/officeart/2008/layout/LinedList"/>
    <dgm:cxn modelId="{BE337756-4FF6-4712-BD48-A120805B9078}" type="presParOf" srcId="{8F7C4055-FB7C-464E-950C-D6AB78806156}" destId="{B8ED3FA2-69C6-46AB-97CC-5F56037276CE}" srcOrd="4" destOrd="0" presId="urn:microsoft.com/office/officeart/2008/layout/LinedList"/>
    <dgm:cxn modelId="{71D74E19-E1CF-447F-94AD-0C288D204896}" type="presParOf" srcId="{8F7C4055-FB7C-464E-950C-D6AB78806156}" destId="{0FAA4508-B4B9-450F-B0C5-FA7EA4B6CAF3}" srcOrd="5" destOrd="0" presId="urn:microsoft.com/office/officeart/2008/layout/LinedList"/>
    <dgm:cxn modelId="{8DB1E04D-C1E6-4E67-9D84-EA1F85331CA9}" type="presParOf" srcId="{0FAA4508-B4B9-450F-B0C5-FA7EA4B6CAF3}" destId="{EAE33792-3087-45A2-8F44-63E397722C84}" srcOrd="0" destOrd="0" presId="urn:microsoft.com/office/officeart/2008/layout/LinedList"/>
    <dgm:cxn modelId="{7752CB8A-AB1C-4201-8F88-F47314D36115}" type="presParOf" srcId="{0FAA4508-B4B9-450F-B0C5-FA7EA4B6CAF3}" destId="{FD2722B2-CD42-454B-B482-D1E5A5C748F9}" srcOrd="1" destOrd="0" presId="urn:microsoft.com/office/officeart/2008/layout/LinedList"/>
    <dgm:cxn modelId="{C407C6E6-91CB-4664-9DF3-D06AC6CE46DD}" type="presParOf" srcId="{8F7C4055-FB7C-464E-950C-D6AB78806156}" destId="{32493948-03EE-447C-BCC3-F1D5ED9E4ADE}" srcOrd="6" destOrd="0" presId="urn:microsoft.com/office/officeart/2008/layout/LinedList"/>
    <dgm:cxn modelId="{58120A89-7A7A-4570-8844-36B7E5B3AEEF}" type="presParOf" srcId="{8F7C4055-FB7C-464E-950C-D6AB78806156}" destId="{D9A817A8-A54F-4D1C-BD59-D9C0E977834F}" srcOrd="7" destOrd="0" presId="urn:microsoft.com/office/officeart/2008/layout/LinedList"/>
    <dgm:cxn modelId="{1DAC72BD-2E85-4F33-83BF-F0616BDC5F97}" type="presParOf" srcId="{D9A817A8-A54F-4D1C-BD59-D9C0E977834F}" destId="{976EF4AD-4690-45CD-B96F-028BD29D481D}" srcOrd="0" destOrd="0" presId="urn:microsoft.com/office/officeart/2008/layout/LinedList"/>
    <dgm:cxn modelId="{5EEB8606-2BA3-4EDA-AC14-083F67FAD727}" type="presParOf" srcId="{D9A817A8-A54F-4D1C-BD59-D9C0E977834F}" destId="{DDE86800-E598-4E7C-9F64-9C27F341501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60DB08-0771-4F25-A7EA-AACDA99453A7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419A0-097C-4491-A103-DB96A4C1C3B9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Face ID/Touch ID: How does your phone know it's you?</a:t>
          </a:r>
        </a:p>
      </dsp:txBody>
      <dsp:txXfrm>
        <a:off x="0" y="0"/>
        <a:ext cx="6900512" cy="1384035"/>
      </dsp:txXfrm>
    </dsp:sp>
    <dsp:sp modelId="{3C622DA1-58FB-4F13-867E-2F75BE3A5705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1AE524-24BB-4B6C-9371-979D13ED3769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Spam Filters: How does email know what's junk?</a:t>
          </a:r>
        </a:p>
      </dsp:txBody>
      <dsp:txXfrm>
        <a:off x="0" y="1384035"/>
        <a:ext cx="6900512" cy="1384035"/>
      </dsp:txXfrm>
    </dsp:sp>
    <dsp:sp modelId="{B8ED3FA2-69C6-46AB-97CC-5F56037276CE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E33792-3087-45A2-8F44-63E397722C84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Netflix/TikTok Recommendations: How do these apps know exactly what you'll like next?</a:t>
          </a:r>
        </a:p>
      </dsp:txBody>
      <dsp:txXfrm>
        <a:off x="0" y="2768070"/>
        <a:ext cx="6900512" cy="1384035"/>
      </dsp:txXfrm>
    </dsp:sp>
    <dsp:sp modelId="{32493948-03EE-447C-BCC3-F1D5ED9E4ADE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6EF4AD-4690-45CD-B96F-028BD29D481D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Smart Reply/Autocorrect: How does your keyboard predict your next word?</a:t>
          </a:r>
        </a:p>
      </dsp:txBody>
      <dsp:txXfrm>
        <a:off x="0" y="4152105"/>
        <a:ext cx="6900512" cy="1384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F442-C24A-46D5-B8F0-27F575959961}" type="datetimeFigureOut"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E4CB02-6BBA-455F-AA73-DA124C8D6EC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60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hink</a:t>
            </a:r>
            <a:r>
              <a:rPr lang="en-US" dirty="0"/>
              <a:t> for a moment: What other 'invisible' AIs do you interact with every single day?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E4CB02-6BBA-455F-AA73-DA124C8D6ECC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88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By doing this, the model learns the following behavior: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Rule 1 (Context):</a:t>
            </a:r>
            <a:r>
              <a:rPr lang="en-US"/>
              <a:t> When it sees the system prompt (...condition: Irreversible Pulpitis...), it activates the knowledge required to simulate those symptoms.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Rule 2 (Role-play):</a:t>
            </a:r>
            <a:r>
              <a:rPr lang="en-US"/>
              <a:t> When it sees the user prompt (&lt;|start_header_id|&gt;user&lt;|end_header_id|&gt;), it knows its job is to act as the patient and generate the appropriate answer tokens.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E4CB02-6BBA-455F-AA73-DA124C8D6EC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729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995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290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576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1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185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128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058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672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085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137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532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4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" TargetMode="External"/><Relationship Id="rId2" Type="http://schemas.openxmlformats.org/officeDocument/2006/relationships/hyperlink" Target="https://www.kaggle.com/dataset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docs/transformers/main/chat_templating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atacamp.com/tutorial/techniques-to-handle-missing-data-values" TargetMode="External"/><Relationship Id="rId3" Type="http://schemas.openxmlformats.org/officeDocument/2006/relationships/hyperlink" Target="https://srinstitute.utoronto.ca/news/power-and-prediction-avi-goldfarb-on-the-disruptive-economics-of-ai" TargetMode="External"/><Relationship Id="rId7" Type="http://schemas.openxmlformats.org/officeDocument/2006/relationships/hyperlink" Target="https://www.linkedin.com/pulse/challenges-implementing-ai-case-muller/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nesco.org/en/artificial-intelligence/recommendation-ethics" TargetMode="External"/><Relationship Id="rId5" Type="http://schemas.openxmlformats.org/officeDocument/2006/relationships/hyperlink" Target="https://ideausher.com/blog/how-to-build-an-ai-application/" TargetMode="External"/><Relationship Id="rId4" Type="http://schemas.openxmlformats.org/officeDocument/2006/relationships/hyperlink" Target="https://www.forbes.com/sites/bernardmarr/2023/05/10/15-amazing-real-world-applications-of-ai-everyone-should-know-about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liuhaotian/LLaVA-Instruct-150K" TargetMode="External"/><Relationship Id="rId2" Type="http://schemas.openxmlformats.org/officeDocument/2006/relationships/hyperlink" Target="https://huggingface.co/datasets/lmms-lab/VizWiz-VQ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ocs/transformers/main/chat_templating_multimodal" TargetMode="External"/><Relationship Id="rId5" Type="http://schemas.openxmlformats.org/officeDocument/2006/relationships/hyperlink" Target="https://huggingface.co/datasets/howard-hou/COCO-Text" TargetMode="External"/><Relationship Id="rId4" Type="http://schemas.openxmlformats.org/officeDocument/2006/relationships/hyperlink" Target="https://huggingface.co/datasets/lmms-lab/TextCap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ozillaorg/common-voice" TargetMode="External"/><Relationship Id="rId2" Type="http://schemas.openxmlformats.org/officeDocument/2006/relationships/hyperlink" Target="https://www.openslr.org/12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AyaseCGY/claff-dataset" TargetMode="External"/><Relationship Id="rId2" Type="http://schemas.openxmlformats.org/officeDocument/2006/relationships/hyperlink" Target="https://huggingface.co/datasets/asmaab/dreaddit_train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>
                <a:latin typeface="Arial"/>
                <a:cs typeface="Arial"/>
              </a:rPr>
              <a:t>Power and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dirty="0">
                <a:ea typeface="Calibri"/>
                <a:cs typeface="Calibri"/>
              </a:rPr>
              <a:t>Innovation using AI</a:t>
            </a:r>
          </a:p>
          <a:p>
            <a:pPr algn="l"/>
            <a:r>
              <a:rPr lang="en-US" dirty="0">
                <a:ea typeface="Calibri"/>
                <a:cs typeface="Calibri"/>
              </a:rPr>
              <a:t>Seminary 3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349F2-83A7-A9A0-B486-3B57DAF4A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600" dirty="0">
                <a:ea typeface="+mj-lt"/>
                <a:cs typeface="+mj-lt"/>
              </a:rPr>
              <a:t>AI is Everywhere... Even in Your Pocket </a:t>
            </a:r>
            <a:endParaRPr lang="en-US" sz="4600" dirty="0">
              <a:ea typeface="Calibri Light"/>
              <a:cs typeface="Calibri Light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C5425A-DCA0-18D5-231F-2F19435756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688787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0792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960DB08-0771-4F25-A7EA-AACDA99453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9F419A0-097C-4491-A103-DB96A4C1C3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622DA1-58FB-4F13-867E-2F75BE3A57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B1AE524-24BB-4B6C-9371-979D13ED37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8ED3FA2-69C6-46AB-97CC-5F56037276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AE33792-3087-45A2-8F44-63E397722C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2493948-03EE-447C-BCC3-F1D5ED9E4A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76EF4AD-4690-45CD-B96F-028BD29D48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9274B-16FF-93AD-474B-88EE7038B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Beyond the Hype: What </a:t>
            </a:r>
            <a:r>
              <a:rPr lang="en-US" sz="3200" i="1">
                <a:ea typeface="+mj-lt"/>
                <a:cs typeface="+mj-lt"/>
              </a:rPr>
              <a:t>is</a:t>
            </a:r>
            <a:r>
              <a:rPr lang="en-US" sz="3200">
                <a:ea typeface="+mj-lt"/>
                <a:cs typeface="+mj-lt"/>
              </a:rPr>
              <a:t> AI, Really?</a:t>
            </a:r>
            <a:endParaRPr lang="en-US" sz="3200"/>
          </a:p>
        </p:txBody>
      </p:sp>
      <p:pic>
        <p:nvPicPr>
          <p:cNvPr id="5" name="Picture 4" descr="A robot using a laptop sitting on a blue chair">
            <a:extLst>
              <a:ext uri="{FF2B5EF4-FFF2-40B4-BE49-F238E27FC236}">
                <a16:creationId xmlns:a16="http://schemas.microsoft.com/office/drawing/2014/main" id="{D068FA98-0C86-53F3-E126-FFECAED0A0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295" r="2454" b="-2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C51AD-5130-E428-DBA0-1AFE11E68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AI is simply about building systems that can perform tasks that typically require human intelligence.</a:t>
            </a:r>
          </a:p>
          <a:p>
            <a:pPr marL="0" indent="0">
              <a:buNone/>
            </a:pPr>
            <a:r>
              <a:rPr lang="en-US" sz="2000" dirty="0">
                <a:ea typeface="Calibri" panose="020F0502020204030204"/>
                <a:cs typeface="Calibri" panose="020F0502020204030204"/>
              </a:rPr>
              <a:t>It is mostly learning from past </a:t>
            </a:r>
            <a:r>
              <a:rPr lang="en-US" sz="2000" b="1" dirty="0">
                <a:ea typeface="Calibri" panose="020F0502020204030204"/>
                <a:cs typeface="Calibri" panose="020F0502020204030204"/>
              </a:rPr>
              <a:t>data 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to make future predictions.</a:t>
            </a:r>
          </a:p>
        </p:txBody>
      </p:sp>
    </p:spTree>
    <p:extLst>
      <p:ext uri="{BB962C8B-B14F-4D97-AF65-F5344CB8AC3E}">
        <p14:creationId xmlns:p14="http://schemas.microsoft.com/office/powerpoint/2010/main" val="2388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0632A5-5D68-5133-A8A5-F384ED30F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3800">
                <a:latin typeface="Segoe UI"/>
                <a:cs typeface="Segoe UI"/>
              </a:rPr>
              <a:t>A Machine Learning algorithm walks into a bar</a:t>
            </a:r>
            <a:endParaRPr lang="en-US" sz="38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75E33-8762-9366-82C2-7B9C58E3A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>
                <a:latin typeface="Segoe UI"/>
                <a:cs typeface="Segoe UI"/>
              </a:rPr>
              <a:t>The bartender asks "What will you have?". </a:t>
            </a:r>
            <a:endParaRPr lang="en-US" sz="22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200">
                <a:latin typeface="Segoe UI"/>
                <a:cs typeface="Segoe UI"/>
              </a:rPr>
              <a:t>The algorithm says "What's everyone else having?"</a:t>
            </a:r>
            <a:endParaRPr lang="en-US" sz="22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4" descr="Diner restaurant">
            <a:extLst>
              <a:ext uri="{FF2B5EF4-FFF2-40B4-BE49-F238E27FC236}">
                <a16:creationId xmlns:a16="http://schemas.microsoft.com/office/drawing/2014/main" id="{09702849-95A0-9513-340A-F6596C15F1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20" r="16525" b="-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62909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755ED-7FAF-C7EE-416B-59FF5DC58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Calibri Light"/>
                <a:cs typeface="Calibri Light"/>
              </a:rPr>
              <a:t>Challenges</a:t>
            </a:r>
            <a:endParaRPr lang="en-US" sz="5400"/>
          </a:p>
        </p:txBody>
      </p:sp>
      <p:pic>
        <p:nvPicPr>
          <p:cNvPr id="5" name="Picture 4" descr="Abstract background of data">
            <a:extLst>
              <a:ext uri="{FF2B5EF4-FFF2-40B4-BE49-F238E27FC236}">
                <a16:creationId xmlns:a16="http://schemas.microsoft.com/office/drawing/2014/main" id="{35C515E1-4C4E-70F3-7A25-A1C66CDE4A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507" r="37292" b="-2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F2642-33D2-BAF2-77C2-A5DCA0F62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Calibri Light"/>
                <a:ea typeface="+mn-lt"/>
                <a:cs typeface="+mn-lt"/>
              </a:rPr>
              <a:t>Data quality and availability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Computing power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Integration with existing systems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Deep-learning algorithms are opaque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Security flaws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Lack of expertise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Costs</a:t>
            </a:r>
          </a:p>
          <a:p>
            <a:r>
              <a:rPr lang="en-US" sz="2400" dirty="0">
                <a:latin typeface="Calibri Light"/>
                <a:ea typeface="+mn-lt"/>
                <a:cs typeface="+mn-lt"/>
              </a:rPr>
              <a:t>Ethical and legal considerations </a:t>
            </a:r>
          </a:p>
          <a:p>
            <a:pPr lvl="1"/>
            <a:r>
              <a:rPr lang="en-US" dirty="0">
                <a:latin typeface="Calibri Light"/>
                <a:ea typeface="+mn-lt"/>
                <a:cs typeface="+mn-lt"/>
              </a:rPr>
              <a:t>(data privacy and biases)</a:t>
            </a:r>
          </a:p>
        </p:txBody>
      </p:sp>
    </p:spTree>
    <p:extLst>
      <p:ext uri="{BB962C8B-B14F-4D97-AF65-F5344CB8AC3E}">
        <p14:creationId xmlns:p14="http://schemas.microsoft.com/office/powerpoint/2010/main" val="405071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6E929-4F79-1AE9-C31D-5E314A5D8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 anchor="t">
            <a:normAutofit/>
          </a:bodyPr>
          <a:lstStyle/>
          <a:p>
            <a:r>
              <a:rPr lang="en-US" sz="3200" b="1">
                <a:ea typeface="Calibri Light"/>
                <a:cs typeface="Calibri Light"/>
              </a:rPr>
              <a:t>Ethics-</a:t>
            </a:r>
            <a:r>
              <a:rPr lang="en-US" sz="3200" b="1">
                <a:latin typeface="Calibri Light"/>
                <a:ea typeface="Calibri"/>
                <a:cs typeface="Calibri"/>
              </a:rPr>
              <a:t>Concerns</a:t>
            </a:r>
            <a:endParaRPr lang="en-US" sz="3200" b="1">
              <a:latin typeface="Calibri Light"/>
              <a:ea typeface="Calibri Light"/>
              <a:cs typeface="Calibri Light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FD4EB-CBC6-0E42-42B1-3FF34677F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909981"/>
            <a:ext cx="4717567" cy="423240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ea typeface="Calibri"/>
                <a:cs typeface="Calibri"/>
              </a:rPr>
              <a:t>AI may have embedded bias</a:t>
            </a:r>
            <a:endParaRPr lang="en-US"/>
          </a:p>
          <a:p>
            <a:r>
              <a:rPr lang="en-US" sz="1800" dirty="0">
                <a:ea typeface="Calibri"/>
                <a:cs typeface="Calibri"/>
              </a:rPr>
              <a:t>Climate degradation</a:t>
            </a:r>
            <a:endParaRPr lang="en-US"/>
          </a:p>
          <a:p>
            <a:r>
              <a:rPr lang="en-US" sz="1800" dirty="0">
                <a:ea typeface="Calibri"/>
                <a:cs typeface="Calibri"/>
              </a:rPr>
              <a:t>Human rights</a:t>
            </a:r>
            <a:endParaRPr lang="en-US"/>
          </a:p>
          <a:p>
            <a:pPr lvl="1"/>
            <a:r>
              <a:rPr lang="en-US" sz="1800" dirty="0">
                <a:ea typeface="+mn-lt"/>
                <a:cs typeface="+mn-lt"/>
              </a:rPr>
              <a:t>Surveillance</a:t>
            </a:r>
            <a:endParaRPr lang="en-US"/>
          </a:p>
          <a:p>
            <a:pPr lvl="1"/>
            <a:r>
              <a:rPr lang="en-US" sz="1800" dirty="0">
                <a:ea typeface="Calibri"/>
                <a:cs typeface="Calibri"/>
              </a:rPr>
              <a:t>Interferences on Democratics elections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400" dirty="0">
                <a:ea typeface="+mn-lt"/>
                <a:cs typeface="+mn-lt"/>
              </a:rPr>
              <a:t>Deepfakes</a:t>
            </a:r>
            <a:endParaRPr lang="en-US" sz="1400">
              <a:ea typeface="Calibri"/>
              <a:cs typeface="Calibri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400" dirty="0">
                <a:ea typeface="+mn-lt"/>
                <a:cs typeface="+mn-lt"/>
              </a:rPr>
              <a:t>Algorithmic Amplification, Filter Bubbles, Echo Chambers</a:t>
            </a:r>
            <a:endParaRPr lang="en-US" sz="1400">
              <a:ea typeface="Calibri"/>
              <a:cs typeface="Calibri"/>
            </a:endParaRPr>
          </a:p>
          <a:p>
            <a:r>
              <a:rPr lang="en-US" sz="1800" dirty="0">
                <a:ea typeface="Calibri"/>
                <a:cs typeface="Calibri"/>
              </a:rPr>
              <a:t>Inequalities</a:t>
            </a:r>
            <a:endParaRPr lang="en-US" sz="1800" dirty="0">
              <a:ea typeface="+mn-lt"/>
              <a:cs typeface="+mn-lt"/>
            </a:endParaRPr>
          </a:p>
          <a:p>
            <a:pPr lvl="1"/>
            <a:r>
              <a:rPr lang="en-US" sz="1800" dirty="0">
                <a:ea typeface="+mn-lt"/>
                <a:cs typeface="+mn-lt"/>
              </a:rPr>
              <a:t>Women, minority groups, marginalized  people.</a:t>
            </a: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US" sz="1800" dirty="0">
                <a:ea typeface="Calibri" panose="020F0502020204030204"/>
                <a:cs typeface="Calibri" panose="020F0502020204030204"/>
              </a:rPr>
              <a:t>Bank loans</a:t>
            </a:r>
            <a:endParaRPr lang="en-US"/>
          </a:p>
          <a:p>
            <a:pPr lvl="1"/>
            <a:r>
              <a:rPr lang="en-US" sz="1800" dirty="0">
                <a:ea typeface="Calibri" panose="020F0502020204030204"/>
                <a:cs typeface="Calibri" panose="020F0502020204030204"/>
              </a:rPr>
              <a:t>Hiring process</a:t>
            </a:r>
            <a:endParaRPr lang="en-US"/>
          </a:p>
        </p:txBody>
      </p:sp>
      <p:pic>
        <p:nvPicPr>
          <p:cNvPr id="5" name="Picture 4" descr="Colourful carved figures of humans">
            <a:extLst>
              <a:ext uri="{FF2B5EF4-FFF2-40B4-BE49-F238E27FC236}">
                <a16:creationId xmlns:a16="http://schemas.microsoft.com/office/drawing/2014/main" id="{7F3F8D25-39BA-1CBD-903F-175AFD2FED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21" r="16022" b="-1"/>
          <a:stretch>
            <a:fillRect/>
          </a:stretch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38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CDCF5A-DDCA-23E8-3D19-3281A587D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dirty="0">
                <a:ea typeface="+mj-lt"/>
                <a:cs typeface="+mj-lt"/>
              </a:rPr>
              <a:t>Train an AI model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0BCF7-1975-20C6-3A17-D4E7D8B25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ea typeface="Calibri"/>
                <a:cs typeface="Calibri"/>
              </a:rPr>
              <a:t>Steps:</a:t>
            </a:r>
            <a:endParaRPr lang="en-US" sz="2200" dirty="0"/>
          </a:p>
          <a:p>
            <a:pPr>
              <a:buFont typeface="Arial"/>
              <a:buChar char="•"/>
            </a:pPr>
            <a:r>
              <a:rPr lang="en-US" sz="2200" dirty="0">
                <a:latin typeface="Arial"/>
                <a:ea typeface="Calibri"/>
                <a:cs typeface="Arial"/>
              </a:rPr>
              <a:t>Requirements</a:t>
            </a:r>
          </a:p>
          <a:p>
            <a:pPr>
              <a:buFont typeface="Arial"/>
              <a:buChar char="•"/>
            </a:pPr>
            <a:r>
              <a:rPr lang="en-US" sz="2200" dirty="0">
                <a:latin typeface="Arial"/>
                <a:ea typeface="Calibri"/>
                <a:cs typeface="Arial"/>
              </a:rPr>
              <a:t>Data collection</a:t>
            </a:r>
          </a:p>
          <a:p>
            <a:pPr>
              <a:buFont typeface="Arial"/>
              <a:buChar char="•"/>
            </a:pPr>
            <a:r>
              <a:rPr lang="en-US" sz="2200" dirty="0">
                <a:latin typeface="Arial"/>
                <a:ea typeface="Calibri"/>
                <a:cs typeface="Arial"/>
              </a:rPr>
              <a:t>Data cleaning</a:t>
            </a:r>
          </a:p>
          <a:p>
            <a:pPr>
              <a:buFont typeface="Arial"/>
              <a:buChar char="•"/>
            </a:pPr>
            <a:r>
              <a:rPr lang="en-US" sz="2200" dirty="0">
                <a:latin typeface="Arial"/>
                <a:ea typeface="Calibri"/>
                <a:cs typeface="Arial"/>
              </a:rPr>
              <a:t>Model training</a:t>
            </a:r>
          </a:p>
          <a:p>
            <a:pPr>
              <a:buFont typeface="Arial"/>
              <a:buChar char="•"/>
            </a:pPr>
            <a:r>
              <a:rPr lang="en-US" sz="2200" dirty="0">
                <a:latin typeface="Arial"/>
                <a:ea typeface="Calibri"/>
                <a:cs typeface="Arial"/>
              </a:rPr>
              <a:t>Validation</a:t>
            </a:r>
          </a:p>
          <a:p>
            <a:pPr>
              <a:buFont typeface="Arial"/>
              <a:buChar char="•"/>
            </a:pPr>
            <a:r>
              <a:rPr lang="en-US" sz="2200" dirty="0">
                <a:latin typeface="Arial"/>
                <a:ea typeface="Calibri"/>
                <a:cs typeface="Arial"/>
              </a:rPr>
              <a:t>Deploy</a:t>
            </a:r>
          </a:p>
          <a:p>
            <a:pPr>
              <a:buFont typeface="Arial"/>
              <a:buChar char="•"/>
            </a:pPr>
            <a:r>
              <a:rPr lang="en-US" sz="2200" dirty="0">
                <a:latin typeface="Arial"/>
                <a:ea typeface="Calibri"/>
                <a:cs typeface="Arial"/>
              </a:rPr>
              <a:t>Integrate in app</a:t>
            </a:r>
            <a:endParaRPr lang="en-US" sz="2200" dirty="0"/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F29C9E75-5B1B-1411-0C33-B159DADCE1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289" r="3" b="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06085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110898-3E4E-5422-52F6-8E7D2F8EA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pPr marL="742950" indent="-742950">
              <a:buAutoNum type="arabicPeriod"/>
            </a:pPr>
            <a:r>
              <a:rPr lang="en-US" sz="4200">
                <a:latin typeface="Arial"/>
                <a:cs typeface="Arial"/>
              </a:rPr>
              <a:t>Requirements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00BD8-8DBA-C0A9-CD74-1603B8461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555316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latin typeface="Arial"/>
                <a:cs typeface="Arial"/>
              </a:rPr>
              <a:t>Input/output</a:t>
            </a:r>
          </a:p>
          <a:p>
            <a:r>
              <a:rPr lang="en-US" sz="2000" dirty="0">
                <a:latin typeface="Arial"/>
                <a:cs typeface="Arial"/>
              </a:rPr>
              <a:t>What data do I need (privacy issues)</a:t>
            </a:r>
          </a:p>
          <a:p>
            <a:r>
              <a:rPr lang="en-US" sz="2000" dirty="0">
                <a:latin typeface="Arial"/>
                <a:cs typeface="Arial"/>
              </a:rPr>
              <a:t>Metrics</a:t>
            </a:r>
          </a:p>
          <a:p>
            <a:r>
              <a:rPr lang="en-US" sz="2000" dirty="0">
                <a:latin typeface="Arial"/>
                <a:cs typeface="Arial"/>
              </a:rPr>
              <a:t>How is the problem solved now? </a:t>
            </a:r>
          </a:p>
          <a:p>
            <a:pPr lvl="1"/>
            <a:r>
              <a:rPr lang="en-US" sz="1600" dirty="0">
                <a:latin typeface="Arial"/>
                <a:cs typeface="Arial"/>
              </a:rPr>
              <a:t>Is it accurate?</a:t>
            </a:r>
            <a:endParaRPr lang="en-US" sz="1600">
              <a:cs typeface="Calibri"/>
            </a:endParaRPr>
          </a:p>
          <a:p>
            <a:r>
              <a:rPr lang="en-US" sz="2000">
                <a:latin typeface="Arial"/>
                <a:cs typeface="Arial"/>
              </a:rPr>
              <a:t>Non-functional requirements?</a:t>
            </a:r>
          </a:p>
          <a:p>
            <a:pPr lvl="1"/>
            <a:r>
              <a:rPr lang="en-US" sz="1600" dirty="0">
                <a:latin typeface="Arial"/>
                <a:cs typeface="Arial"/>
              </a:rPr>
              <a:t>Power, latency?</a:t>
            </a:r>
            <a:endParaRPr lang="en-US"/>
          </a:p>
          <a:p>
            <a:r>
              <a:rPr lang="en-US" sz="2000" dirty="0">
                <a:latin typeface="Arial"/>
                <a:cs typeface="Arial"/>
              </a:rPr>
              <a:t>Cost?</a:t>
            </a:r>
            <a:endParaRPr lang="en-US" sz="2000" dirty="0"/>
          </a:p>
        </p:txBody>
      </p:sp>
      <p:pic>
        <p:nvPicPr>
          <p:cNvPr id="5" name="Picture 4" descr="Exclamation mark on a yellow background">
            <a:extLst>
              <a:ext uri="{FF2B5EF4-FFF2-40B4-BE49-F238E27FC236}">
                <a16:creationId xmlns:a16="http://schemas.microsoft.com/office/drawing/2014/main" id="{BC094CC8-7622-3182-3B1B-1FED4D9346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22" r="5854" b="4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42336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8250B5-212D-047D-FDD0-FA14D29FD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5600">
                <a:cs typeface="Calibri Light"/>
              </a:rPr>
              <a:t>Data collection</a:t>
            </a:r>
            <a:endParaRPr lang="en-US" sz="5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38846-BB5A-0CD0-2B7F-AF9B35269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5634181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n-US" sz="2400" dirty="0">
              <a:latin typeface="Arial"/>
              <a:ea typeface="+mn-lt"/>
              <a:cs typeface="Arial"/>
            </a:endParaRPr>
          </a:p>
          <a:p>
            <a:r>
              <a:rPr lang="en-US" sz="2400" dirty="0">
                <a:latin typeface="Arial"/>
                <a:cs typeface="Arial"/>
                <a:hlinkClick r:id="rId2"/>
              </a:rPr>
              <a:t>https://www.kaggle.com/datasets</a:t>
            </a:r>
            <a:endParaRPr lang="en-US" sz="2400" dirty="0">
              <a:latin typeface="Arial"/>
              <a:cs typeface="Arial"/>
            </a:endParaRPr>
          </a:p>
          <a:p>
            <a:r>
              <a:rPr lang="en-US" sz="2400" dirty="0">
                <a:ea typeface="+mn-lt"/>
                <a:cs typeface="+mn-lt"/>
                <a:hlinkClick r:id="rId3"/>
              </a:rPr>
              <a:t>https://huggingface.co/datasets</a:t>
            </a:r>
            <a:endParaRPr lang="en-US" sz="2400" dirty="0">
              <a:latin typeface="Arial"/>
              <a:ea typeface="Calibri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Calibri"/>
                <a:cs typeface="Calibri"/>
              </a:rPr>
              <a:t>Possible tasks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>
                <a:ea typeface="Calibri"/>
                <a:cs typeface="Calibri"/>
                <a:hlinkClick r:id="rId4"/>
              </a:rPr>
              <a:t>ChatTemplate</a:t>
            </a:r>
            <a:endParaRPr lang="en-US" sz="20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5755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8847A-4A1B-B098-B511-AFE8EEF32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000" dirty="0">
                <a:ea typeface="+mj-lt"/>
                <a:cs typeface="+mj-lt"/>
              </a:rPr>
              <a:t>Train Validation Deploy</a:t>
            </a:r>
            <a:endParaRPr lang="en-US" sz="5000" dirty="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439B6-92A6-2379-A5E1-AEF41C74F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latin typeface="Arial"/>
                <a:cs typeface="Arial"/>
              </a:rPr>
              <a:t>Training</a:t>
            </a:r>
          </a:p>
          <a:p>
            <a:r>
              <a:rPr lang="en-US" sz="2200" dirty="0">
                <a:latin typeface="Arial"/>
                <a:cs typeface="Arial"/>
              </a:rPr>
              <a:t>Validation</a:t>
            </a:r>
          </a:p>
          <a:p>
            <a:r>
              <a:rPr lang="en-US" sz="2200" dirty="0">
                <a:latin typeface="Arial"/>
                <a:cs typeface="Arial"/>
              </a:rPr>
              <a:t>Deploy</a:t>
            </a:r>
          </a:p>
          <a:p>
            <a:pPr lvl="1"/>
            <a:r>
              <a:rPr lang="en-US" sz="2200" dirty="0">
                <a:latin typeface="Arial"/>
                <a:cs typeface="Arial"/>
              </a:rPr>
              <a:t>cloud</a:t>
            </a:r>
          </a:p>
          <a:p>
            <a:pPr lvl="1"/>
            <a:r>
              <a:rPr lang="en-US" sz="2200" dirty="0">
                <a:latin typeface="Arial"/>
                <a:cs typeface="Arial"/>
              </a:rPr>
              <a:t>local</a:t>
            </a:r>
          </a:p>
          <a:p>
            <a:pPr lvl="1"/>
            <a:r>
              <a:rPr lang="en-US" sz="2200" dirty="0">
                <a:latin typeface="Arial"/>
                <a:cs typeface="Arial"/>
              </a:rPr>
              <a:t>edge</a:t>
            </a:r>
            <a:endParaRPr lang="en-US" sz="2200" dirty="0">
              <a:ea typeface="Calibri"/>
              <a:cs typeface="Calibri"/>
            </a:endParaRPr>
          </a:p>
        </p:txBody>
      </p:sp>
      <p:pic>
        <p:nvPicPr>
          <p:cNvPr id="5" name="Picture 4" descr="Person in a tunnel">
            <a:extLst>
              <a:ext uri="{FF2B5EF4-FFF2-40B4-BE49-F238E27FC236}">
                <a16:creationId xmlns:a16="http://schemas.microsoft.com/office/drawing/2014/main" id="{F952D12F-FD58-15DE-FA78-6AD84DD18A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51" r="13448" b="-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86375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DBBEB-2B2E-CA87-64AC-2B02A9BC6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230" y="471424"/>
            <a:ext cx="10382802" cy="919480"/>
          </a:xfrm>
        </p:spPr>
        <p:txBody>
          <a:bodyPr anchor="b">
            <a:normAutofit/>
          </a:bodyPr>
          <a:lstStyle/>
          <a:p>
            <a:r>
              <a:rPr lang="en-US" sz="4000">
                <a:latin typeface="Calibri Light"/>
                <a:ea typeface="Calibri"/>
                <a:cs typeface="Calibri"/>
              </a:rPr>
              <a:t>Milestone 3 </a:t>
            </a:r>
            <a:r>
              <a:rPr lang="en-US" sz="4000" dirty="0">
                <a:cs typeface="Calibri Light"/>
              </a:rPr>
              <a:t>(</a:t>
            </a:r>
            <a:r>
              <a:rPr lang="en-US" sz="4000" dirty="0" err="1">
                <a:cs typeface="Calibri Light"/>
              </a:rPr>
              <a:t>Eng</a:t>
            </a:r>
            <a:r>
              <a:rPr lang="en-US" sz="4000" dirty="0">
                <a:cs typeface="Calibri Light"/>
              </a:rPr>
              <a:t>: week 7, Ro: week 8)</a:t>
            </a:r>
            <a:endParaRPr lang="en-US" sz="4000" dirty="0">
              <a:latin typeface="Calibri Light"/>
              <a:ea typeface="Calibri"/>
              <a:cs typeface="Calibri"/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35A7C-3759-4792-59D2-D2709BC0A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835" y="2541864"/>
            <a:ext cx="11412877" cy="3983904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GB" sz="2400" b="1" dirty="0"/>
              <a:t>Theme:</a:t>
            </a:r>
            <a:r>
              <a:rPr lang="en-GB" sz="2400" dirty="0"/>
              <a:t> To gather, clean, and understand the </a:t>
            </a:r>
            <a:r>
              <a:rPr lang="en-GB" sz="2400" b="1" dirty="0"/>
              <a:t>data </a:t>
            </a:r>
            <a:r>
              <a:rPr lang="en-GB" sz="2400" dirty="0"/>
              <a:t>that will power your application's core intelligence.</a:t>
            </a:r>
          </a:p>
          <a:p>
            <a:pPr marL="0" indent="0">
              <a:buNone/>
            </a:pPr>
            <a:r>
              <a:rPr lang="en-GB" sz="2400" b="1" dirty="0"/>
              <a:t>Tasks:</a:t>
            </a:r>
            <a:endParaRPr lang="en-GB" sz="2400" dirty="0"/>
          </a:p>
          <a:p>
            <a:r>
              <a:rPr lang="en-GB" sz="2400" b="1" dirty="0"/>
              <a:t>Intensive Data Collection:</a:t>
            </a:r>
            <a:r>
              <a:rPr lang="en-GB" sz="2400" dirty="0"/>
              <a:t> Execute a comprehensive data collection process. Gather as much relevant data as possible from public sources, and crucially, consult with your </a:t>
            </a:r>
            <a:r>
              <a:rPr lang="en-GB" sz="2400" b="1" dirty="0"/>
              <a:t>challenge owners</a:t>
            </a:r>
            <a:r>
              <a:rPr lang="en-GB" sz="2400" dirty="0"/>
              <a:t> to see if they can provide real-world datasets.</a:t>
            </a:r>
          </a:p>
          <a:p>
            <a:r>
              <a:rPr lang="en-GB" sz="2400" b="1" dirty="0"/>
              <a:t>Data Cleaning &amp; Formatting:</a:t>
            </a:r>
            <a:r>
              <a:rPr lang="en-GB" sz="2400" dirty="0"/>
              <a:t> Consolidate all collected data into a single, uniform, and clean format. Document the structure of your final dataset.</a:t>
            </a:r>
          </a:p>
          <a:p>
            <a:r>
              <a:rPr lang="en-GB" sz="2400" b="1" dirty="0"/>
              <a:t>Exploratory Data Analysis (EDA):</a:t>
            </a:r>
            <a:r>
              <a:rPr lang="en-GB" sz="2400" dirty="0"/>
              <a:t> Understand and document its properties, distributions, and potential biases.</a:t>
            </a:r>
          </a:p>
          <a:p>
            <a:pPr marL="0" indent="0">
              <a:buNone/>
            </a:pPr>
            <a:r>
              <a:rPr lang="en-GB" sz="2400" b="1" dirty="0">
                <a:solidFill>
                  <a:schemeClr val="accent6"/>
                </a:solidFill>
              </a:rPr>
              <a:t>Deliverable:</a:t>
            </a:r>
            <a:r>
              <a:rPr lang="en-GB" sz="2400" dirty="0">
                <a:solidFill>
                  <a:schemeClr val="accent6"/>
                </a:solidFill>
              </a:rPr>
              <a:t> A PDF containing the description to your dataset. (uploaded on the </a:t>
            </a:r>
            <a:r>
              <a:rPr lang="en-GB" sz="2400" err="1">
                <a:solidFill>
                  <a:schemeClr val="accent6"/>
                </a:solidFill>
              </a:rPr>
              <a:t>MSTeams</a:t>
            </a:r>
            <a:r>
              <a:rPr lang="en-GB" sz="2400" dirty="0">
                <a:solidFill>
                  <a:schemeClr val="accent6"/>
                </a:solidFill>
              </a:rPr>
              <a:t> Assignment 3, by one team member)</a:t>
            </a:r>
            <a:endParaRPr lang="en-GB" sz="2400" dirty="0">
              <a:solidFill>
                <a:schemeClr val="accent6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rgbClr val="FF0000"/>
                </a:solidFill>
                <a:ea typeface="Calibri"/>
                <a:cs typeface="Calibri"/>
              </a:rPr>
              <a:t>Update! IF YOU DON'T PLAN TO FINE TUNE A MODEL, MAKE A DESCRIPTION OF THE DATA WAS USED FOR TRAINING THEMODEL.</a:t>
            </a:r>
            <a:endParaRPr lang="en-GB" dirty="0"/>
          </a:p>
          <a:p>
            <a:pPr marL="0" indent="0">
              <a:buNone/>
            </a:pPr>
            <a:endParaRPr lang="en-GB" sz="2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648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B3978C-8FCB-4F61-BFF4-B62E1E8FB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>
                <a:latin typeface="Arial Nova"/>
              </a:rPr>
              <a:t>References</a:t>
            </a:r>
            <a:endParaRPr lang="en-US" sz="5400"/>
          </a:p>
        </p:txBody>
      </p:sp>
      <p:pic>
        <p:nvPicPr>
          <p:cNvPr id="5" name="Picture 4" descr="Locator flag on a city map">
            <a:extLst>
              <a:ext uri="{FF2B5EF4-FFF2-40B4-BE49-F238E27FC236}">
                <a16:creationId xmlns:a16="http://schemas.microsoft.com/office/drawing/2014/main" id="{4313EC37-BC1B-60D9-0333-B7A7DA6CC1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98" r="51816" b="-3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2F503-3593-5E9B-FBFB-AF518C78D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7007464" cy="398707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sz="2200" dirty="0">
                <a:ea typeface="+mn-lt"/>
                <a:cs typeface="+mn-lt"/>
                <a:hlinkClick r:id="rId3"/>
              </a:rPr>
              <a:t>https://srinstitute.utoronto.ca/news/power-and-prediction-avi-goldfarb-on-the-disruptive-economics-of-ai</a:t>
            </a:r>
            <a:endParaRPr lang="en-US" sz="2200" dirty="0">
              <a:latin typeface="Arial Nova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2200" dirty="0">
                <a:latin typeface="Arial Nova"/>
                <a:ea typeface="+mn-lt"/>
                <a:cs typeface="+mn-lt"/>
                <a:hlinkClick r:id="rId4"/>
              </a:rPr>
              <a:t>https://www.forbes.com/sites/bernardmarr/2023/05/10/15-amazing-real-world-applications-of-ai-everyone-should-know-about/</a:t>
            </a:r>
            <a:endParaRPr lang="en-US" sz="2200" dirty="0">
              <a:latin typeface="Arial Nova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2200" dirty="0">
                <a:latin typeface="Arial Nova"/>
                <a:ea typeface="+mn-lt"/>
                <a:cs typeface="+mn-lt"/>
                <a:hlinkClick r:id="rId5"/>
              </a:rPr>
              <a:t>https://ideausher.com/blog/how-to-build-an-ai-application/</a:t>
            </a:r>
            <a:endParaRPr lang="en-US" sz="2200" dirty="0">
              <a:latin typeface="Arial Nova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2200" dirty="0">
                <a:ea typeface="+mn-lt"/>
                <a:cs typeface="+mn-lt"/>
                <a:hlinkClick r:id="rId6"/>
              </a:rPr>
              <a:t>https://www.unesco.org/en/artificial-intelligence/recommendation-ethics</a:t>
            </a:r>
            <a:endParaRPr lang="en-US" sz="2200" dirty="0">
              <a:latin typeface="Arial Nova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2200" dirty="0">
                <a:ea typeface="+mn-lt"/>
                <a:cs typeface="+mn-lt"/>
                <a:hlinkClick r:id="rId7"/>
              </a:rPr>
              <a:t>https://www.linkedin.com/pulse/challenges-implementing-ai-case-muller/</a:t>
            </a:r>
            <a:endParaRPr lang="en-US" sz="2200" dirty="0">
              <a:latin typeface="Calibri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2200" dirty="0">
                <a:ea typeface="+mn-lt"/>
                <a:cs typeface="+mn-lt"/>
                <a:hlinkClick r:id="rId8"/>
              </a:rPr>
              <a:t>https://www.datacamp.com/tutorial/techniques-to-handle-missing-data-values</a:t>
            </a:r>
            <a:endParaRPr lang="en-US" sz="2200" dirty="0">
              <a:latin typeface="Calibri"/>
              <a:ea typeface="+mn-lt"/>
              <a:cs typeface="+mn-lt"/>
            </a:endParaRPr>
          </a:p>
          <a:p>
            <a:pPr marL="0" indent="0">
              <a:buNone/>
            </a:pPr>
            <a:endParaRPr lang="en-US" sz="2200" dirty="0">
              <a:latin typeface="Calibri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sz="2200" dirty="0">
              <a:latin typeface="Calibri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sz="2200" dirty="0">
              <a:latin typeface="Calibri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sz="2200">
              <a:latin typeface="Arial Nova"/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sz="2200">
              <a:latin typeface="Arial Nova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1911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1A003-6D09-D515-1F40-1BCE599E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Chat Template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C6E4E-7B0B-C2FF-8EEE-8DA879234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&lt;|</a:t>
            </a:r>
            <a:r>
              <a:rPr lang="en-US" dirty="0" err="1">
                <a:ea typeface="+mn-lt"/>
                <a:cs typeface="+mn-lt"/>
              </a:rPr>
              <a:t>begin_of_text</a:t>
            </a:r>
            <a:r>
              <a:rPr lang="en-US" dirty="0">
                <a:ea typeface="+mn-lt"/>
                <a:cs typeface="+mn-lt"/>
              </a:rPr>
              <a:t>|&gt;&lt;|</a:t>
            </a:r>
            <a:r>
              <a:rPr lang="en-US" dirty="0" err="1">
                <a:ea typeface="+mn-lt"/>
                <a:cs typeface="+mn-lt"/>
              </a:rPr>
              <a:t>start_header_id</a:t>
            </a:r>
            <a:r>
              <a:rPr lang="en-US" dirty="0">
                <a:ea typeface="+mn-lt"/>
                <a:cs typeface="+mn-lt"/>
              </a:rPr>
              <a:t>|&gt;system&lt;|</a:t>
            </a:r>
            <a:r>
              <a:rPr lang="en-US" dirty="0" err="1">
                <a:ea typeface="+mn-lt"/>
                <a:cs typeface="+mn-lt"/>
              </a:rPr>
              <a:t>end_header_id</a:t>
            </a:r>
            <a:r>
              <a:rPr lang="en-US" dirty="0">
                <a:ea typeface="+mn-lt"/>
                <a:cs typeface="+mn-lt"/>
              </a:rPr>
              <a:t>|&gt; You are a simulated dental patient with the following condition: Irreversible Pulpitis. Your task is to respond realistically to a student doctor... Do NOT state your final diagnosis.&lt;|</a:t>
            </a:r>
            <a:r>
              <a:rPr lang="en-US" dirty="0" err="1">
                <a:ea typeface="+mn-lt"/>
                <a:cs typeface="+mn-lt"/>
              </a:rPr>
              <a:t>eot</a:t>
            </a:r>
            <a:r>
              <a:rPr lang="en-US" dirty="0">
                <a:ea typeface="+mn-lt"/>
                <a:cs typeface="+mn-lt"/>
              </a:rPr>
              <a:t>|&gt;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&lt;|</a:t>
            </a:r>
            <a:r>
              <a:rPr lang="en-US" dirty="0" err="1">
                <a:ea typeface="+mn-lt"/>
                <a:cs typeface="+mn-lt"/>
              </a:rPr>
              <a:t>start_header_id</a:t>
            </a:r>
            <a:r>
              <a:rPr lang="en-US" dirty="0">
                <a:ea typeface="+mn-lt"/>
                <a:cs typeface="+mn-lt"/>
              </a:rPr>
              <a:t>|&gt;user&lt;|</a:t>
            </a:r>
            <a:r>
              <a:rPr lang="en-US" dirty="0" err="1">
                <a:ea typeface="+mn-lt"/>
                <a:cs typeface="+mn-lt"/>
              </a:rPr>
              <a:t>end_header_id</a:t>
            </a:r>
            <a:r>
              <a:rPr lang="en-US" dirty="0">
                <a:ea typeface="+mn-lt"/>
                <a:cs typeface="+mn-lt"/>
              </a:rPr>
              <a:t>|&gt; Student: Hello, what brings you in today? &lt;|</a:t>
            </a:r>
            <a:r>
              <a:rPr lang="en-US" dirty="0" err="1">
                <a:ea typeface="+mn-lt"/>
                <a:cs typeface="+mn-lt"/>
              </a:rPr>
              <a:t>eot</a:t>
            </a:r>
            <a:r>
              <a:rPr lang="en-US" dirty="0">
                <a:ea typeface="+mn-lt"/>
                <a:cs typeface="+mn-lt"/>
              </a:rPr>
              <a:t>|&gt;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&lt;|start_header_id|&gt;assistant&lt;|end_header_id|&gt; Patient: I have a throbbing, intense pain in my upper right back tooth. It's really sensitive to cold things.&lt;|</a:t>
            </a:r>
            <a:r>
              <a:rPr lang="en-US" dirty="0" err="1">
                <a:ea typeface="+mn-lt"/>
                <a:cs typeface="+mn-lt"/>
              </a:rPr>
              <a:t>eot</a:t>
            </a:r>
            <a:r>
              <a:rPr lang="en-US" dirty="0">
                <a:ea typeface="+mn-lt"/>
                <a:cs typeface="+mn-lt"/>
              </a:rPr>
              <a:t>|&gt;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&lt;|</a:t>
            </a:r>
            <a:r>
              <a:rPr lang="en-US" dirty="0" err="1">
                <a:ea typeface="+mn-lt"/>
                <a:cs typeface="+mn-lt"/>
              </a:rPr>
              <a:t>start_header_id</a:t>
            </a:r>
            <a:r>
              <a:rPr lang="en-US" dirty="0">
                <a:ea typeface="+mn-lt"/>
                <a:cs typeface="+mn-lt"/>
              </a:rPr>
              <a:t>|&gt;user&lt;|</a:t>
            </a:r>
            <a:r>
              <a:rPr lang="en-US" dirty="0" err="1">
                <a:ea typeface="+mn-lt"/>
                <a:cs typeface="+mn-lt"/>
              </a:rPr>
              <a:t>end_header_id</a:t>
            </a:r>
            <a:r>
              <a:rPr lang="en-US" dirty="0">
                <a:ea typeface="+mn-lt"/>
                <a:cs typeface="+mn-lt"/>
              </a:rPr>
              <a:t>|&gt; Student: How long does the pain last after exposure to cold? &lt;|</a:t>
            </a:r>
            <a:r>
              <a:rPr lang="en-US" dirty="0" err="1">
                <a:ea typeface="+mn-lt"/>
                <a:cs typeface="+mn-lt"/>
              </a:rPr>
              <a:t>eot</a:t>
            </a:r>
            <a:r>
              <a:rPr lang="en-US" dirty="0">
                <a:ea typeface="+mn-lt"/>
                <a:cs typeface="+mn-lt"/>
              </a:rPr>
              <a:t>|&gt;</a:t>
            </a:r>
            <a:endParaRPr lang="en-US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&lt;|</a:t>
            </a:r>
            <a:r>
              <a:rPr lang="en-US" dirty="0" err="1">
                <a:ea typeface="+mn-lt"/>
                <a:cs typeface="+mn-lt"/>
              </a:rPr>
              <a:t>start_header_id</a:t>
            </a:r>
            <a:r>
              <a:rPr lang="en-US" dirty="0">
                <a:ea typeface="+mn-lt"/>
                <a:cs typeface="+mn-lt"/>
              </a:rPr>
              <a:t>|&gt;assistant&lt;|</a:t>
            </a:r>
            <a:r>
              <a:rPr lang="en-US" dirty="0" err="1">
                <a:ea typeface="+mn-lt"/>
                <a:cs typeface="+mn-lt"/>
              </a:rPr>
              <a:t>end_header_id</a:t>
            </a:r>
            <a:r>
              <a:rPr lang="en-US" dirty="0">
                <a:ea typeface="+mn-lt"/>
                <a:cs typeface="+mn-lt"/>
              </a:rPr>
              <a:t>|&gt; Patient: It lingers for several minutes, even after the cold is gone, and sometimes I feel it spontaneously. &lt;|</a:t>
            </a:r>
            <a:r>
              <a:rPr lang="en-US" dirty="0" err="1">
                <a:ea typeface="+mn-lt"/>
                <a:cs typeface="+mn-lt"/>
              </a:rPr>
              <a:t>eot</a:t>
            </a:r>
            <a:r>
              <a:rPr lang="en-US" dirty="0">
                <a:ea typeface="+mn-lt"/>
                <a:cs typeface="+mn-lt"/>
              </a:rPr>
              <a:t>|&gt;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7620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DCD8C-9068-9C5E-9138-5B92C5B4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Dataset for blind people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10813-95B2-B82A-FC12-1A7C5A043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  <a:hlinkClick r:id="rId2"/>
              </a:rPr>
              <a:t>VizWiz-VQA</a:t>
            </a:r>
            <a:r>
              <a:rPr lang="en-US" dirty="0">
                <a:ea typeface="+mn-lt"/>
                <a:cs typeface="+mn-lt"/>
              </a:rPr>
              <a:t> (This dataset consists of images taken by blind users and questions they actually asked)</a:t>
            </a:r>
            <a:endParaRPr lang="en-US" dirty="0">
              <a:ea typeface="+mn-lt"/>
              <a:cs typeface="+mn-lt"/>
              <a:hlinkClick r:id="rId2"/>
            </a:endParaRPr>
          </a:p>
          <a:p>
            <a:r>
              <a:rPr lang="en-US" dirty="0">
                <a:ea typeface="+mn-lt"/>
                <a:cs typeface="+mn-lt"/>
                <a:hlinkClick r:id="rId3"/>
              </a:rPr>
              <a:t>LLaVA-Instruct-150K</a:t>
            </a:r>
            <a:r>
              <a:rPr lang="en-US" dirty="0">
                <a:ea typeface="+mn-lt"/>
                <a:cs typeface="+mn-lt"/>
              </a:rPr>
              <a:t> (It contains diverse image-instruction-answer triplets )</a:t>
            </a:r>
          </a:p>
          <a:p>
            <a:r>
              <a:rPr lang="en-US" dirty="0">
                <a:ea typeface="+mn-lt"/>
                <a:cs typeface="+mn-lt"/>
                <a:hlinkClick r:id="rId4"/>
              </a:rPr>
              <a:t>TextCaps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ea typeface="+mn-lt"/>
                <a:cs typeface="+mn-lt"/>
                <a:hlinkClick r:id="rId5"/>
              </a:rPr>
              <a:t>COCO-Text</a:t>
            </a:r>
            <a:r>
              <a:rPr lang="en-US" dirty="0">
                <a:ea typeface="+mn-lt"/>
                <a:cs typeface="+mn-lt"/>
              </a:rPr>
              <a:t> (Teaches the model to read text appearing in the images)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  <a:hlinkClick r:id="rId6"/>
              </a:rPr>
              <a:t>chat_templating_multimodal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554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9167-E9FC-7D6C-3370-75BB3B3AB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Dataset for Voice to 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5101E-8FD7-6BF0-65A2-571092A20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Speech-to-Text (</a:t>
            </a:r>
            <a:r>
              <a:rPr lang="en-US" b="1" err="1">
                <a:ea typeface="+mn-lt"/>
                <a:cs typeface="+mn-lt"/>
              </a:rPr>
              <a:t>A</a:t>
            </a:r>
            <a:r>
              <a:rPr lang="en-US" err="1">
                <a:ea typeface="+mn-lt"/>
                <a:cs typeface="+mn-lt"/>
              </a:rPr>
              <a:t>utomaticSpeechRecognition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  <a:hlinkClick r:id="rId2"/>
              </a:rPr>
              <a:t>LibriSpeech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  <a:hlinkClick r:id="rId3"/>
              </a:rPr>
              <a:t>Common Voice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Information Extraction &amp; Structured Output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MIMIC-III / MIMIC-IV: Large databases of clinical notes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i2b2 NLP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Use </a:t>
            </a:r>
            <a:r>
              <a:rPr lang="en-US" dirty="0" err="1">
                <a:ea typeface="+mn-lt"/>
                <a:cs typeface="+mn-lt"/>
              </a:rPr>
              <a:t>powerfull</a:t>
            </a:r>
            <a:r>
              <a:rPr lang="en-US" dirty="0">
                <a:ea typeface="+mn-lt"/>
                <a:cs typeface="+mn-lt"/>
              </a:rPr>
              <a:t> LLM, and create templates for your predefined form.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Tasks: text2text-generation, text-generation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Models: Medical Pre-trained Models (e.g., Meditron-7B, Clinical-T5, </a:t>
            </a:r>
            <a:r>
              <a:rPr lang="en-US" sz="2000" err="1">
                <a:ea typeface="+mn-lt"/>
                <a:cs typeface="+mn-lt"/>
              </a:rPr>
              <a:t>BioMistral</a:t>
            </a:r>
            <a:r>
              <a:rPr lang="en-US" sz="2000" dirty="0">
                <a:ea typeface="+mn-lt"/>
                <a:cs typeface="+mn-lt"/>
              </a:rPr>
              <a:t>)</a:t>
            </a:r>
            <a:endParaRPr lang="en-US" sz="18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8793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E5ED-1209-E730-DDE3-4975BA81A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Database for Eary Anxiety Discovery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3C39D-24AC-6D13-0101-E184AAD96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sz="1800" dirty="0">
                <a:latin typeface="Calibri"/>
                <a:ea typeface="Calibri"/>
                <a:cs typeface="Calibri"/>
              </a:rPr>
              <a:t>Classification: 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sz="1800" dirty="0">
                <a:ea typeface="+mn-lt"/>
                <a:cs typeface="+mn-lt"/>
                <a:hlinkClick r:id="rId2"/>
              </a:rPr>
              <a:t>Dreaddit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sz="1800" dirty="0">
                <a:latin typeface="Calibri"/>
                <a:ea typeface="Calibri"/>
                <a:cs typeface="Calibri"/>
                <a:hlinkClick r:id="rId3"/>
              </a:rPr>
              <a:t>Cl-AFF</a:t>
            </a:r>
            <a:endParaRPr lang="en-US" sz="1800">
              <a:latin typeface="Calibri"/>
              <a:ea typeface="Calibri"/>
              <a:cs typeface="Calibri"/>
            </a:endParaRPr>
          </a:p>
          <a:p>
            <a:pPr marL="457200" indent="-457200"/>
            <a:r>
              <a:rPr lang="en-US" sz="1800" dirty="0">
                <a:ea typeface="+mn-lt"/>
                <a:cs typeface="+mn-lt"/>
              </a:rPr>
              <a:t>LLM </a:t>
            </a:r>
          </a:p>
          <a:p>
            <a:pPr marL="685800"/>
            <a:r>
              <a:rPr lang="en-US" sz="1800" dirty="0">
                <a:ea typeface="+mn-lt"/>
                <a:cs typeface="+mn-lt"/>
              </a:rPr>
              <a:t>Instruction: "Analyze the following text for signs of anxiety: [text post]"</a:t>
            </a:r>
          </a:p>
          <a:p>
            <a:pPr marL="685800"/>
            <a:r>
              <a:rPr lang="en-US" sz="1800" dirty="0">
                <a:ea typeface="+mn-lt"/>
                <a:cs typeface="+mn-lt"/>
              </a:rPr>
              <a:t>Response: "The text shows indicators of anxiety, including mentions of 'worrying too much' and 'trouble relaxing'."</a:t>
            </a: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457200" indent="0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Models: </a:t>
            </a:r>
            <a:r>
              <a:rPr lang="en-US" sz="1800" err="1">
                <a:latin typeface="Calibri"/>
                <a:ea typeface="Calibri"/>
                <a:cs typeface="Calibri"/>
              </a:rPr>
              <a:t>MentalBERT</a:t>
            </a:r>
            <a:r>
              <a:rPr lang="en-US" sz="1800" dirty="0">
                <a:ea typeface="+mn-lt"/>
                <a:cs typeface="+mn-lt"/>
              </a:rPr>
              <a:t> or </a:t>
            </a:r>
            <a:r>
              <a:rPr lang="en-US" sz="1800" err="1">
                <a:latin typeface="Calibri"/>
                <a:ea typeface="Calibri"/>
                <a:cs typeface="Calibri"/>
              </a:rPr>
              <a:t>MentalRoBERTa</a:t>
            </a:r>
            <a:r>
              <a:rPr lang="en-US" sz="1800" dirty="0">
                <a:latin typeface="Calibri"/>
                <a:ea typeface="Calibri"/>
                <a:cs typeface="Calibri"/>
              </a:rPr>
              <a:t> (google-</a:t>
            </a:r>
            <a:r>
              <a:rPr lang="en-US" sz="1800" err="1">
                <a:latin typeface="Calibri"/>
                <a:ea typeface="Calibri"/>
                <a:cs typeface="Calibri"/>
              </a:rPr>
              <a:t>bert</a:t>
            </a:r>
            <a:r>
              <a:rPr lang="en-US" sz="1800" dirty="0">
                <a:latin typeface="Calibri"/>
                <a:ea typeface="Calibri"/>
                <a:cs typeface="Calibri"/>
              </a:rPr>
              <a:t>/</a:t>
            </a:r>
            <a:r>
              <a:rPr lang="en-US" sz="1800" err="1">
                <a:latin typeface="Calibri"/>
                <a:ea typeface="Calibri"/>
                <a:cs typeface="Calibri"/>
              </a:rPr>
              <a:t>bert</a:t>
            </a:r>
            <a:r>
              <a:rPr lang="en-US" sz="1800" dirty="0">
                <a:latin typeface="Calibri"/>
                <a:ea typeface="Calibri"/>
                <a:cs typeface="Calibri"/>
              </a:rPr>
              <a:t>-base-uncased</a:t>
            </a:r>
            <a:r>
              <a:rPr lang="en-US" sz="1800" dirty="0">
                <a:ea typeface="+mn-lt"/>
                <a:cs typeface="+mn-lt"/>
              </a:rPr>
              <a:t> or </a:t>
            </a:r>
            <a:r>
              <a:rPr lang="en-US" sz="1800" err="1">
                <a:latin typeface="Calibri"/>
                <a:ea typeface="Calibri"/>
                <a:cs typeface="Calibri"/>
              </a:rPr>
              <a:t>roberta</a:t>
            </a:r>
            <a:r>
              <a:rPr lang="en-US" sz="1800" dirty="0">
                <a:latin typeface="Calibri"/>
                <a:ea typeface="Calibri"/>
                <a:cs typeface="Calibri"/>
              </a:rPr>
              <a:t>-base):</a:t>
            </a:r>
            <a:r>
              <a:rPr lang="en-US" sz="1800" b="1" dirty="0">
                <a:ea typeface="+mn-lt"/>
                <a:cs typeface="+mn-lt"/>
              </a:rPr>
              <a:t>pre-trained</a:t>
            </a:r>
            <a:r>
              <a:rPr lang="en-US" sz="1800" dirty="0">
                <a:ea typeface="+mn-lt"/>
                <a:cs typeface="+mn-lt"/>
              </a:rPr>
              <a:t> on a massive corpus of mental health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Models LLM: Mistral-7B, Llama-3-8B, or Phi-3-mini</a:t>
            </a:r>
          </a:p>
        </p:txBody>
      </p:sp>
    </p:spTree>
    <p:extLst>
      <p:ext uri="{BB962C8B-B14F-4D97-AF65-F5344CB8AC3E}">
        <p14:creationId xmlns:p14="http://schemas.microsoft.com/office/powerpoint/2010/main" val="2010618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9D535-FBC5-16D6-D98B-F4F167900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F1B13-E367-866F-827F-1AA21004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Database for Digital Triage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8304B-B838-F03A-638F-65ED56407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sz="2000" dirty="0">
                <a:ea typeface="+mn-lt"/>
                <a:cs typeface="+mn-lt"/>
              </a:rPr>
              <a:t>Text Classification: LEVEL_1_EMERGENCY, LEVEL_2_URGENT, LEVEL_3_NON_URGENT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sz="1600" dirty="0">
                <a:ea typeface="+mn-lt"/>
                <a:cs typeface="+mn-lt"/>
              </a:rPr>
              <a:t>Use a powerful model combined with prompts written by medical professionals</a:t>
            </a:r>
          </a:p>
          <a:p>
            <a:pPr marL="457200" indent="-457200"/>
            <a:r>
              <a:rPr lang="en-US" sz="2000" dirty="0">
                <a:ea typeface="+mn-lt"/>
                <a:cs typeface="+mn-lt"/>
              </a:rPr>
              <a:t>Approach 2: Conversational Agent</a:t>
            </a:r>
          </a:p>
          <a:p>
            <a:pPr marL="457200" indent="-457200"/>
            <a:endParaRPr lang="en-US" sz="2000" dirty="0">
              <a:ea typeface="+mn-lt"/>
              <a:cs typeface="+mn-lt"/>
            </a:endParaRPr>
          </a:p>
          <a:p>
            <a:pPr marL="457200" indent="-457200"/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Models: </a:t>
            </a:r>
            <a:r>
              <a:rPr lang="en-US" sz="2000" err="1">
                <a:ea typeface="+mn-lt"/>
                <a:cs typeface="+mn-lt"/>
              </a:rPr>
              <a:t>BioMistral</a:t>
            </a:r>
            <a:endParaRPr lang="en-US" sz="2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9220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d8c896a-2c7a-453c-a372-c5a9d996764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F9612703AB1245B110929651DA4EFF" ma:contentTypeVersion="10" ma:contentTypeDescription="Create a new document." ma:contentTypeScope="" ma:versionID="ecf2fada5d55cdb3950e5f558f164afc">
  <xsd:schema xmlns:xsd="http://www.w3.org/2001/XMLSchema" xmlns:xs="http://www.w3.org/2001/XMLSchema" xmlns:p="http://schemas.microsoft.com/office/2006/metadata/properties" xmlns:ns2="2d8c896a-2c7a-453c-a372-c5a9d996764a" targetNamespace="http://schemas.microsoft.com/office/2006/metadata/properties" ma:root="true" ma:fieldsID="27dc19fd6429b261af21789178676c87" ns2:_="">
    <xsd:import namespace="2d8c896a-2c7a-453c-a372-c5a9d996764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8c896a-2c7a-453c-a372-c5a9d996764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21F32F-74F6-4919-9AE3-5D8FB12E2419}">
  <ds:schemaRefs>
    <ds:schemaRef ds:uri="http://schemas.microsoft.com/office/2006/metadata/properties"/>
    <ds:schemaRef ds:uri="http://schemas.microsoft.com/office/infopath/2007/PartnerControls"/>
    <ds:schemaRef ds:uri="2d8c896a-2c7a-453c-a372-c5a9d996764a"/>
  </ds:schemaRefs>
</ds:datastoreItem>
</file>

<file path=customXml/itemProps2.xml><?xml version="1.0" encoding="utf-8"?>
<ds:datastoreItem xmlns:ds="http://schemas.openxmlformats.org/officeDocument/2006/customXml" ds:itemID="{47AA7BBF-FC9C-40FF-99F4-BB18286575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8c896a-2c7a-453c-a372-c5a9d99676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957032-F9D2-48A5-93AC-847A285F1E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561</Words>
  <Application>Microsoft Office PowerPoint</Application>
  <PresentationFormat>Widescreen</PresentationFormat>
  <Paragraphs>190</Paragraphs>
  <Slides>17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 and prediction</vt:lpstr>
      <vt:lpstr>AI is Everywhere... Even in Your Pocket </vt:lpstr>
      <vt:lpstr>Beyond the Hype: What is AI, Really?</vt:lpstr>
      <vt:lpstr>A Machine Learning algorithm walks into a bar</vt:lpstr>
      <vt:lpstr>Challenges</vt:lpstr>
      <vt:lpstr>Ethics-Concerns</vt:lpstr>
      <vt:lpstr>Train an AI model</vt:lpstr>
      <vt:lpstr>Requirements</vt:lpstr>
      <vt:lpstr>Data collection</vt:lpstr>
      <vt:lpstr>Train Validation Deploy</vt:lpstr>
      <vt:lpstr>Milestone 3 (Eng: week 7, Ro: week 8)</vt:lpstr>
      <vt:lpstr>References</vt:lpstr>
      <vt:lpstr>Chat Template </vt:lpstr>
      <vt:lpstr>Dataset for blind people</vt:lpstr>
      <vt:lpstr>Dataset for Voice to Text</vt:lpstr>
      <vt:lpstr>Database for Eary Anxiety Discovery</vt:lpstr>
      <vt:lpstr>Database for Digital Triage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tudor</cp:lastModifiedBy>
  <cp:revision>881</cp:revision>
  <dcterms:created xsi:type="dcterms:W3CDTF">2023-09-25T03:55:10Z</dcterms:created>
  <dcterms:modified xsi:type="dcterms:W3CDTF">2025-11-12T09:34:46Z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0x0101006EF9612703AB1245B110929651DA4EFF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