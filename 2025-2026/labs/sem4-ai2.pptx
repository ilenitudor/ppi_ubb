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6" r:id="rId5"/>
    <p:sldId id="260" r:id="rId6"/>
    <p:sldId id="258" r:id="rId7"/>
    <p:sldId id="264" r:id="rId8"/>
    <p:sldId id="268" r:id="rId9"/>
    <p:sldId id="265" r:id="rId10"/>
    <p:sldId id="263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6C5502B-02F1-7F65-123D-8AB9221D11BA}" v="2" dt="2025-11-20T06:08:02.25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udor-Alexandru Ileni" userId="S::tudor.ileni@ubbcluj.ro::d7b28f6b-7e8e-48e3-b06b-cc0a244d3028" providerId="AD" clId="Web-{3F6C4914-2A92-14F2-B536-BFCB79BADE02}"/>
    <pc:docChg chg="modSld">
      <pc:chgData name="Tudor-Alexandru Ileni" userId="S::tudor.ileni@ubbcluj.ro::d7b28f6b-7e8e-48e3-b06b-cc0a244d3028" providerId="AD" clId="Web-{3F6C4914-2A92-14F2-B536-BFCB79BADE02}" dt="2025-11-04T20:04:40.345" v="5" actId="20577"/>
      <pc:docMkLst>
        <pc:docMk/>
      </pc:docMkLst>
      <pc:sldChg chg="modSp">
        <pc:chgData name="Tudor-Alexandru Ileni" userId="S::tudor.ileni@ubbcluj.ro::d7b28f6b-7e8e-48e3-b06b-cc0a244d3028" providerId="AD" clId="Web-{3F6C4914-2A92-14F2-B536-BFCB79BADE02}" dt="2025-11-04T20:04:40.345" v="5" actId="20577"/>
        <pc:sldMkLst>
          <pc:docMk/>
          <pc:sldMk cId="109857222" sldId="256"/>
        </pc:sldMkLst>
        <pc:spChg chg="mod">
          <ac:chgData name="Tudor-Alexandru Ileni" userId="S::tudor.ileni@ubbcluj.ro::d7b28f6b-7e8e-48e3-b06b-cc0a244d3028" providerId="AD" clId="Web-{3F6C4914-2A92-14F2-B536-BFCB79BADE02}" dt="2025-11-04T20:04:40.345" v="5" actId="20577"/>
          <ac:spMkLst>
            <pc:docMk/>
            <pc:sldMk cId="109857222" sldId="256"/>
            <ac:spMk id="2" creationId="{00000000-0000-0000-0000-000000000000}"/>
          </ac:spMkLst>
        </pc:spChg>
      </pc:sldChg>
    </pc:docChg>
  </pc:docChgLst>
  <pc:docChgLst>
    <pc:chgData name="Tudor-Alexandru Ileni" userId="S::tudor.ileni@ubbcluj.ro::d7b28f6b-7e8e-48e3-b06b-cc0a244d3028" providerId="AD" clId="Web-{E1CDE6F7-CA98-80C4-1565-43F3A866B513}"/>
    <pc:docChg chg="modSld">
      <pc:chgData name="Tudor-Alexandru Ileni" userId="S::tudor.ileni@ubbcluj.ro::d7b28f6b-7e8e-48e3-b06b-cc0a244d3028" providerId="AD" clId="Web-{E1CDE6F7-CA98-80C4-1565-43F3A866B513}" dt="2025-11-13T08:51:34.709" v="1" actId="20577"/>
      <pc:docMkLst>
        <pc:docMk/>
      </pc:docMkLst>
      <pc:sldChg chg="modSp">
        <pc:chgData name="Tudor-Alexandru Ileni" userId="S::tudor.ileni@ubbcluj.ro::d7b28f6b-7e8e-48e3-b06b-cc0a244d3028" providerId="AD" clId="Web-{E1CDE6F7-CA98-80C4-1565-43F3A866B513}" dt="2025-11-13T08:51:34.709" v="1" actId="20577"/>
        <pc:sldMkLst>
          <pc:docMk/>
          <pc:sldMk cId="182854334" sldId="263"/>
        </pc:sldMkLst>
        <pc:spChg chg="mod">
          <ac:chgData name="Tudor-Alexandru Ileni" userId="S::tudor.ileni@ubbcluj.ro::d7b28f6b-7e8e-48e3-b06b-cc0a244d3028" providerId="AD" clId="Web-{E1CDE6F7-CA98-80C4-1565-43F3A866B513}" dt="2025-11-13T08:51:34.709" v="1" actId="20577"/>
          <ac:spMkLst>
            <pc:docMk/>
            <pc:sldMk cId="182854334" sldId="263"/>
            <ac:spMk id="7" creationId="{B5AA6477-7CA5-C007-5F3B-859A08401B07}"/>
          </ac:spMkLst>
        </pc:spChg>
      </pc:sldChg>
    </pc:docChg>
  </pc:docChgLst>
  <pc:docChgLst>
    <pc:chgData name="Tudor-Alexandru Ileni" userId="S::tudor.ileni@ubbcluj.ro::d7b28f6b-7e8e-48e3-b06b-cc0a244d3028" providerId="AD" clId="Web-{F6C5502B-02F1-7F65-123D-8AB9221D11BA}"/>
    <pc:docChg chg="modSld">
      <pc:chgData name="Tudor-Alexandru Ileni" userId="S::tudor.ileni@ubbcluj.ro::d7b28f6b-7e8e-48e3-b06b-cc0a244d3028" providerId="AD" clId="Web-{F6C5502B-02F1-7F65-123D-8AB9221D11BA}" dt="2025-11-20T06:08:02.253" v="1" actId="20577"/>
      <pc:docMkLst>
        <pc:docMk/>
      </pc:docMkLst>
      <pc:sldChg chg="modSp">
        <pc:chgData name="Tudor-Alexandru Ileni" userId="S::tudor.ileni@ubbcluj.ro::d7b28f6b-7e8e-48e3-b06b-cc0a244d3028" providerId="AD" clId="Web-{F6C5502B-02F1-7F65-123D-8AB9221D11BA}" dt="2025-11-20T06:08:02.253" v="1" actId="20577"/>
        <pc:sldMkLst>
          <pc:docMk/>
          <pc:sldMk cId="682887697" sldId="260"/>
        </pc:sldMkLst>
        <pc:spChg chg="mod">
          <ac:chgData name="Tudor-Alexandru Ileni" userId="S::tudor.ileni@ubbcluj.ro::d7b28f6b-7e8e-48e3-b06b-cc0a244d3028" providerId="AD" clId="Web-{F6C5502B-02F1-7F65-123D-8AB9221D11BA}" dt="2025-11-20T06:08:02.253" v="1" actId="20577"/>
          <ac:spMkLst>
            <pc:docMk/>
            <pc:sldMk cId="682887697" sldId="260"/>
            <ac:spMk id="3" creationId="{6DCB871B-15DC-14CA-A5BD-FE7BDC48DA79}"/>
          </ac:spMkLst>
        </pc:spChg>
      </pc:sldChg>
    </pc:docChg>
  </pc:docChgLst>
  <pc:docChgLst>
    <pc:chgData name="Tudor-Alexandru Ileni" userId="S::tudor.ileni@ubbcluj.ro::d7b28f6b-7e8e-48e3-b06b-cc0a244d3028" providerId="AD" clId="Web-{CCD954FA-6294-5500-DB1A-42D14798305B}"/>
    <pc:docChg chg="delSld modSld">
      <pc:chgData name="Tudor-Alexandru Ileni" userId="S::tudor.ileni@ubbcluj.ro::d7b28f6b-7e8e-48e3-b06b-cc0a244d3028" providerId="AD" clId="Web-{CCD954FA-6294-5500-DB1A-42D14798305B}" dt="2025-11-13T06:03:08.836" v="134" actId="20577"/>
      <pc:docMkLst>
        <pc:docMk/>
      </pc:docMkLst>
      <pc:sldChg chg="modSp">
        <pc:chgData name="Tudor-Alexandru Ileni" userId="S::tudor.ileni@ubbcluj.ro::d7b28f6b-7e8e-48e3-b06b-cc0a244d3028" providerId="AD" clId="Web-{CCD954FA-6294-5500-DB1A-42D14798305B}" dt="2025-11-13T05:56:32.970" v="3" actId="20577"/>
        <pc:sldMkLst>
          <pc:docMk/>
          <pc:sldMk cId="682887697" sldId="260"/>
        </pc:sldMkLst>
        <pc:spChg chg="mod">
          <ac:chgData name="Tudor-Alexandru Ileni" userId="S::tudor.ileni@ubbcluj.ro::d7b28f6b-7e8e-48e3-b06b-cc0a244d3028" providerId="AD" clId="Web-{CCD954FA-6294-5500-DB1A-42D14798305B}" dt="2025-11-13T05:56:32.970" v="3" actId="20577"/>
          <ac:spMkLst>
            <pc:docMk/>
            <pc:sldMk cId="682887697" sldId="260"/>
            <ac:spMk id="3" creationId="{6DCB871B-15DC-14CA-A5BD-FE7BDC48DA79}"/>
          </ac:spMkLst>
        </pc:spChg>
      </pc:sldChg>
      <pc:sldChg chg="modSp">
        <pc:chgData name="Tudor-Alexandru Ileni" userId="S::tudor.ileni@ubbcluj.ro::d7b28f6b-7e8e-48e3-b06b-cc0a244d3028" providerId="AD" clId="Web-{CCD954FA-6294-5500-DB1A-42D14798305B}" dt="2025-11-13T06:03:08.836" v="134" actId="20577"/>
        <pc:sldMkLst>
          <pc:docMk/>
          <pc:sldMk cId="182854334" sldId="263"/>
        </pc:sldMkLst>
        <pc:spChg chg="mod">
          <ac:chgData name="Tudor-Alexandru Ileni" userId="S::tudor.ileni@ubbcluj.ro::d7b28f6b-7e8e-48e3-b06b-cc0a244d3028" providerId="AD" clId="Web-{CCD954FA-6294-5500-DB1A-42D14798305B}" dt="2025-11-13T06:03:08.836" v="134" actId="20577"/>
          <ac:spMkLst>
            <pc:docMk/>
            <pc:sldMk cId="182854334" sldId="263"/>
            <ac:spMk id="2" creationId="{AF940734-3658-F584-7B00-4207FA37C649}"/>
          </ac:spMkLst>
        </pc:spChg>
        <pc:spChg chg="mod">
          <ac:chgData name="Tudor-Alexandru Ileni" userId="S::tudor.ileni@ubbcluj.ro::d7b28f6b-7e8e-48e3-b06b-cc0a244d3028" providerId="AD" clId="Web-{CCD954FA-6294-5500-DB1A-42D14798305B}" dt="2025-11-13T06:00:01.802" v="129" actId="20577"/>
          <ac:spMkLst>
            <pc:docMk/>
            <pc:sldMk cId="182854334" sldId="263"/>
            <ac:spMk id="7" creationId="{B5AA6477-7CA5-C007-5F3B-859A08401B07}"/>
          </ac:spMkLst>
        </pc:spChg>
      </pc:sldChg>
    </pc:docChg>
  </pc:docChgLst>
  <pc:docChgLst>
    <pc:chgData name="Tudor-Alexandru Ileni" userId="S::tudor.ileni@ubbcluj.ro::d7b28f6b-7e8e-48e3-b06b-cc0a244d3028" providerId="AD" clId="Web-{93DD4C2E-9155-4B17-2A12-2CF55A8752FE}"/>
    <pc:docChg chg="delSld">
      <pc:chgData name="Tudor-Alexandru Ileni" userId="S::tudor.ileni@ubbcluj.ro::d7b28f6b-7e8e-48e3-b06b-cc0a244d3028" providerId="AD" clId="Web-{93DD4C2E-9155-4B17-2A12-2CF55A8752FE}" dt="2025-11-13T09:46:58.029" v="0"/>
      <pc:docMkLst>
        <pc:docMk/>
      </pc:docMkLst>
    </pc:docChg>
  </pc:docChgLst>
  <pc:docChgLst>
    <pc:chgData name="Tudor-Alexandru Ileni" userId="S::tudor.ileni@ubbcluj.ro::d7b28f6b-7e8e-48e3-b06b-cc0a244d3028" providerId="AD" clId="Web-{5526066C-60CD-9A3E-14B6-4EE281FB1C8E}"/>
    <pc:docChg chg="addSld delSld modSld">
      <pc:chgData name="Tudor-Alexandru Ileni" userId="S::tudor.ileni@ubbcluj.ro::d7b28f6b-7e8e-48e3-b06b-cc0a244d3028" providerId="AD" clId="Web-{5526066C-60CD-9A3E-14B6-4EE281FB1C8E}" dt="2025-11-09T19:53:15.206" v="39"/>
      <pc:docMkLst>
        <pc:docMk/>
      </pc:docMkLst>
      <pc:sldChg chg="modSp">
        <pc:chgData name="Tudor-Alexandru Ileni" userId="S::tudor.ileni@ubbcluj.ro::d7b28f6b-7e8e-48e3-b06b-cc0a244d3028" providerId="AD" clId="Web-{5526066C-60CD-9A3E-14B6-4EE281FB1C8E}" dt="2025-11-09T19:30:49.663" v="0" actId="20577"/>
        <pc:sldMkLst>
          <pc:docMk/>
          <pc:sldMk cId="458004009" sldId="264"/>
        </pc:sldMkLst>
        <pc:spChg chg="mod">
          <ac:chgData name="Tudor-Alexandru Ileni" userId="S::tudor.ileni@ubbcluj.ro::d7b28f6b-7e8e-48e3-b06b-cc0a244d3028" providerId="AD" clId="Web-{5526066C-60CD-9A3E-14B6-4EE281FB1C8E}" dt="2025-11-09T19:30:49.663" v="0" actId="20577"/>
          <ac:spMkLst>
            <pc:docMk/>
            <pc:sldMk cId="458004009" sldId="264"/>
            <ac:spMk id="3" creationId="{6BA4F846-FC31-1BF9-31AC-84F0CA1746F7}"/>
          </ac:spMkLst>
        </pc:spChg>
      </pc:sldChg>
      <pc:sldChg chg="modSp add del replId">
        <pc:chgData name="Tudor-Alexandru Ileni" userId="S::tudor.ileni@ubbcluj.ro::d7b28f6b-7e8e-48e3-b06b-cc0a244d3028" providerId="AD" clId="Web-{5526066C-60CD-9A3E-14B6-4EE281FB1C8E}" dt="2025-11-09T19:53:02.487" v="36"/>
        <pc:sldMkLst>
          <pc:docMk/>
          <pc:sldMk cId="4097404126" sldId="268"/>
        </pc:sldMkLst>
        <pc:spChg chg="mod">
          <ac:chgData name="Tudor-Alexandru Ileni" userId="S::tudor.ileni@ubbcluj.ro::d7b28f6b-7e8e-48e3-b06b-cc0a244d3028" providerId="AD" clId="Web-{5526066C-60CD-9A3E-14B6-4EE281FB1C8E}" dt="2025-11-09T19:52:33.486" v="32" actId="20577"/>
          <ac:spMkLst>
            <pc:docMk/>
            <pc:sldMk cId="4097404126" sldId="268"/>
            <ac:spMk id="2" creationId="{72C10336-60C8-A2D0-E94E-908831EA31E7}"/>
          </ac:spMkLst>
        </pc:spChg>
        <pc:spChg chg="mod">
          <ac:chgData name="Tudor-Alexandru Ileni" userId="S::tudor.ileni@ubbcluj.ro::d7b28f6b-7e8e-48e3-b06b-cc0a244d3028" providerId="AD" clId="Web-{5526066C-60CD-9A3E-14B6-4EE281FB1C8E}" dt="2025-11-09T19:52:40.908" v="33" actId="20577"/>
          <ac:spMkLst>
            <pc:docMk/>
            <pc:sldMk cId="4097404126" sldId="268"/>
            <ac:spMk id="3" creationId="{8C25D716-0218-A8D0-F5D1-128BFE3164FD}"/>
          </ac:spMkLst>
        </pc:spChg>
      </pc:sldChg>
    </pc:docChg>
  </pc:docChgLst>
  <pc:docChgLst>
    <pc:chgData name="Tudor-Alexandru Ileni" userId="S::tudor.ileni@ubbcluj.ro::d7b28f6b-7e8e-48e3-b06b-cc0a244d3028" providerId="AD" clId="Web-{260E43E1-1C88-F54D-3596-87E3D1581013}"/>
    <pc:docChg chg="modSld">
      <pc:chgData name="Tudor-Alexandru Ileni" userId="S::tudor.ileni@ubbcluj.ro::d7b28f6b-7e8e-48e3-b06b-cc0a244d3028" providerId="AD" clId="Web-{260E43E1-1C88-F54D-3596-87E3D1581013}" dt="2025-11-14T08:16:15.070" v="7" actId="20577"/>
      <pc:docMkLst>
        <pc:docMk/>
      </pc:docMkLst>
      <pc:sldChg chg="modSp">
        <pc:chgData name="Tudor-Alexandru Ileni" userId="S::tudor.ileni@ubbcluj.ro::d7b28f6b-7e8e-48e3-b06b-cc0a244d3028" providerId="AD" clId="Web-{260E43E1-1C88-F54D-3596-87E3D1581013}" dt="2025-11-14T08:16:15.070" v="7" actId="20577"/>
        <pc:sldMkLst>
          <pc:docMk/>
          <pc:sldMk cId="682887697" sldId="260"/>
        </pc:sldMkLst>
        <pc:spChg chg="mod">
          <ac:chgData name="Tudor-Alexandru Ileni" userId="S::tudor.ileni@ubbcluj.ro::d7b28f6b-7e8e-48e3-b06b-cc0a244d3028" providerId="AD" clId="Web-{260E43E1-1C88-F54D-3596-87E3D1581013}" dt="2025-11-14T08:16:15.070" v="7" actId="20577"/>
          <ac:spMkLst>
            <pc:docMk/>
            <pc:sldMk cId="682887697" sldId="260"/>
            <ac:spMk id="3" creationId="{6DCB871B-15DC-14CA-A5BD-FE7BDC48DA79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pytorch.org/hub/" TargetMode="External"/><Relationship Id="rId2" Type="http://schemas.openxmlformats.org/officeDocument/2006/relationships/hyperlink" Target="https://roboflow.com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intel.com/content/www/us/en/developer/tools/openvino-toolkit/model-hub.html" TargetMode="Externa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hyperlink" Target="https://docs.roboflow.com/train/train" TargetMode="External"/><Relationship Id="rId3" Type="http://schemas.openxmlformats.org/officeDocument/2006/relationships/hyperlink" Target="https://docs.roboflow.com/datasets/create-a-project" TargetMode="External"/><Relationship Id="rId7" Type="http://schemas.openxmlformats.org/officeDocument/2006/relationships/hyperlink" Target="https://docs.roboflow.com/datasets/create-a-dataset-version" TargetMode="External"/><Relationship Id="rId2" Type="http://schemas.openxmlformats.org/officeDocument/2006/relationships/hyperlink" Target="https://docs.roboflow.com/workspaces/roboflow-workspaces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ocs.roboflow.com/annotate/use-roboflow-annotate/model-assisted-labeling" TargetMode="External"/><Relationship Id="rId11" Type="http://schemas.openxmlformats.org/officeDocument/2006/relationships/image" Target="../media/image1.jpeg"/><Relationship Id="rId5" Type="http://schemas.openxmlformats.org/officeDocument/2006/relationships/hyperlink" Target="https://docs.roboflow.com/annotate/annotation-tools" TargetMode="External"/><Relationship Id="rId10" Type="http://schemas.openxmlformats.org/officeDocument/2006/relationships/hyperlink" Target="https://github.com/roboflow/inference" TargetMode="External"/><Relationship Id="rId4" Type="http://schemas.openxmlformats.org/officeDocument/2006/relationships/hyperlink" Target="https://docs.roboflow.com/datasets/adding-data/roboflow-universe" TargetMode="External"/><Relationship Id="rId9" Type="http://schemas.openxmlformats.org/officeDocument/2006/relationships/hyperlink" Target="https://inference.roboflow.com/quickstart/explore_models/#run-a-private-fine-tuned-model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colab.research.google.com/drive/1GbwSc7qGM9VNS_QB4WS35IqTUDB6-jTH?usp=sharing" TargetMode="Externa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ileniTudor/ppi_models.git" TargetMode="Externa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hyperlink" Target="https://colab.research.google.com/drive/1NhGFWMCyjoZeH65098Vf8Syz3PEZswNA?usp=sharing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4522B21E-B2B9-4C72-9A71-C87EFD1374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EB7D2A2-F448-44D4-938C-DC84CBCB3B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441258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71AEA07-1E14-44B4-8E55-64EF049CD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551962"/>
            <a:ext cx="10999072" cy="461854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293338"/>
            <a:ext cx="9144000" cy="3274592"/>
          </a:xfrm>
        </p:spPr>
        <p:txBody>
          <a:bodyPr anchor="ctr">
            <a:normAutofit/>
          </a:bodyPr>
          <a:lstStyle/>
          <a:p>
            <a:r>
              <a:rPr lang="en-US" sz="3600" b="1" dirty="0">
                <a:ea typeface="+mj-lt"/>
                <a:cs typeface="+mj-lt"/>
              </a:rPr>
              <a:t>Training and Evaluating AI Models </a:t>
            </a:r>
            <a:endParaRPr lang="en-US" sz="3600" dirty="0">
              <a:cs typeface="Calibri Light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5514052"/>
            <a:ext cx="9144000" cy="65191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>
                <a:ea typeface="Calibri"/>
                <a:cs typeface="Calibri"/>
              </a:rPr>
              <a:t>Seminary 4</a:t>
            </a:r>
            <a:endParaRPr lang="en-US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7C8EA93-3210-4C62-99E9-153C275E3A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96464" y="6354708"/>
            <a:ext cx="11000232" cy="0"/>
          </a:xfrm>
          <a:prstGeom prst="line">
            <a:avLst/>
          </a:prstGeom>
          <a:ln w="1016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4026A73-1F7F-49F2-B319-8CA3B3D532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732" y="321733"/>
            <a:ext cx="11546828" cy="6214534"/>
          </a:xfrm>
          <a:custGeom>
            <a:avLst/>
            <a:gdLst>
              <a:gd name="connsiteX0" fmla="*/ 0 w 11546828"/>
              <a:gd name="connsiteY0" fmla="*/ 0 h 6214534"/>
              <a:gd name="connsiteX1" fmla="*/ 7965430 w 11546828"/>
              <a:gd name="connsiteY1" fmla="*/ 0 h 6214534"/>
              <a:gd name="connsiteX2" fmla="*/ 7965430 w 11546828"/>
              <a:gd name="connsiteY2" fmla="*/ 1786 h 6214534"/>
              <a:gd name="connsiteX3" fmla="*/ 11546828 w 11546828"/>
              <a:gd name="connsiteY3" fmla="*/ 1786 h 6214534"/>
              <a:gd name="connsiteX4" fmla="*/ 11546828 w 11546828"/>
              <a:gd name="connsiteY4" fmla="*/ 2866740 h 6214534"/>
              <a:gd name="connsiteX5" fmla="*/ 11225095 w 11546828"/>
              <a:gd name="connsiteY5" fmla="*/ 3179536 h 6214534"/>
              <a:gd name="connsiteX6" fmla="*/ 11225095 w 11546828"/>
              <a:gd name="connsiteY6" fmla="*/ 301542 h 6214534"/>
              <a:gd name="connsiteX7" fmla="*/ 320042 w 11546828"/>
              <a:gd name="connsiteY7" fmla="*/ 301542 h 6214534"/>
              <a:gd name="connsiteX8" fmla="*/ 320042 w 11546828"/>
              <a:gd name="connsiteY8" fmla="*/ 5909424 h 6214534"/>
              <a:gd name="connsiteX9" fmla="*/ 8417210 w 11546828"/>
              <a:gd name="connsiteY9" fmla="*/ 5909424 h 6214534"/>
              <a:gd name="connsiteX10" fmla="*/ 8103383 w 11546828"/>
              <a:gd name="connsiteY10" fmla="*/ 6214534 h 6214534"/>
              <a:gd name="connsiteX11" fmla="*/ 7222929 w 11546828"/>
              <a:gd name="connsiteY11" fmla="*/ 6214534 h 6214534"/>
              <a:gd name="connsiteX12" fmla="*/ 7222929 w 11546828"/>
              <a:gd name="connsiteY12" fmla="*/ 6212748 h 6214534"/>
              <a:gd name="connsiteX13" fmla="*/ 0 w 11546828"/>
              <a:gd name="connsiteY13" fmla="*/ 6212748 h 6214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546828" h="6214534">
                <a:moveTo>
                  <a:pt x="0" y="0"/>
                </a:moveTo>
                <a:lnTo>
                  <a:pt x="7965430" y="0"/>
                </a:lnTo>
                <a:lnTo>
                  <a:pt x="7965430" y="1786"/>
                </a:lnTo>
                <a:lnTo>
                  <a:pt x="11546828" y="1786"/>
                </a:lnTo>
                <a:lnTo>
                  <a:pt x="11546828" y="2866740"/>
                </a:lnTo>
                <a:lnTo>
                  <a:pt x="11225095" y="3179536"/>
                </a:lnTo>
                <a:lnTo>
                  <a:pt x="11225095" y="301542"/>
                </a:lnTo>
                <a:lnTo>
                  <a:pt x="320042" y="301542"/>
                </a:lnTo>
                <a:lnTo>
                  <a:pt x="320042" y="5909424"/>
                </a:lnTo>
                <a:lnTo>
                  <a:pt x="8417210" y="5909424"/>
                </a:lnTo>
                <a:lnTo>
                  <a:pt x="8103383" y="6214534"/>
                </a:lnTo>
                <a:lnTo>
                  <a:pt x="7222929" y="6214534"/>
                </a:lnTo>
                <a:lnTo>
                  <a:pt x="7222929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Right Triangle 11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7482E54-6C8B-5FCF-795F-A39E9C941C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6900" y="1188637"/>
            <a:ext cx="3141430" cy="4480726"/>
          </a:xfrm>
        </p:spPr>
        <p:txBody>
          <a:bodyPr>
            <a:normAutofit/>
          </a:bodyPr>
          <a:lstStyle/>
          <a:p>
            <a:pPr algn="r"/>
            <a:r>
              <a:rPr lang="en-US" sz="6600">
                <a:ea typeface="Calibri Light"/>
                <a:cs typeface="Calibri Light"/>
              </a:rPr>
              <a:t>Content</a:t>
            </a:r>
            <a:endParaRPr lang="en-US" sz="660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CB871B-15DC-14CA-A5BD-FE7BDC48DA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8928" y="1338729"/>
            <a:ext cx="4795584" cy="446175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>
                <a:ea typeface="Calibri"/>
                <a:cs typeface="Calibri"/>
              </a:rPr>
              <a:t>Low/no code:</a:t>
            </a:r>
          </a:p>
          <a:p>
            <a:pPr lvl="1"/>
            <a:r>
              <a:rPr lang="en-US" dirty="0">
                <a:ea typeface="+mn-lt"/>
                <a:cs typeface="+mn-lt"/>
                <a:hlinkClick r:id="rId2"/>
              </a:rPr>
              <a:t>Roboflow</a:t>
            </a:r>
            <a:endParaRPr lang="en-US">
              <a:ea typeface="+mn-lt"/>
              <a:cs typeface="+mn-lt"/>
            </a:endParaRPr>
          </a:p>
          <a:p>
            <a:pPr lvl="1"/>
            <a:r>
              <a:rPr lang="en-US" dirty="0">
                <a:ea typeface="+mn-lt"/>
                <a:cs typeface="+mn-lt"/>
                <a:hlinkClick r:id="rId3"/>
              </a:rPr>
              <a:t>Torch Hub</a:t>
            </a:r>
          </a:p>
          <a:p>
            <a:pPr lvl="1"/>
            <a:r>
              <a:rPr lang="en-US" dirty="0">
                <a:ea typeface="Calibri"/>
                <a:cs typeface="Calibri"/>
                <a:hlinkClick r:id="rId4"/>
              </a:rPr>
              <a:t>OpenVino Hub</a:t>
            </a:r>
            <a:endParaRPr lang="en-US" dirty="0">
              <a:ea typeface="Calibri"/>
              <a:cs typeface="Calibri"/>
            </a:endParaRPr>
          </a:p>
          <a:p>
            <a:r>
              <a:rPr lang="en-US" dirty="0">
                <a:ea typeface="Calibri"/>
                <a:cs typeface="Calibri"/>
              </a:rPr>
              <a:t>Train LLM/Vison examples</a:t>
            </a:r>
          </a:p>
          <a:p>
            <a:pPr lvl="1"/>
            <a:endParaRPr lang="en-US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828876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53D6F13-4829-A4F1-AA62-7247A1B9CB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US" sz="4800" dirty="0" err="1">
                <a:ea typeface="Calibri Light"/>
                <a:cs typeface="Calibri Light"/>
              </a:rPr>
              <a:t>roboflow</a:t>
            </a:r>
            <a:endParaRPr lang="en-US" sz="4800" dirty="0" err="1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DD71DB-ED73-AA2F-CE66-0B20C44A3C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>
                <a:ea typeface="Calibri"/>
                <a:cs typeface="Calibri"/>
              </a:rPr>
              <a:t>Create a </a:t>
            </a:r>
            <a:r>
              <a:rPr lang="en-US" sz="2000">
                <a:ea typeface="Calibri"/>
                <a:cs typeface="Calibri"/>
                <a:hlinkClick r:id="rId2"/>
              </a:rPr>
              <a:t>workspace</a:t>
            </a:r>
            <a:r>
              <a:rPr lang="en-US" sz="2000">
                <a:ea typeface="Calibri"/>
                <a:cs typeface="Calibri"/>
              </a:rPr>
              <a:t> and </a:t>
            </a:r>
            <a:r>
              <a:rPr lang="en-US" sz="2000">
                <a:ea typeface="Calibri"/>
                <a:cs typeface="Calibri"/>
                <a:hlinkClick r:id="rId3"/>
              </a:rPr>
              <a:t>project</a:t>
            </a:r>
            <a:endParaRPr lang="en-US" sz="2000">
              <a:ea typeface="Calibri"/>
              <a:cs typeface="Calibri"/>
            </a:endParaRPr>
          </a:p>
          <a:p>
            <a:r>
              <a:rPr lang="en-US" sz="2000">
                <a:ea typeface="Calibri"/>
                <a:cs typeface="Calibri"/>
                <a:hlinkClick r:id="rId4"/>
              </a:rPr>
              <a:t>Upload/Clone</a:t>
            </a:r>
            <a:r>
              <a:rPr lang="en-US" sz="2000">
                <a:ea typeface="Calibri"/>
                <a:cs typeface="Calibri"/>
              </a:rPr>
              <a:t> Images</a:t>
            </a:r>
          </a:p>
          <a:p>
            <a:r>
              <a:rPr lang="en-US" sz="2000">
                <a:ea typeface="Calibri"/>
                <a:cs typeface="Calibri"/>
                <a:hlinkClick r:id="rId5"/>
              </a:rPr>
              <a:t>Annotate:</a:t>
            </a:r>
            <a:endParaRPr lang="en-US" sz="2000">
              <a:ea typeface="Calibri"/>
              <a:cs typeface="Calibri"/>
            </a:endParaRPr>
          </a:p>
          <a:p>
            <a:pPr lvl="1">
              <a:spcBef>
                <a:spcPts val="1000"/>
              </a:spcBef>
            </a:pPr>
            <a:r>
              <a:rPr lang="en-US" sz="2000">
                <a:ea typeface="+mn-lt"/>
                <a:cs typeface="+mn-lt"/>
                <a:hlinkClick r:id="rId6"/>
              </a:rPr>
              <a:t>Model-Assisted Labeling</a:t>
            </a:r>
            <a:endParaRPr lang="en-US" sz="2000">
              <a:ea typeface="Calibri"/>
              <a:cs typeface="Calibri"/>
            </a:endParaRPr>
          </a:p>
          <a:p>
            <a:r>
              <a:rPr lang="en-US" sz="2000">
                <a:ea typeface="+mn-lt"/>
                <a:cs typeface="+mn-lt"/>
                <a:hlinkClick r:id="rId7"/>
              </a:rPr>
              <a:t>Create a Dataset Version</a:t>
            </a:r>
            <a:endParaRPr lang="en-US" sz="2000">
              <a:ea typeface="+mn-lt"/>
              <a:cs typeface="+mn-lt"/>
            </a:endParaRPr>
          </a:p>
          <a:p>
            <a:r>
              <a:rPr lang="en-US" sz="2000">
                <a:ea typeface="Calibri"/>
                <a:cs typeface="Calibri"/>
                <a:hlinkClick r:id="rId8"/>
              </a:rPr>
              <a:t>Train</a:t>
            </a:r>
          </a:p>
          <a:p>
            <a:r>
              <a:rPr lang="en-US" sz="2000">
                <a:ea typeface="Calibri"/>
                <a:cs typeface="Calibri"/>
                <a:hlinkClick r:id="rId9"/>
              </a:rPr>
              <a:t>Deploy</a:t>
            </a:r>
          </a:p>
          <a:p>
            <a:pPr lvl="1">
              <a:spcBef>
                <a:spcPts val="1000"/>
              </a:spcBef>
            </a:pPr>
            <a:r>
              <a:rPr lang="en-US" sz="2000">
                <a:ea typeface="+mn-lt"/>
                <a:cs typeface="+mn-lt"/>
                <a:hlinkClick r:id="rId10"/>
              </a:rPr>
              <a:t>inference</a:t>
            </a:r>
            <a:br>
              <a:rPr lang="en-US" sz="2000">
                <a:ea typeface="Calibri"/>
                <a:cs typeface="Calibri"/>
              </a:rPr>
            </a:br>
            <a:endParaRPr lang="en-US" sz="2000">
              <a:ea typeface="Calibri"/>
              <a:cs typeface="Calibri"/>
            </a:endParaRPr>
          </a:p>
        </p:txBody>
      </p:sp>
      <p:pic>
        <p:nvPicPr>
          <p:cNvPr id="6" name="Picture 5" descr="Roboflow: Give your software the power to see objects in images and video">
            <a:extLst>
              <a:ext uri="{FF2B5EF4-FFF2-40B4-BE49-F238E27FC236}">
                <a16:creationId xmlns:a16="http://schemas.microsoft.com/office/drawing/2014/main" id="{E40048B7-2913-2CDD-6B99-876589858F5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911532" y="2987353"/>
            <a:ext cx="5150277" cy="2708048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50991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DE037C-3C78-8577-2878-54A3B4ED6C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8557" y="1138036"/>
            <a:ext cx="5444382" cy="1402470"/>
          </a:xfrm>
        </p:spPr>
        <p:txBody>
          <a:bodyPr anchor="t">
            <a:normAutofit/>
          </a:bodyPr>
          <a:lstStyle/>
          <a:p>
            <a:r>
              <a:rPr lang="en-US" sz="3200">
                <a:ea typeface="Calibri Light"/>
                <a:cs typeface="Calibri Light"/>
              </a:rPr>
              <a:t>Train a LMM</a:t>
            </a:r>
            <a:endParaRPr lang="en-US" sz="3200"/>
          </a:p>
        </p:txBody>
      </p:sp>
      <p:pic>
        <p:nvPicPr>
          <p:cNvPr id="5" name="Picture 4" descr="An old railway bridge in black and white">
            <a:extLst>
              <a:ext uri="{FF2B5EF4-FFF2-40B4-BE49-F238E27FC236}">
                <a16:creationId xmlns:a16="http://schemas.microsoft.com/office/drawing/2014/main" id="{A325507C-9651-A306-96DE-AF555A613F0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967" r="23899" b="4"/>
          <a:stretch>
            <a:fillRect/>
          </a:stretch>
        </p:blipFill>
        <p:spPr>
          <a:xfrm>
            <a:off x="-1" y="10"/>
            <a:ext cx="5151179" cy="6857990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503BFE4-729B-D9D0-C17B-501E6AF112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971697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A4F846-FC31-1BF9-31AC-84F0CA1746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68557" y="2551176"/>
            <a:ext cx="5444382" cy="359120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000" dirty="0">
                <a:ea typeface="+mn-lt"/>
                <a:cs typeface="+mn-lt"/>
                <a:hlinkClick r:id="rId3"/>
              </a:rPr>
              <a:t>Colab link</a:t>
            </a:r>
          </a:p>
          <a:p>
            <a:pPr marL="0" indent="0">
              <a:buNone/>
            </a:pPr>
            <a:endParaRPr lang="en-US" sz="2000"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4580040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4B44686-4BBC-682C-71B3-F67FD09443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C10336-60C8-A2D0-E94E-908831EA31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8557" y="1138036"/>
            <a:ext cx="5444382" cy="1402470"/>
          </a:xfrm>
        </p:spPr>
        <p:txBody>
          <a:bodyPr anchor="t">
            <a:normAutofit/>
          </a:bodyPr>
          <a:lstStyle/>
          <a:p>
            <a:r>
              <a:rPr lang="en-US" sz="3200" dirty="0">
                <a:solidFill>
                  <a:srgbClr val="000000"/>
                </a:solidFill>
                <a:ea typeface="Calibri Light"/>
                <a:cs typeface="Calibri Light"/>
              </a:rPr>
              <a:t>Eval a LMM</a:t>
            </a:r>
            <a:endParaRPr lang="en-US" sz="3200" dirty="0">
              <a:ea typeface="Calibri Light"/>
              <a:cs typeface="Calibri Light"/>
            </a:endParaRPr>
          </a:p>
        </p:txBody>
      </p:sp>
      <p:pic>
        <p:nvPicPr>
          <p:cNvPr id="5" name="Picture 4" descr="An old railway bridge in black and white">
            <a:extLst>
              <a:ext uri="{FF2B5EF4-FFF2-40B4-BE49-F238E27FC236}">
                <a16:creationId xmlns:a16="http://schemas.microsoft.com/office/drawing/2014/main" id="{9C89F29A-2408-7A76-ED90-6E357D754EC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967" r="23899" b="4"/>
          <a:stretch>
            <a:fillRect/>
          </a:stretch>
        </p:blipFill>
        <p:spPr>
          <a:xfrm>
            <a:off x="-1" y="10"/>
            <a:ext cx="5151179" cy="6857990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263DE7E-FF86-975D-3F14-04E4B704EB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971697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25D716-0218-A8D0-F5D1-128BFE3164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68557" y="2551176"/>
            <a:ext cx="5444382" cy="3591207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 sz="2000" dirty="0">
                <a:ea typeface="+mn-lt"/>
                <a:cs typeface="+mn-lt"/>
                <a:hlinkClick r:id="rId3"/>
              </a:rPr>
              <a:t>Github link</a:t>
            </a:r>
            <a:endParaRPr lang="en-US" sz="2000">
              <a:ea typeface="+mn-lt"/>
              <a:cs typeface="+mn-lt"/>
              <a:hlinkClick r:id="rId3"/>
            </a:endParaRPr>
          </a:p>
          <a:p>
            <a:pPr marL="0" indent="0">
              <a:buNone/>
            </a:pPr>
            <a:endParaRPr lang="en-US" sz="2000" dirty="0">
              <a:ea typeface="+mn-lt"/>
              <a:cs typeface="+mn-lt"/>
            </a:endParaRPr>
          </a:p>
          <a:p>
            <a:pPr marL="0" indent="0">
              <a:buNone/>
            </a:pPr>
            <a:endParaRPr lang="en-US" sz="2000"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40974041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FE5471-944E-8390-C729-C1A75D6CAD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138036"/>
            <a:ext cx="4085665" cy="1402470"/>
          </a:xfrm>
        </p:spPr>
        <p:txBody>
          <a:bodyPr anchor="t">
            <a:normAutofit/>
          </a:bodyPr>
          <a:lstStyle/>
          <a:p>
            <a:r>
              <a:rPr lang="en-US" sz="3200">
                <a:ea typeface="Calibri Light"/>
                <a:cs typeface="Calibri Light"/>
              </a:rPr>
              <a:t>Train a Vision Model</a:t>
            </a:r>
            <a:endParaRPr lang="en-US" sz="320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503BFE4-729B-D9D0-C17B-501E6AF112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5140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A398CD-8BC4-074B-5595-AB250D04F2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2551176"/>
            <a:ext cx="4085665" cy="3591207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2000">
                <a:ea typeface="Calibri"/>
                <a:cs typeface="Calibri"/>
                <a:hlinkClick r:id="rId2"/>
              </a:rPr>
              <a:t>Colab Link</a:t>
            </a:r>
            <a:endParaRPr lang="en-US" sz="2000">
              <a:ea typeface="Calibri"/>
              <a:cs typeface="Calibri"/>
            </a:endParaRPr>
          </a:p>
        </p:txBody>
      </p:sp>
      <p:pic>
        <p:nvPicPr>
          <p:cNvPr id="5" name="Picture 4" descr="A gaming object">
            <a:extLst>
              <a:ext uri="{FF2B5EF4-FFF2-40B4-BE49-F238E27FC236}">
                <a16:creationId xmlns:a16="http://schemas.microsoft.com/office/drawing/2014/main" id="{37B8AE4F-A583-F5E6-2ABE-5C9A61AEAD0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094" r="12712" b="4"/>
          <a:stretch>
            <a:fillRect/>
          </a:stretch>
        </p:blipFill>
        <p:spPr>
          <a:xfrm>
            <a:off x="5650992" y="10"/>
            <a:ext cx="6541008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01349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940734-3658-F584-7B00-4207FA37C6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478" y="386930"/>
            <a:ext cx="11238220" cy="1188950"/>
          </a:xfrm>
        </p:spPr>
        <p:txBody>
          <a:bodyPr anchor="b">
            <a:normAutofit fontScale="90000"/>
          </a:bodyPr>
          <a:lstStyle/>
          <a:p>
            <a:r>
              <a:rPr lang="en-US" sz="5400" b="1" dirty="0">
                <a:latin typeface="Arial"/>
                <a:ea typeface="+mj-lt"/>
                <a:cs typeface="Arial"/>
              </a:rPr>
              <a:t>Milestone 4</a:t>
            </a:r>
            <a:br>
              <a:rPr lang="en-US" sz="5400" b="1" dirty="0">
                <a:latin typeface="Arial"/>
                <a:ea typeface="+mj-lt"/>
                <a:cs typeface="Arial"/>
              </a:rPr>
            </a:br>
            <a:r>
              <a:rPr lang="en-US" sz="3600" b="1" dirty="0">
                <a:latin typeface="Arial"/>
                <a:ea typeface="+mj-lt"/>
                <a:cs typeface="Arial"/>
              </a:rPr>
              <a:t>(Eng: week 10, Ro: week 9)</a:t>
            </a:r>
            <a:endParaRPr lang="en-US" sz="3600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5AA6477-7CA5-C007-5F3B-859A08401B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0" y="1878149"/>
            <a:ext cx="10143668" cy="4156891"/>
          </a:xfrm>
        </p:spPr>
        <p:txBody>
          <a:bodyPr vert="horz" lIns="91440" tIns="45720" rIns="91440" bIns="45720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GB" b="1" dirty="0"/>
              <a:t>Theme:</a:t>
            </a:r>
            <a:r>
              <a:rPr lang="en-GB" dirty="0"/>
              <a:t> Use the prepared data to train and evaluate a functional proof-of-concept AI model. Or use a pre-trained model (if you find one)</a:t>
            </a:r>
          </a:p>
          <a:p>
            <a:pPr marL="0" indent="0">
              <a:buNone/>
            </a:pPr>
            <a:r>
              <a:rPr lang="en-GB" b="1" dirty="0"/>
              <a:t>Tasks:</a:t>
            </a:r>
            <a:endParaRPr lang="en-GB" dirty="0"/>
          </a:p>
          <a:p>
            <a:r>
              <a:rPr lang="en-GB" b="1" dirty="0"/>
              <a:t>Model Selection &amp; Justification:</a:t>
            </a:r>
            <a:r>
              <a:rPr lang="en-GB" dirty="0"/>
              <a:t> Research and choose an appropriate model </a:t>
            </a:r>
            <a:r>
              <a:rPr lang="en-GB"/>
              <a:t>architecture or algorithm for your problem. </a:t>
            </a:r>
            <a:endParaRPr lang="en-GB" dirty="0"/>
          </a:p>
          <a:p>
            <a:r>
              <a:rPr lang="en-GB" b="1"/>
              <a:t>[optional] Model Training:</a:t>
            </a:r>
            <a:r>
              <a:rPr lang="en-GB" dirty="0"/>
              <a:t> Using the clean dataset from Assignment 3, fine-tune a proof-of-concept version of your model.</a:t>
            </a:r>
            <a:endParaRPr lang="en-GB">
              <a:ea typeface="Calibri"/>
              <a:cs typeface="Calibri"/>
            </a:endParaRPr>
          </a:p>
          <a:p>
            <a:r>
              <a:rPr lang="en-GB" b="1" dirty="0"/>
              <a:t>Performance Evaluation:</a:t>
            </a:r>
            <a:r>
              <a:rPr lang="en-GB" dirty="0"/>
              <a:t> Evaluate your model's performance using appropriate metrics (e.g., accuracy, precision, F1-score for classification; Mean Squared Error for regression). Or provide the model performances from its description (research paper)</a:t>
            </a:r>
            <a:endParaRPr lang="en-GB" dirty="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GB" b="1" dirty="0">
                <a:solidFill>
                  <a:schemeClr val="accent6"/>
                </a:solidFill>
              </a:rPr>
              <a:t>Deliverable:</a:t>
            </a:r>
            <a:r>
              <a:rPr lang="en-GB" dirty="0">
                <a:solidFill>
                  <a:schemeClr val="accent6"/>
                </a:solidFill>
              </a:rPr>
              <a:t> A link to the </a:t>
            </a:r>
            <a:r>
              <a:rPr lang="en-GB" dirty="0" err="1">
                <a:solidFill>
                  <a:schemeClr val="accent6"/>
                </a:solidFill>
              </a:rPr>
              <a:t>Jupyter</a:t>
            </a:r>
            <a:r>
              <a:rPr lang="en-GB" dirty="0">
                <a:solidFill>
                  <a:schemeClr val="accent6"/>
                </a:solidFill>
              </a:rPr>
              <a:t>/Colab notebook OR a PDF file that clearly shows your model works, and its numerical performances. How is loaded, who the input is fed, and what is the output.</a:t>
            </a:r>
            <a:endParaRPr lang="en-GB" dirty="0">
              <a:solidFill>
                <a:schemeClr val="accent6"/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28543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EF9612703AB1245B110929651DA4EFF" ma:contentTypeVersion="10" ma:contentTypeDescription="Create a new document." ma:contentTypeScope="" ma:versionID="ecf2fada5d55cdb3950e5f558f164afc">
  <xsd:schema xmlns:xsd="http://www.w3.org/2001/XMLSchema" xmlns:xs="http://www.w3.org/2001/XMLSchema" xmlns:p="http://schemas.microsoft.com/office/2006/metadata/properties" xmlns:ns2="2d8c896a-2c7a-453c-a372-c5a9d996764a" targetNamespace="http://schemas.microsoft.com/office/2006/metadata/properties" ma:root="true" ma:fieldsID="27dc19fd6429b261af21789178676c87" ns2:_="">
    <xsd:import namespace="2d8c896a-2c7a-453c-a372-c5a9d996764a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d8c896a-2c7a-453c-a372-c5a9d996764a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ef85decb-1301-438d-8b3f-81c7864c2a9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2d8c896a-2c7a-453c-a372-c5a9d996764a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5CDA3DB-26BF-4225-BCBD-1A6295F0ABA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d8c896a-2c7a-453c-a372-c5a9d996764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D7731BC-B2F5-44A7-890E-E23F45828125}">
  <ds:schemaRefs>
    <ds:schemaRef ds:uri="http://schemas.microsoft.com/office/2006/metadata/properties"/>
    <ds:schemaRef ds:uri="http://schemas.microsoft.com/office/infopath/2007/PartnerControls"/>
    <ds:schemaRef ds:uri="2d8c896a-2c7a-453c-a372-c5a9d996764a"/>
  </ds:schemaRefs>
</ds:datastoreItem>
</file>

<file path=customXml/itemProps3.xml><?xml version="1.0" encoding="utf-8"?>
<ds:datastoreItem xmlns:ds="http://schemas.openxmlformats.org/officeDocument/2006/customXml" ds:itemID="{BAB05003-03A9-4917-A4D1-D0A00EA9C5B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242</Words>
  <Application>Microsoft Office PowerPoint</Application>
  <PresentationFormat>Widescreen</PresentationFormat>
  <Paragraphs>46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Training and Evaluating AI Models </vt:lpstr>
      <vt:lpstr>Content</vt:lpstr>
      <vt:lpstr>roboflow</vt:lpstr>
      <vt:lpstr>Train a LMM</vt:lpstr>
      <vt:lpstr>Eval a LMM</vt:lpstr>
      <vt:lpstr>Train a Vision Model</vt:lpstr>
      <vt:lpstr>Milestone 4 (Eng: week 10, Ro: week 9)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tudor</cp:lastModifiedBy>
  <cp:revision>154</cp:revision>
  <dcterms:created xsi:type="dcterms:W3CDTF">2023-09-25T04:55:12Z</dcterms:created>
  <dcterms:modified xsi:type="dcterms:W3CDTF">2025-11-20T06:08:12Z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0x0101006EF9612703AB1245B110929651DA4EFF</vt:lpwstr>
  </property>
  <property fmtid="{D5CDD505-2E9C-101B-9397-08002B2CF9AE}" pid="3" name="xd_ProgID">
    <vt:lpwstr/>
  </property>
  <property fmtid="{D5CDD505-2E9C-101B-9397-08002B2CF9AE}" pid="4" name="MediaServiceImageTags">
    <vt:lpwstr/>
  </property>
  <property fmtid="{D5CDD505-2E9C-101B-9397-08002B2CF9AE}" pid="5" name="_SourceUrl">
    <vt:lpwstr/>
  </property>
  <property fmtid="{D5CDD505-2E9C-101B-9397-08002B2CF9AE}" pid="6" name="_SharedFileIndex">
    <vt:lpwstr/>
  </property>
  <property fmtid="{D5CDD505-2E9C-101B-9397-08002B2CF9AE}" pid="7" name="ComplianceAssetId">
    <vt:lpwstr/>
  </property>
  <property fmtid="{D5CDD505-2E9C-101B-9397-08002B2CF9AE}" pid="8" name="TemplateUrl">
    <vt:lpwstr/>
  </property>
  <property fmtid="{D5CDD505-2E9C-101B-9397-08002B2CF9AE}" pid="9" name="_ExtendedDescription">
    <vt:lpwstr/>
  </property>
  <property fmtid="{D5CDD505-2E9C-101B-9397-08002B2CF9AE}" pid="10" name="TriggerFlowInfo">
    <vt:lpwstr/>
  </property>
  <property fmtid="{D5CDD505-2E9C-101B-9397-08002B2CF9AE}" pid="11" name="xd_Signature">
    <vt:bool>false</vt:bool>
  </property>
</Properties>
</file>