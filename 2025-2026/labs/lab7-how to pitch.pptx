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1212BC-0E57-CD40-1D5C-2673D375EDC0}" v="879" dt="2025-12-16T20:56:32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861212BC-0E57-CD40-1D5C-2673D375EDC0}"/>
    <pc:docChg chg="addSld modSld addMainMaster delMainMaster">
      <pc:chgData name="Tudor-Alexandru Ileni" userId="S::tudor.ileni@ubbcluj.ro::d7b28f6b-7e8e-48e3-b06b-cc0a244d3028" providerId="AD" clId="Web-{861212BC-0E57-CD40-1D5C-2673D375EDC0}" dt="2025-12-16T20:56:32.391" v="877" actId="20577"/>
      <pc:docMkLst>
        <pc:docMk/>
      </pc:docMkLst>
      <pc:sldChg chg="addSp delSp modSp mod setBg modClrScheme setClrOvrMap chgLayout">
        <pc:chgData name="Tudor-Alexandru Ileni" userId="S::tudor.ileni@ubbcluj.ro::d7b28f6b-7e8e-48e3-b06b-cc0a244d3028" providerId="AD" clId="Web-{861212BC-0E57-CD40-1D5C-2673D375EDC0}" dt="2025-12-16T19:29:53.011" v="9"/>
        <pc:sldMkLst>
          <pc:docMk/>
          <pc:sldMk cId="109857222" sldId="256"/>
        </pc:sldMkLst>
        <pc:spChg chg="mod">
          <ac:chgData name="Tudor-Alexandru Ileni" userId="S::tudor.ileni@ubbcluj.ro::d7b28f6b-7e8e-48e3-b06b-cc0a244d3028" providerId="AD" clId="Web-{861212BC-0E57-CD40-1D5C-2673D375EDC0}" dt="2025-12-16T19:29:53.011" v="9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udor-Alexandru Ileni" userId="S::tudor.ileni@ubbcluj.ro::d7b28f6b-7e8e-48e3-b06b-cc0a244d3028" providerId="AD" clId="Web-{861212BC-0E57-CD40-1D5C-2673D375EDC0}" dt="2025-12-16T19:29:53.011" v="9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Tudor-Alexandru Ileni" userId="S::tudor.ileni@ubbcluj.ro::d7b28f6b-7e8e-48e3-b06b-cc0a244d3028" providerId="AD" clId="Web-{861212BC-0E57-CD40-1D5C-2673D375EDC0}" dt="2025-12-16T19:29:52.902" v="8"/>
          <ac:spMkLst>
            <pc:docMk/>
            <pc:sldMk cId="109857222" sldId="256"/>
            <ac:spMk id="9" creationId="{8E706725-8FC5-BB7A-9D0C-CC094129B91F}"/>
          </ac:spMkLst>
        </pc:spChg>
        <pc:spChg chg="add del">
          <ac:chgData name="Tudor-Alexandru Ileni" userId="S::tudor.ileni@ubbcluj.ro::d7b28f6b-7e8e-48e3-b06b-cc0a244d3028" providerId="AD" clId="Web-{861212BC-0E57-CD40-1D5C-2673D375EDC0}" dt="2025-12-16T19:29:52.902" v="8"/>
          <ac:spMkLst>
            <pc:docMk/>
            <pc:sldMk cId="109857222" sldId="256"/>
            <ac:spMk id="11" creationId="{A9CCD9CD-49AE-3D3E-923B-81ECD3FBF75F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19:29:53.011" v="9"/>
          <ac:spMkLst>
            <pc:docMk/>
            <pc:sldMk cId="109857222" sldId="256"/>
            <ac:spMk id="13" creationId="{B7E2F724-2FB3-4D1D-A730-739B8654C030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19:29:53.011" v="9"/>
          <ac:spMkLst>
            <pc:docMk/>
            <pc:sldMk cId="109857222" sldId="256"/>
            <ac:spMk id="15" creationId="{B2C335F7-F61C-4EB4-80F2-4B1438FE66BB}"/>
          </ac:spMkLst>
        </pc:spChg>
        <pc:picChg chg="add del">
          <ac:chgData name="Tudor-Alexandru Ileni" userId="S::tudor.ileni@ubbcluj.ro::d7b28f6b-7e8e-48e3-b06b-cc0a244d3028" providerId="AD" clId="Web-{861212BC-0E57-CD40-1D5C-2673D375EDC0}" dt="2025-12-16T19:29:52.902" v="8"/>
          <ac:picMkLst>
            <pc:docMk/>
            <pc:sldMk cId="109857222" sldId="256"/>
            <ac:picMk id="4" creationId="{CAE7D3FC-EBD1-4ED3-B2D9-539A753D2490}"/>
          </ac:picMkLst>
        </pc:picChg>
        <pc:picChg chg="add">
          <ac:chgData name="Tudor-Alexandru Ileni" userId="S::tudor.ileni@ubbcluj.ro::d7b28f6b-7e8e-48e3-b06b-cc0a244d3028" providerId="AD" clId="Web-{861212BC-0E57-CD40-1D5C-2673D375EDC0}" dt="2025-12-16T19:29:53.011" v="9"/>
          <ac:picMkLst>
            <pc:docMk/>
            <pc:sldMk cId="109857222" sldId="256"/>
            <ac:picMk id="14" creationId="{4FB56866-EB76-B235-64BC-6F3AF45FC855}"/>
          </ac:picMkLst>
        </pc:picChg>
      </pc:sldChg>
      <pc:sldChg chg="addSp modSp new mod setBg">
        <pc:chgData name="Tudor-Alexandru Ileni" userId="S::tudor.ileni@ubbcluj.ro::d7b28f6b-7e8e-48e3-b06b-cc0a244d3028" providerId="AD" clId="Web-{861212BC-0E57-CD40-1D5C-2673D375EDC0}" dt="2025-12-16T20:20:29.091" v="487" actId="14100"/>
        <pc:sldMkLst>
          <pc:docMk/>
          <pc:sldMk cId="3310996567" sldId="257"/>
        </pc:sldMkLst>
        <pc:spChg chg="mod">
          <ac:chgData name="Tudor-Alexandru Ileni" userId="S::tudor.ileni@ubbcluj.ro::d7b28f6b-7e8e-48e3-b06b-cc0a244d3028" providerId="AD" clId="Web-{861212BC-0E57-CD40-1D5C-2673D375EDC0}" dt="2025-12-16T20:20:29.091" v="487" actId="14100"/>
          <ac:spMkLst>
            <pc:docMk/>
            <pc:sldMk cId="3310996567" sldId="257"/>
            <ac:spMk id="2" creationId="{947151C7-489B-8A32-F1F6-17D0B6E992A3}"/>
          </ac:spMkLst>
        </pc:spChg>
        <pc:spChg chg="mod">
          <ac:chgData name="Tudor-Alexandru Ileni" userId="S::tudor.ileni@ubbcluj.ro::d7b28f6b-7e8e-48e3-b06b-cc0a244d3028" providerId="AD" clId="Web-{861212BC-0E57-CD40-1D5C-2673D375EDC0}" dt="2025-12-16T20:20:26.794" v="483" actId="20577"/>
          <ac:spMkLst>
            <pc:docMk/>
            <pc:sldMk cId="3310996567" sldId="257"/>
            <ac:spMk id="3" creationId="{F837A3A8-5586-C309-D047-EC7E6D37D298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19:39:29.229" v="93"/>
          <ac:spMkLst>
            <pc:docMk/>
            <pc:sldMk cId="3310996567" sldId="257"/>
            <ac:spMk id="10" creationId="{9EE42DCE-4A4F-44C4-84E5-261B3BEEF1DA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19:39:29.229" v="93"/>
          <ac:spMkLst>
            <pc:docMk/>
            <pc:sldMk cId="3310996567" sldId="257"/>
            <ac:spMk id="12" creationId="{887F59F2-5FBC-40CD-AD35-376AECE49EA6}"/>
          </ac:spMkLst>
        </pc:spChg>
        <pc:picChg chg="add">
          <ac:chgData name="Tudor-Alexandru Ileni" userId="S::tudor.ileni@ubbcluj.ro::d7b28f6b-7e8e-48e3-b06b-cc0a244d3028" providerId="AD" clId="Web-{861212BC-0E57-CD40-1D5C-2673D375EDC0}" dt="2025-12-16T19:39:29.229" v="93"/>
          <ac:picMkLst>
            <pc:docMk/>
            <pc:sldMk cId="3310996567" sldId="257"/>
            <ac:picMk id="7" creationId="{D15AA749-D1C6-C147-1D9D-D2C05BC8E25A}"/>
          </ac:picMkLst>
        </pc:picChg>
      </pc:sldChg>
      <pc:sldChg chg="addSp delSp modSp new mod setBg addAnim modAnim">
        <pc:chgData name="Tudor-Alexandru Ileni" userId="S::tudor.ileni@ubbcluj.ro::d7b28f6b-7e8e-48e3-b06b-cc0a244d3028" providerId="AD" clId="Web-{861212BC-0E57-CD40-1D5C-2673D375EDC0}" dt="2025-12-16T20:06:29.606" v="299" actId="20577"/>
        <pc:sldMkLst>
          <pc:docMk/>
          <pc:sldMk cId="3342936323" sldId="258"/>
        </pc:sldMkLst>
        <pc:spChg chg="mod">
          <ac:chgData name="Tudor-Alexandru Ileni" userId="S::tudor.ileni@ubbcluj.ro::d7b28f6b-7e8e-48e3-b06b-cc0a244d3028" providerId="AD" clId="Web-{861212BC-0E57-CD40-1D5C-2673D375EDC0}" dt="2025-12-16T20:06:29.606" v="299" actId="20577"/>
          <ac:spMkLst>
            <pc:docMk/>
            <pc:sldMk cId="3342936323" sldId="258"/>
            <ac:spMk id="2" creationId="{EF65A7AA-8E1B-0C05-34B6-E81E4E32C165}"/>
          </ac:spMkLst>
        </pc:spChg>
        <pc:spChg chg="mod">
          <ac:chgData name="Tudor-Alexandru Ileni" userId="S::tudor.ileni@ubbcluj.ro::d7b28f6b-7e8e-48e3-b06b-cc0a244d3028" providerId="AD" clId="Web-{861212BC-0E57-CD40-1D5C-2673D375EDC0}" dt="2025-12-16T19:59:16.281" v="241"/>
          <ac:spMkLst>
            <pc:docMk/>
            <pc:sldMk cId="3342936323" sldId="258"/>
            <ac:spMk id="3" creationId="{C07F0D05-4119-994C-4910-9BB87A0D8C2E}"/>
          </ac:spMkLst>
        </pc:spChg>
        <pc:spChg chg="add del">
          <ac:chgData name="Tudor-Alexandru Ileni" userId="S::tudor.ileni@ubbcluj.ro::d7b28f6b-7e8e-48e3-b06b-cc0a244d3028" providerId="AD" clId="Web-{861212BC-0E57-CD40-1D5C-2673D375EDC0}" dt="2025-12-16T19:59:16.281" v="240"/>
          <ac:spMkLst>
            <pc:docMk/>
            <pc:sldMk cId="3342936323" sldId="258"/>
            <ac:spMk id="8" creationId="{E1ABDA4C-062F-4E88-A079-2279A6477C12}"/>
          </ac:spMkLst>
        </pc:spChg>
        <pc:spChg chg="add del">
          <ac:chgData name="Tudor-Alexandru Ileni" userId="S::tudor.ileni@ubbcluj.ro::d7b28f6b-7e8e-48e3-b06b-cc0a244d3028" providerId="AD" clId="Web-{861212BC-0E57-CD40-1D5C-2673D375EDC0}" dt="2025-12-16T19:59:16.281" v="240"/>
          <ac:spMkLst>
            <pc:docMk/>
            <pc:sldMk cId="3342936323" sldId="258"/>
            <ac:spMk id="10" creationId="{887F59F2-5FBC-40CD-AD35-376AECE49EA6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19:59:16.281" v="241"/>
          <ac:spMkLst>
            <pc:docMk/>
            <pc:sldMk cId="3342936323" sldId="258"/>
            <ac:spMk id="12" creationId="{A745E793-BC99-8991-71CD-53FFBB6A8F69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19:59:16.281" v="241"/>
          <ac:spMkLst>
            <pc:docMk/>
            <pc:sldMk cId="3342936323" sldId="258"/>
            <ac:spMk id="13" creationId="{4065D9BE-A58D-6E8A-D4A2-5056F3C5E9CA}"/>
          </ac:spMkLst>
        </pc:spChg>
        <pc:picChg chg="add">
          <ac:chgData name="Tudor-Alexandru Ileni" userId="S::tudor.ileni@ubbcluj.ro::d7b28f6b-7e8e-48e3-b06b-cc0a244d3028" providerId="AD" clId="Web-{861212BC-0E57-CD40-1D5C-2673D375EDC0}" dt="2025-12-16T19:59:16.281" v="241"/>
          <ac:picMkLst>
            <pc:docMk/>
            <pc:sldMk cId="3342936323" sldId="258"/>
            <ac:picMk id="7" creationId="{0671BFE7-9820-F1A1-CD00-E6F81C1DEFA5}"/>
          </ac:picMkLst>
        </pc:picChg>
      </pc:sldChg>
      <pc:sldChg chg="addSp modSp new mod setBg addAnim">
        <pc:chgData name="Tudor-Alexandru Ileni" userId="S::tudor.ileni@ubbcluj.ro::d7b28f6b-7e8e-48e3-b06b-cc0a244d3028" providerId="AD" clId="Web-{861212BC-0E57-CD40-1D5C-2673D375EDC0}" dt="2025-12-16T20:40:10.135" v="577" actId="20577"/>
        <pc:sldMkLst>
          <pc:docMk/>
          <pc:sldMk cId="3632806643" sldId="259"/>
        </pc:sldMkLst>
        <pc:spChg chg="mod">
          <ac:chgData name="Tudor-Alexandru Ileni" userId="S::tudor.ileni@ubbcluj.ro::d7b28f6b-7e8e-48e3-b06b-cc0a244d3028" providerId="AD" clId="Web-{861212BC-0E57-CD40-1D5C-2673D375EDC0}" dt="2025-12-16T20:06:31.497" v="300" actId="20577"/>
          <ac:spMkLst>
            <pc:docMk/>
            <pc:sldMk cId="3632806643" sldId="259"/>
            <ac:spMk id="2" creationId="{589B4973-E4D0-1B53-6903-2375EE183061}"/>
          </ac:spMkLst>
        </pc:spChg>
        <pc:spChg chg="mod">
          <ac:chgData name="Tudor-Alexandru Ileni" userId="S::tudor.ileni@ubbcluj.ro::d7b28f6b-7e8e-48e3-b06b-cc0a244d3028" providerId="AD" clId="Web-{861212BC-0E57-CD40-1D5C-2673D375EDC0}" dt="2025-12-16T20:40:10.135" v="577" actId="20577"/>
          <ac:spMkLst>
            <pc:docMk/>
            <pc:sldMk cId="3632806643" sldId="259"/>
            <ac:spMk id="3" creationId="{43049B43-633E-2495-47F5-7AD3380C661A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19:58:40.857" v="237"/>
          <ac:spMkLst>
            <pc:docMk/>
            <pc:sldMk cId="3632806643" sldId="259"/>
            <ac:spMk id="10" creationId="{0EC38958-9A69-239A-BA79-2AEC73345F4B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19:58:40.857" v="237"/>
          <ac:spMkLst>
            <pc:docMk/>
            <pc:sldMk cId="3632806643" sldId="259"/>
            <ac:spMk id="12" creationId="{6EC109E5-0396-8968-4F42-DFEC280363B6}"/>
          </ac:spMkLst>
        </pc:spChg>
        <pc:picChg chg="add">
          <ac:chgData name="Tudor-Alexandru Ileni" userId="S::tudor.ileni@ubbcluj.ro::d7b28f6b-7e8e-48e3-b06b-cc0a244d3028" providerId="AD" clId="Web-{861212BC-0E57-CD40-1D5C-2673D375EDC0}" dt="2025-12-16T19:58:40.857" v="237"/>
          <ac:picMkLst>
            <pc:docMk/>
            <pc:sldMk cId="3632806643" sldId="259"/>
            <ac:picMk id="7" creationId="{BC75D776-F2FB-C9A5-1F15-A825DCFF41BA}"/>
          </ac:picMkLst>
        </pc:picChg>
      </pc:sldChg>
      <pc:sldChg chg="addSp modSp new mod setBg addAnim">
        <pc:chgData name="Tudor-Alexandru Ileni" userId="S::tudor.ileni@ubbcluj.ro::d7b28f6b-7e8e-48e3-b06b-cc0a244d3028" providerId="AD" clId="Web-{861212BC-0E57-CD40-1D5C-2673D375EDC0}" dt="2025-12-16T20:06:33.309" v="301" actId="20577"/>
        <pc:sldMkLst>
          <pc:docMk/>
          <pc:sldMk cId="4133420496" sldId="260"/>
        </pc:sldMkLst>
        <pc:spChg chg="mod">
          <ac:chgData name="Tudor-Alexandru Ileni" userId="S::tudor.ileni@ubbcluj.ro::d7b28f6b-7e8e-48e3-b06b-cc0a244d3028" providerId="AD" clId="Web-{861212BC-0E57-CD40-1D5C-2673D375EDC0}" dt="2025-12-16T20:06:33.309" v="301" actId="20577"/>
          <ac:spMkLst>
            <pc:docMk/>
            <pc:sldMk cId="4133420496" sldId="260"/>
            <ac:spMk id="2" creationId="{285751E2-EC16-4BE7-A8F7-6A079ADC9E1A}"/>
          </ac:spMkLst>
        </pc:spChg>
        <pc:spChg chg="mod">
          <ac:chgData name="Tudor-Alexandru Ileni" userId="S::tudor.ileni@ubbcluj.ro::d7b28f6b-7e8e-48e3-b06b-cc0a244d3028" providerId="AD" clId="Web-{861212BC-0E57-CD40-1D5C-2673D375EDC0}" dt="2025-12-16T20:02:47.195" v="255"/>
          <ac:spMkLst>
            <pc:docMk/>
            <pc:sldMk cId="4133420496" sldId="260"/>
            <ac:spMk id="3" creationId="{058F6B46-487C-36C5-1DEC-B0A84DB920EF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02:47.195" v="255"/>
          <ac:spMkLst>
            <pc:docMk/>
            <pc:sldMk cId="4133420496" sldId="260"/>
            <ac:spMk id="10" creationId="{9EE42DCE-4A4F-44C4-84E5-261B3BEEF1DA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02:47.195" v="255"/>
          <ac:spMkLst>
            <pc:docMk/>
            <pc:sldMk cId="4133420496" sldId="260"/>
            <ac:spMk id="12" creationId="{887F59F2-5FBC-40CD-AD35-376AECE49EA6}"/>
          </ac:spMkLst>
        </pc:spChg>
        <pc:picChg chg="add">
          <ac:chgData name="Tudor-Alexandru Ileni" userId="S::tudor.ileni@ubbcluj.ro::d7b28f6b-7e8e-48e3-b06b-cc0a244d3028" providerId="AD" clId="Web-{861212BC-0E57-CD40-1D5C-2673D375EDC0}" dt="2025-12-16T20:02:47.195" v="255"/>
          <ac:picMkLst>
            <pc:docMk/>
            <pc:sldMk cId="4133420496" sldId="260"/>
            <ac:picMk id="7" creationId="{527F68D3-54A6-FC2C-083C-540AE79FB535}"/>
          </ac:picMkLst>
        </pc:picChg>
      </pc:sldChg>
      <pc:sldChg chg="addSp modSp new mod setBg addAnim">
        <pc:chgData name="Tudor-Alexandru Ileni" userId="S::tudor.ileni@ubbcluj.ro::d7b28f6b-7e8e-48e3-b06b-cc0a244d3028" providerId="AD" clId="Web-{861212BC-0E57-CD40-1D5C-2673D375EDC0}" dt="2025-12-16T20:40:24.432" v="578" actId="20577"/>
        <pc:sldMkLst>
          <pc:docMk/>
          <pc:sldMk cId="1250115896" sldId="261"/>
        </pc:sldMkLst>
        <pc:spChg chg="mod">
          <ac:chgData name="Tudor-Alexandru Ileni" userId="S::tudor.ileni@ubbcluj.ro::d7b28f6b-7e8e-48e3-b06b-cc0a244d3028" providerId="AD" clId="Web-{861212BC-0E57-CD40-1D5C-2673D375EDC0}" dt="2025-12-16T20:06:35.638" v="302" actId="20577"/>
          <ac:spMkLst>
            <pc:docMk/>
            <pc:sldMk cId="1250115896" sldId="261"/>
            <ac:spMk id="2" creationId="{5B9F331F-3F47-360A-97BD-7718B6AAE085}"/>
          </ac:spMkLst>
        </pc:spChg>
        <pc:spChg chg="mod">
          <ac:chgData name="Tudor-Alexandru Ileni" userId="S::tudor.ileni@ubbcluj.ro::d7b28f6b-7e8e-48e3-b06b-cc0a244d3028" providerId="AD" clId="Web-{861212BC-0E57-CD40-1D5C-2673D375EDC0}" dt="2025-12-16T20:40:24.432" v="578" actId="20577"/>
          <ac:spMkLst>
            <pc:docMk/>
            <pc:sldMk cId="1250115896" sldId="261"/>
            <ac:spMk id="3" creationId="{F70AEA6D-2C64-BC93-857D-79F41DE4B876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04:15.385" v="277"/>
          <ac:spMkLst>
            <pc:docMk/>
            <pc:sldMk cId="1250115896" sldId="261"/>
            <ac:spMk id="8" creationId="{EEF92585-7A99-6108-9663-8C59032742EC}"/>
          </ac:spMkLst>
        </pc:spChg>
      </pc:sldChg>
      <pc:sldChg chg="addSp modSp new mod setBg addAnim modAnim">
        <pc:chgData name="Tudor-Alexandru Ileni" userId="S::tudor.ileni@ubbcluj.ro::d7b28f6b-7e8e-48e3-b06b-cc0a244d3028" providerId="AD" clId="Web-{861212BC-0E57-CD40-1D5C-2673D375EDC0}" dt="2025-12-16T20:13:57.901" v="364" actId="20577"/>
        <pc:sldMkLst>
          <pc:docMk/>
          <pc:sldMk cId="1655885772" sldId="262"/>
        </pc:sldMkLst>
        <pc:spChg chg="mod">
          <ac:chgData name="Tudor-Alexandru Ileni" userId="S::tudor.ileni@ubbcluj.ro::d7b28f6b-7e8e-48e3-b06b-cc0a244d3028" providerId="AD" clId="Web-{861212BC-0E57-CD40-1D5C-2673D375EDC0}" dt="2025-12-16T20:13:07.459" v="348"/>
          <ac:spMkLst>
            <pc:docMk/>
            <pc:sldMk cId="1655885772" sldId="262"/>
            <ac:spMk id="2" creationId="{CEBBD48C-0A21-57D8-C84C-33712C80158B}"/>
          </ac:spMkLst>
        </pc:spChg>
        <pc:spChg chg="mod">
          <ac:chgData name="Tudor-Alexandru Ileni" userId="S::tudor.ileni@ubbcluj.ro::d7b28f6b-7e8e-48e3-b06b-cc0a244d3028" providerId="AD" clId="Web-{861212BC-0E57-CD40-1D5C-2673D375EDC0}" dt="2025-12-16T20:13:57.901" v="364" actId="20577"/>
          <ac:spMkLst>
            <pc:docMk/>
            <pc:sldMk cId="1655885772" sldId="262"/>
            <ac:spMk id="3" creationId="{AB659272-EEDA-49D6-8540-C59971976BB9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13:07.459" v="348"/>
          <ac:spMkLst>
            <pc:docMk/>
            <pc:sldMk cId="1655885772" sldId="262"/>
            <ac:spMk id="9" creationId="{9EE42DCE-4A4F-44C4-84E5-261B3BEEF1DA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13:07.459" v="348"/>
          <ac:spMkLst>
            <pc:docMk/>
            <pc:sldMk cId="1655885772" sldId="262"/>
            <ac:spMk id="11" creationId="{887F59F2-5FBC-40CD-AD35-376AECE49EA6}"/>
          </ac:spMkLst>
        </pc:spChg>
        <pc:picChg chg="add mod">
          <ac:chgData name="Tudor-Alexandru Ileni" userId="S::tudor.ileni@ubbcluj.ro::d7b28f6b-7e8e-48e3-b06b-cc0a244d3028" providerId="AD" clId="Web-{861212BC-0E57-CD40-1D5C-2673D375EDC0}" dt="2025-12-16T20:13:07.459" v="348"/>
          <ac:picMkLst>
            <pc:docMk/>
            <pc:sldMk cId="1655885772" sldId="262"/>
            <ac:picMk id="4" creationId="{A07D3CFB-A9A2-A01C-D9B3-A09B66F3F709}"/>
          </ac:picMkLst>
        </pc:picChg>
      </pc:sldChg>
      <pc:sldChg chg="addSp modSp new mod setBg">
        <pc:chgData name="Tudor-Alexandru Ileni" userId="S::tudor.ileni@ubbcluj.ro::d7b28f6b-7e8e-48e3-b06b-cc0a244d3028" providerId="AD" clId="Web-{861212BC-0E57-CD40-1D5C-2673D375EDC0}" dt="2025-12-16T20:17:12.225" v="416" actId="20577"/>
        <pc:sldMkLst>
          <pc:docMk/>
          <pc:sldMk cId="683203518" sldId="263"/>
        </pc:sldMkLst>
        <pc:spChg chg="mod">
          <ac:chgData name="Tudor-Alexandru Ileni" userId="S::tudor.ileni@ubbcluj.ro::d7b28f6b-7e8e-48e3-b06b-cc0a244d3028" providerId="AD" clId="Web-{861212BC-0E57-CD40-1D5C-2673D375EDC0}" dt="2025-12-16T20:17:12.225" v="416" actId="20577"/>
          <ac:spMkLst>
            <pc:docMk/>
            <pc:sldMk cId="683203518" sldId="263"/>
            <ac:spMk id="2" creationId="{08086B4F-56C6-422D-FE88-01B12544F2B0}"/>
          </ac:spMkLst>
        </pc:spChg>
        <pc:spChg chg="mod">
          <ac:chgData name="Tudor-Alexandru Ileni" userId="S::tudor.ileni@ubbcluj.ro::d7b28f6b-7e8e-48e3-b06b-cc0a244d3028" providerId="AD" clId="Web-{861212BC-0E57-CD40-1D5C-2673D375EDC0}" dt="2025-12-16T20:17:03.084" v="413"/>
          <ac:spMkLst>
            <pc:docMk/>
            <pc:sldMk cId="683203518" sldId="263"/>
            <ac:spMk id="3" creationId="{992B8209-3B0E-C058-96DD-367335A47A62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17:03.084" v="413"/>
          <ac:spMkLst>
            <pc:docMk/>
            <pc:sldMk cId="683203518" sldId="263"/>
            <ac:spMk id="10" creationId="{4065D9BE-A58D-6E8A-D4A2-5056F3C5E9CA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17:03.084" v="413"/>
          <ac:spMkLst>
            <pc:docMk/>
            <pc:sldMk cId="683203518" sldId="263"/>
            <ac:spMk id="12" creationId="{A745E793-BC99-8991-71CD-53FFBB6A8F69}"/>
          </ac:spMkLst>
        </pc:spChg>
        <pc:picChg chg="add">
          <ac:chgData name="Tudor-Alexandru Ileni" userId="S::tudor.ileni@ubbcluj.ro::d7b28f6b-7e8e-48e3-b06b-cc0a244d3028" providerId="AD" clId="Web-{861212BC-0E57-CD40-1D5C-2673D375EDC0}" dt="2025-12-16T20:17:03.084" v="413"/>
          <ac:picMkLst>
            <pc:docMk/>
            <pc:sldMk cId="683203518" sldId="263"/>
            <ac:picMk id="7" creationId="{E1B35F8E-DEAA-DE49-B694-8EB243D260CF}"/>
          </ac:picMkLst>
        </pc:picChg>
      </pc:sldChg>
      <pc:sldChg chg="addSp modSp new mod setBg addAnim">
        <pc:chgData name="Tudor-Alexandru Ileni" userId="S::tudor.ileni@ubbcluj.ro::d7b28f6b-7e8e-48e3-b06b-cc0a244d3028" providerId="AD" clId="Web-{861212BC-0E57-CD40-1D5C-2673D375EDC0}" dt="2025-12-16T20:39:15.602" v="575" actId="20577"/>
        <pc:sldMkLst>
          <pc:docMk/>
          <pc:sldMk cId="1472373373" sldId="264"/>
        </pc:sldMkLst>
        <pc:spChg chg="mod">
          <ac:chgData name="Tudor-Alexandru Ileni" userId="S::tudor.ileni@ubbcluj.ro::d7b28f6b-7e8e-48e3-b06b-cc0a244d3028" providerId="AD" clId="Web-{861212BC-0E57-CD40-1D5C-2673D375EDC0}" dt="2025-12-16T20:35:53.519" v="572"/>
          <ac:spMkLst>
            <pc:docMk/>
            <pc:sldMk cId="1472373373" sldId="264"/>
            <ac:spMk id="2" creationId="{4AA86789-4CF3-2F07-5E6D-8316A967EF53}"/>
          </ac:spMkLst>
        </pc:spChg>
        <pc:spChg chg="mod">
          <ac:chgData name="Tudor-Alexandru Ileni" userId="S::tudor.ileni@ubbcluj.ro::d7b28f6b-7e8e-48e3-b06b-cc0a244d3028" providerId="AD" clId="Web-{861212BC-0E57-CD40-1D5C-2673D375EDC0}" dt="2025-12-16T20:39:15.602" v="575" actId="20577"/>
          <ac:spMkLst>
            <pc:docMk/>
            <pc:sldMk cId="1472373373" sldId="264"/>
            <ac:spMk id="3" creationId="{7E58845F-B060-A217-EBC4-51EBDCD31963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35:53.519" v="572"/>
          <ac:spMkLst>
            <pc:docMk/>
            <pc:sldMk cId="1472373373" sldId="264"/>
            <ac:spMk id="10" creationId="{9E10BDB4-64F2-477D-A03B-9F8352D5E02E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35:53.519" v="572"/>
          <ac:spMkLst>
            <pc:docMk/>
            <pc:sldMk cId="1472373373" sldId="264"/>
            <ac:spMk id="12" creationId="{887F59F2-5FBC-40CD-AD35-376AECE49EA6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35:53.519" v="572"/>
          <ac:spMkLst>
            <pc:docMk/>
            <pc:sldMk cId="1472373373" sldId="264"/>
            <ac:spMk id="14" creationId="{759AF1ED-B4DF-4FC4-0966-1A758E6CA912}"/>
          </ac:spMkLst>
        </pc:spChg>
        <pc:picChg chg="add">
          <ac:chgData name="Tudor-Alexandru Ileni" userId="S::tudor.ileni@ubbcluj.ro::d7b28f6b-7e8e-48e3-b06b-cc0a244d3028" providerId="AD" clId="Web-{861212BC-0E57-CD40-1D5C-2673D375EDC0}" dt="2025-12-16T20:35:53.519" v="572"/>
          <ac:picMkLst>
            <pc:docMk/>
            <pc:sldMk cId="1472373373" sldId="264"/>
            <ac:picMk id="7" creationId="{A61DB955-F062-B3D0-D92D-F61F11FA4ED9}"/>
          </ac:picMkLst>
        </pc:picChg>
      </pc:sldChg>
      <pc:sldChg chg="addSp delSp modSp new mod setBg">
        <pc:chgData name="Tudor-Alexandru Ileni" userId="S::tudor.ileni@ubbcluj.ro::d7b28f6b-7e8e-48e3-b06b-cc0a244d3028" providerId="AD" clId="Web-{861212BC-0E57-CD40-1D5C-2673D375EDC0}" dt="2025-12-16T20:35:32.940" v="571" actId="14100"/>
        <pc:sldMkLst>
          <pc:docMk/>
          <pc:sldMk cId="2998499369" sldId="265"/>
        </pc:sldMkLst>
        <pc:spChg chg="mod">
          <ac:chgData name="Tudor-Alexandru Ileni" userId="S::tudor.ileni@ubbcluj.ro::d7b28f6b-7e8e-48e3-b06b-cc0a244d3028" providerId="AD" clId="Web-{861212BC-0E57-CD40-1D5C-2673D375EDC0}" dt="2025-12-16T20:35:32.940" v="571" actId="14100"/>
          <ac:spMkLst>
            <pc:docMk/>
            <pc:sldMk cId="2998499369" sldId="265"/>
            <ac:spMk id="2" creationId="{10C5A57D-756E-12FD-AF08-6D65FBBE3CFD}"/>
          </ac:spMkLst>
        </pc:spChg>
        <pc:spChg chg="del">
          <ac:chgData name="Tudor-Alexandru Ileni" userId="S::tudor.ileni@ubbcluj.ro::d7b28f6b-7e8e-48e3-b06b-cc0a244d3028" providerId="AD" clId="Web-{861212BC-0E57-CD40-1D5C-2673D375EDC0}" dt="2025-12-16T20:35:26.627" v="567"/>
          <ac:spMkLst>
            <pc:docMk/>
            <pc:sldMk cId="2998499369" sldId="265"/>
            <ac:spMk id="3" creationId="{C674593D-7C97-BBA6-912A-019EE834D9F1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35:26.627" v="567"/>
          <ac:spMkLst>
            <pc:docMk/>
            <pc:sldMk cId="2998499369" sldId="265"/>
            <ac:spMk id="10" creationId="{774A975B-A886-5202-0489-6965514A0D14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35:26.627" v="567"/>
          <ac:spMkLst>
            <pc:docMk/>
            <pc:sldMk cId="2998499369" sldId="265"/>
            <ac:spMk id="12" creationId="{EA67E988-5919-57BB-C7DE-D3EAD38A3045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35:26.627" v="567"/>
          <ac:spMkLst>
            <pc:docMk/>
            <pc:sldMk cId="2998499369" sldId="265"/>
            <ac:spMk id="14" creationId="{FAF3766F-DEF3-4802-BB0D-7A18EDD9704F}"/>
          </ac:spMkLst>
        </pc:spChg>
        <pc:spChg chg="add">
          <ac:chgData name="Tudor-Alexandru Ileni" userId="S::tudor.ileni@ubbcluj.ro::d7b28f6b-7e8e-48e3-b06b-cc0a244d3028" providerId="AD" clId="Web-{861212BC-0E57-CD40-1D5C-2673D375EDC0}" dt="2025-12-16T20:35:26.627" v="567"/>
          <ac:spMkLst>
            <pc:docMk/>
            <pc:sldMk cId="2998499369" sldId="265"/>
            <ac:spMk id="16" creationId="{81F0C179-4DBF-6AB9-CD0B-9224A0C885A4}"/>
          </ac:spMkLst>
        </pc:spChg>
        <pc:picChg chg="add">
          <ac:chgData name="Tudor-Alexandru Ileni" userId="S::tudor.ileni@ubbcluj.ro::d7b28f6b-7e8e-48e3-b06b-cc0a244d3028" providerId="AD" clId="Web-{861212BC-0E57-CD40-1D5C-2673D375EDC0}" dt="2025-12-16T20:35:26.627" v="567"/>
          <ac:picMkLst>
            <pc:docMk/>
            <pc:sldMk cId="2998499369" sldId="265"/>
            <ac:picMk id="7" creationId="{A8BDB34E-7DCD-BA22-4053-D4E33B188F58}"/>
          </ac:picMkLst>
        </pc:picChg>
      </pc:sldChg>
      <pc:sldChg chg="modSp new">
        <pc:chgData name="Tudor-Alexandru Ileni" userId="S::tudor.ileni@ubbcluj.ro::d7b28f6b-7e8e-48e3-b06b-cc0a244d3028" providerId="AD" clId="Web-{861212BC-0E57-CD40-1D5C-2673D375EDC0}" dt="2025-12-16T20:55:56.312" v="867" actId="20577"/>
        <pc:sldMkLst>
          <pc:docMk/>
          <pc:sldMk cId="360586586" sldId="266"/>
        </pc:sldMkLst>
        <pc:spChg chg="mod">
          <ac:chgData name="Tudor-Alexandru Ileni" userId="S::tudor.ileni@ubbcluj.ro::d7b28f6b-7e8e-48e3-b06b-cc0a244d3028" providerId="AD" clId="Web-{861212BC-0E57-CD40-1D5C-2673D375EDC0}" dt="2025-12-16T20:42:49.919" v="581" actId="20577"/>
          <ac:spMkLst>
            <pc:docMk/>
            <pc:sldMk cId="360586586" sldId="266"/>
            <ac:spMk id="2" creationId="{919564AD-1B22-AF77-11C5-F2AA33029208}"/>
          </ac:spMkLst>
        </pc:spChg>
        <pc:spChg chg="mod">
          <ac:chgData name="Tudor-Alexandru Ileni" userId="S::tudor.ileni@ubbcluj.ro::d7b28f6b-7e8e-48e3-b06b-cc0a244d3028" providerId="AD" clId="Web-{861212BC-0E57-CD40-1D5C-2673D375EDC0}" dt="2025-12-16T20:55:56.312" v="867" actId="20577"/>
          <ac:spMkLst>
            <pc:docMk/>
            <pc:sldMk cId="360586586" sldId="266"/>
            <ac:spMk id="3" creationId="{83245B3C-0D27-D098-22F3-55D0E863AEC3}"/>
          </ac:spMkLst>
        </pc:spChg>
      </pc:sldChg>
      <pc:sldChg chg="modSp new">
        <pc:chgData name="Tudor-Alexandru Ileni" userId="S::tudor.ileni@ubbcluj.ro::d7b28f6b-7e8e-48e3-b06b-cc0a244d3028" providerId="AD" clId="Web-{861212BC-0E57-CD40-1D5C-2673D375EDC0}" dt="2025-12-16T20:56:32.391" v="877" actId="20577"/>
        <pc:sldMkLst>
          <pc:docMk/>
          <pc:sldMk cId="4115684102" sldId="267"/>
        </pc:sldMkLst>
        <pc:spChg chg="mod">
          <ac:chgData name="Tudor-Alexandru Ileni" userId="S::tudor.ileni@ubbcluj.ro::d7b28f6b-7e8e-48e3-b06b-cc0a244d3028" providerId="AD" clId="Web-{861212BC-0E57-CD40-1D5C-2673D375EDC0}" dt="2025-12-16T20:56:27.953" v="875" actId="20577"/>
          <ac:spMkLst>
            <pc:docMk/>
            <pc:sldMk cId="4115684102" sldId="267"/>
            <ac:spMk id="2" creationId="{17AC01F9-D1C3-E0B4-F2DE-67CFDA9C96C7}"/>
          </ac:spMkLst>
        </pc:spChg>
        <pc:spChg chg="mod">
          <ac:chgData name="Tudor-Alexandru Ileni" userId="S::tudor.ileni@ubbcluj.ro::d7b28f6b-7e8e-48e3-b06b-cc0a244d3028" providerId="AD" clId="Web-{861212BC-0E57-CD40-1D5C-2673D375EDC0}" dt="2025-12-16T20:56:32.391" v="877" actId="20577"/>
          <ac:spMkLst>
            <pc:docMk/>
            <pc:sldMk cId="4115684102" sldId="267"/>
            <ac:spMk id="3" creationId="{7843792A-F141-1570-B71E-7F1D26027B69}"/>
          </ac:spMkLst>
        </pc:spChg>
      </pc:sldChg>
      <pc:sldMasterChg chg="add del addSldLayout delSldLayout">
        <pc:chgData name="Tudor-Alexandru Ileni" userId="S::tudor.ileni@ubbcluj.ro::d7b28f6b-7e8e-48e3-b06b-cc0a244d3028" providerId="AD" clId="Web-{861212BC-0E57-CD40-1D5C-2673D375EDC0}" dt="2025-12-16T19:29:53.011" v="9"/>
        <pc:sldMasterMkLst>
          <pc:docMk/>
          <pc:sldMasterMk cId="2460954070" sldId="2147483660"/>
        </pc:sldMasterMkLst>
        <pc:sldLayoutChg chg="add del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Tudor-Alexandru Ileni" userId="S::tudor.ileni@ubbcluj.ro::d7b28f6b-7e8e-48e3-b06b-cc0a244d3028" providerId="AD" clId="Web-{861212BC-0E57-CD40-1D5C-2673D375EDC0}" dt="2025-12-16T19:29:52.902" v="8"/>
        <pc:sldMasterMkLst>
          <pc:docMk/>
          <pc:sldMasterMk cId="1476904659" sldId="2147483672"/>
        </pc:sldMasterMkLst>
        <pc:sldLayoutChg chg="add del">
          <pc:chgData name="Tudor-Alexandru Ileni" userId="S::tudor.ileni@ubbcluj.ro::d7b28f6b-7e8e-48e3-b06b-cc0a244d3028" providerId="AD" clId="Web-{861212BC-0E57-CD40-1D5C-2673D375EDC0}" dt="2025-12-16T19:29:52.902" v="8"/>
          <pc:sldLayoutMkLst>
            <pc:docMk/>
            <pc:sldMasterMk cId="1476904659" sldId="2147483672"/>
            <pc:sldLayoutMk cId="3165131632" sldId="2147483673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2.902" v="8"/>
          <pc:sldLayoutMkLst>
            <pc:docMk/>
            <pc:sldMasterMk cId="1476904659" sldId="2147483672"/>
            <pc:sldLayoutMk cId="2863254241" sldId="2147483674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2.902" v="8"/>
          <pc:sldLayoutMkLst>
            <pc:docMk/>
            <pc:sldMasterMk cId="1476904659" sldId="2147483672"/>
            <pc:sldLayoutMk cId="3917365542" sldId="2147483675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2.902" v="8"/>
          <pc:sldLayoutMkLst>
            <pc:docMk/>
            <pc:sldMasterMk cId="1476904659" sldId="2147483672"/>
            <pc:sldLayoutMk cId="474048440" sldId="2147483676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2.902" v="8"/>
          <pc:sldLayoutMkLst>
            <pc:docMk/>
            <pc:sldMasterMk cId="1476904659" sldId="2147483672"/>
            <pc:sldLayoutMk cId="895597354" sldId="2147483677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2.902" v="8"/>
          <pc:sldLayoutMkLst>
            <pc:docMk/>
            <pc:sldMasterMk cId="1476904659" sldId="2147483672"/>
            <pc:sldLayoutMk cId="3938356549" sldId="2147483678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2.902" v="8"/>
          <pc:sldLayoutMkLst>
            <pc:docMk/>
            <pc:sldMasterMk cId="1476904659" sldId="2147483672"/>
            <pc:sldLayoutMk cId="3221163380" sldId="2147483679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2.902" v="8"/>
          <pc:sldLayoutMkLst>
            <pc:docMk/>
            <pc:sldMasterMk cId="1476904659" sldId="2147483672"/>
            <pc:sldLayoutMk cId="737610589" sldId="2147483680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2.902" v="8"/>
          <pc:sldLayoutMkLst>
            <pc:docMk/>
            <pc:sldMasterMk cId="1476904659" sldId="2147483672"/>
            <pc:sldLayoutMk cId="175714921" sldId="2147483681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2.902" v="8"/>
          <pc:sldLayoutMkLst>
            <pc:docMk/>
            <pc:sldMasterMk cId="1476904659" sldId="2147483672"/>
            <pc:sldLayoutMk cId="3129816979" sldId="2147483682"/>
          </pc:sldLayoutMkLst>
        </pc:sldLayoutChg>
        <pc:sldLayoutChg chg="add del">
          <pc:chgData name="Tudor-Alexandru Ileni" userId="S::tudor.ileni@ubbcluj.ro::d7b28f6b-7e8e-48e3-b06b-cc0a244d3028" providerId="AD" clId="Web-{861212BC-0E57-CD40-1D5C-2673D375EDC0}" dt="2025-12-16T19:29:52.902" v="8"/>
          <pc:sldLayoutMkLst>
            <pc:docMk/>
            <pc:sldMasterMk cId="1476904659" sldId="2147483672"/>
            <pc:sldLayoutMk cId="184745481" sldId="2147483683"/>
          </pc:sldLayoutMkLst>
        </pc:sldLayoutChg>
      </pc:sldMasterChg>
      <pc:sldMasterChg chg="add addSldLayout">
        <pc:chgData name="Tudor-Alexandru Ileni" userId="S::tudor.ileni@ubbcluj.ro::d7b28f6b-7e8e-48e3-b06b-cc0a244d3028" providerId="AD" clId="Web-{861212BC-0E57-CD40-1D5C-2673D375EDC0}" dt="2025-12-16T19:29:53.011" v="9"/>
        <pc:sldMasterMkLst>
          <pc:docMk/>
          <pc:sldMasterMk cId="1142720467" sldId="2147483695"/>
        </pc:sldMasterMkLst>
        <pc:sldLayoutChg chg="add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1142720467" sldId="2147483695"/>
            <pc:sldLayoutMk cId="1919624202" sldId="2147483684"/>
          </pc:sldLayoutMkLst>
        </pc:sldLayoutChg>
        <pc:sldLayoutChg chg="add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1142720467" sldId="2147483695"/>
            <pc:sldLayoutMk cId="3539099906" sldId="2147483685"/>
          </pc:sldLayoutMkLst>
        </pc:sldLayoutChg>
        <pc:sldLayoutChg chg="add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1142720467" sldId="2147483695"/>
            <pc:sldLayoutMk cId="3996127004" sldId="2147483686"/>
          </pc:sldLayoutMkLst>
        </pc:sldLayoutChg>
        <pc:sldLayoutChg chg="add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1142720467" sldId="2147483695"/>
            <pc:sldLayoutMk cId="3035552282" sldId="2147483687"/>
          </pc:sldLayoutMkLst>
        </pc:sldLayoutChg>
        <pc:sldLayoutChg chg="add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1142720467" sldId="2147483695"/>
            <pc:sldLayoutMk cId="2775144521" sldId="2147483688"/>
          </pc:sldLayoutMkLst>
        </pc:sldLayoutChg>
        <pc:sldLayoutChg chg="add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1142720467" sldId="2147483695"/>
            <pc:sldLayoutMk cId="3164400454" sldId="2147483689"/>
          </pc:sldLayoutMkLst>
        </pc:sldLayoutChg>
        <pc:sldLayoutChg chg="add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1142720467" sldId="2147483695"/>
            <pc:sldLayoutMk cId="1376263470" sldId="2147483690"/>
          </pc:sldLayoutMkLst>
        </pc:sldLayoutChg>
        <pc:sldLayoutChg chg="add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1142720467" sldId="2147483695"/>
            <pc:sldLayoutMk cId="2155693148" sldId="2147483691"/>
          </pc:sldLayoutMkLst>
        </pc:sldLayoutChg>
        <pc:sldLayoutChg chg="add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1142720467" sldId="2147483695"/>
            <pc:sldLayoutMk cId="3294082155" sldId="2147483692"/>
          </pc:sldLayoutMkLst>
        </pc:sldLayoutChg>
        <pc:sldLayoutChg chg="add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1142720467" sldId="2147483695"/>
            <pc:sldLayoutMk cId="3513201408" sldId="2147483693"/>
          </pc:sldLayoutMkLst>
        </pc:sldLayoutChg>
        <pc:sldLayoutChg chg="add">
          <pc:chgData name="Tudor-Alexandru Ileni" userId="S::tudor.ileni@ubbcluj.ro::d7b28f6b-7e8e-48e3-b06b-cc0a244d3028" providerId="AD" clId="Web-{861212BC-0E57-CD40-1D5C-2673D375EDC0}" dt="2025-12-16T19:29:53.011" v="9"/>
          <pc:sldLayoutMkLst>
            <pc:docMk/>
            <pc:sldMasterMk cId="1142720467" sldId="2147483695"/>
            <pc:sldLayoutMk cId="3920939886" sldId="214748369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6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93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8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0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3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44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2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99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2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5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0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2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Golf ball near cup on putting green outdoors">
            <a:extLst>
              <a:ext uri="{FF2B5EF4-FFF2-40B4-BE49-F238E27FC236}">
                <a16:creationId xmlns:a16="http://schemas.microsoft.com/office/drawing/2014/main" id="{4FB56866-EB76-B235-64BC-6F3AF45FC8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4783" r="-2" b="820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How to pitch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Tech lab 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A86789-4CF3-2F07-5E6D-8316A967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72584" cy="1783080"/>
          </a:xfrm>
        </p:spPr>
        <p:txBody>
          <a:bodyPr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Code is Silent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7258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9AF1ED-B4DF-4FC4-0966-1A758E6C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5582" y="611650"/>
            <a:ext cx="58338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Laptop">
            <a:extLst>
              <a:ext uri="{FF2B5EF4-FFF2-40B4-BE49-F238E27FC236}">
                <a16:creationId xmlns:a16="http://schemas.microsoft.com/office/drawing/2014/main" id="{A61DB955-F062-B3D0-D92D-F61F11FA4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3152503"/>
            <a:ext cx="3193501" cy="31935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8845F-B060-A217-EBC4-51EBDCD31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856" y="2770632"/>
            <a:ext cx="5844032" cy="35854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"Great tech failing due to bad communication"</a:t>
            </a:r>
            <a:endParaRPr lang="en-US" dirty="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Give your code a voice so it doesn't die on your laptop.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7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151C7-489B-8A32-F1F6-17D0B6E9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115048" cy="1463040"/>
          </a:xfrm>
        </p:spPr>
        <p:txBody>
          <a:bodyPr>
            <a:normAutofit/>
          </a:bodyPr>
          <a:lstStyle/>
          <a:p>
            <a:r>
              <a:rPr lang="en-GB" b="0" dirty="0">
                <a:latin typeface="Calibri Light"/>
                <a:ea typeface="Calibri Light"/>
                <a:cs typeface="Calibri Light"/>
              </a:rPr>
              <a:t>Pitch Deck. </a:t>
            </a:r>
            <a:br>
              <a:rPr lang="en-GB" b="0" dirty="0">
                <a:latin typeface="Calibri Light"/>
                <a:ea typeface="Calibri Light"/>
                <a:cs typeface="Calibri Light"/>
              </a:rPr>
            </a:br>
            <a:r>
              <a:rPr lang="en-GB" b="0" dirty="0">
                <a:latin typeface="Calibri Light"/>
                <a:ea typeface="Calibri Light"/>
                <a:cs typeface="Calibri Light"/>
              </a:rPr>
              <a:t>Slides for 6 minutes (example)</a:t>
            </a:r>
            <a:endParaRPr lang="en-US" b="0" dirty="0">
              <a:latin typeface="Calibri Light"/>
              <a:ea typeface="Calibri Light"/>
              <a:cs typeface="Calibri Light"/>
            </a:endParaRP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7A3A8-5586-C309-D047-EC7E6D37D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dirty="0">
                <a:latin typeface="Calibri"/>
                <a:ea typeface="Calibri"/>
                <a:cs typeface="Calibri"/>
              </a:rPr>
              <a:t>The problem/solution (30s)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r>
              <a:rPr lang="en-GB" sz="2000" dirty="0">
                <a:latin typeface="Calibri"/>
                <a:ea typeface="Calibri"/>
                <a:cs typeface="Calibri"/>
              </a:rPr>
              <a:t>Business details (2mins):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latin typeface="Calibri"/>
                <a:ea typeface="Calibri"/>
                <a:cs typeface="Calibri"/>
              </a:rPr>
              <a:t>Market description, </a:t>
            </a:r>
            <a:r>
              <a:rPr lang="en-GB" sz="1800" dirty="0">
                <a:latin typeface="Calibri"/>
                <a:ea typeface="+mn-lt"/>
                <a:cs typeface="+mn-lt"/>
              </a:rPr>
              <a:t>Industry and competitiveness analysis</a:t>
            </a:r>
            <a:endParaRPr lang="en-GB" sz="18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latin typeface="Calibri"/>
                <a:ea typeface="+mn-lt"/>
                <a:cs typeface="+mn-lt"/>
              </a:rPr>
              <a:t>Value proposition, Business model</a:t>
            </a:r>
            <a:endParaRPr lang="en-GB" sz="1800" dirty="0">
              <a:latin typeface="Calibri"/>
              <a:ea typeface="Calibri"/>
              <a:cs typeface="Calibri"/>
            </a:endParaRPr>
          </a:p>
          <a:p>
            <a:r>
              <a:rPr lang="en-GB" sz="2000" dirty="0">
                <a:latin typeface="Calibri"/>
                <a:ea typeface="+mn-lt"/>
                <a:cs typeface="+mn-lt"/>
              </a:rPr>
              <a:t>The AI Approach</a:t>
            </a:r>
            <a:r>
              <a:rPr lang="en-GB" sz="2000" dirty="0">
                <a:latin typeface="Bierstadt"/>
                <a:ea typeface="Calibri"/>
                <a:cs typeface="Calibri"/>
              </a:rPr>
              <a:t> </a:t>
            </a:r>
            <a:r>
              <a:rPr lang="en-GB" dirty="0">
                <a:latin typeface="Calibri"/>
                <a:ea typeface="Calibri"/>
                <a:cs typeface="Calibri"/>
              </a:rPr>
              <a:t>(30 seconds)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ea typeface="+mn-lt"/>
                <a:cs typeface="+mn-lt"/>
              </a:rPr>
              <a:t>describe the algorithm</a:t>
            </a:r>
            <a:r>
              <a:rPr lang="en-GB" sz="1800" dirty="0">
                <a:latin typeface="Calibri"/>
                <a:ea typeface="+mn-lt"/>
                <a:cs typeface="+mn-lt"/>
              </a:rPr>
              <a:t> (input, output, complexity)</a:t>
            </a:r>
            <a:endParaRPr lang="en-GB" dirty="0"/>
          </a:p>
          <a:p>
            <a:r>
              <a:rPr lang="en-GB" sz="2000" dirty="0">
                <a:latin typeface="Calibri"/>
                <a:ea typeface="+mn-lt"/>
                <a:cs typeface="+mn-lt"/>
              </a:rPr>
              <a:t>Numerical Results (2 minute)</a:t>
            </a:r>
            <a:endParaRPr lang="en-GB" sz="200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latin typeface="Calibri"/>
                <a:ea typeface="+mn-lt"/>
                <a:cs typeface="+mn-lt"/>
              </a:rPr>
              <a:t>Methodology, graphs, comparison with others ...</a:t>
            </a:r>
          </a:p>
          <a:p>
            <a:r>
              <a:rPr lang="en-GB" sz="2000" dirty="0">
                <a:latin typeface="Calibri"/>
                <a:ea typeface="+mn-lt"/>
                <a:cs typeface="+mn-lt"/>
              </a:rPr>
              <a:t>Live Demo (1 minute)</a:t>
            </a:r>
            <a:endParaRPr lang="en-US" sz="2000" dirty="0">
              <a:latin typeface="Calibri"/>
              <a:ea typeface="+mn-lt"/>
              <a:cs typeface="+mn-lt"/>
            </a:endParaRPr>
          </a:p>
        </p:txBody>
      </p:sp>
      <p:pic>
        <p:nvPicPr>
          <p:cNvPr id="7" name="Graphic 6" descr="Stopwatch">
            <a:extLst>
              <a:ext uri="{FF2B5EF4-FFF2-40B4-BE49-F238E27FC236}">
                <a16:creationId xmlns:a16="http://schemas.microsoft.com/office/drawing/2014/main" id="{D15AA749-D1C6-C147-1D9D-D2C05BC8E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96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5A7AA-8E1B-0C05-34B6-E81E4E32C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 fontScale="90000"/>
          </a:bodyPr>
          <a:lstStyle/>
          <a:p>
            <a:r>
              <a:rPr lang="en-US" sz="4100" dirty="0"/>
              <a:t>Hint 1 – </a:t>
            </a:r>
            <a:r>
              <a:rPr lang="en-US" sz="4100" b="0" dirty="0"/>
              <a:t>The </a:t>
            </a:r>
            <a:r>
              <a:rPr lang="en-US" sz="4100" b="0" dirty="0">
                <a:ea typeface="+mj-lt"/>
                <a:cs typeface="+mj-lt"/>
              </a:rPr>
              <a:t>Golden Thread</a:t>
            </a:r>
            <a:br>
              <a:rPr lang="en-US" sz="4100" b="0" dirty="0">
                <a:ea typeface="+mj-lt"/>
                <a:cs typeface="+mj-lt"/>
              </a:rPr>
            </a:br>
            <a:endParaRPr lang="en-US" sz="4100">
              <a:ea typeface="+mj-lt"/>
              <a:cs typeface="+mj-lt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F0D05-4119-994C-4910-9BB87A0D8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slides should feel like a continuous story, not a checklist.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The "Bridge" Technique:</a:t>
            </a:r>
            <a:r>
              <a:rPr lang="en-US" dirty="0">
                <a:ea typeface="+mn-lt"/>
                <a:cs typeface="+mn-lt"/>
              </a:rPr>
              <a:t> The last sentence of Slide A should introduce the first sentence of Slide B.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>
                <a:ea typeface="+mn-lt"/>
                <a:cs typeface="+mn-lt"/>
              </a:rPr>
              <a:t>Bad transition:</a:t>
            </a:r>
            <a:r>
              <a:rPr lang="en-US" dirty="0">
                <a:ea typeface="+mn-lt"/>
                <a:cs typeface="+mn-lt"/>
              </a:rPr>
              <a:t> "That was the problem. Next slide: Our Solution."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>
                <a:ea typeface="+mn-lt"/>
                <a:cs typeface="+mn-lt"/>
              </a:rPr>
              <a:t>Good transition:</a:t>
            </a:r>
            <a:r>
              <a:rPr lang="en-US" dirty="0">
                <a:ea typeface="+mn-lt"/>
                <a:cs typeface="+mn-lt"/>
              </a:rPr>
              <a:t> "...and because </a:t>
            </a:r>
            <a:r>
              <a:rPr lang="en-US" b="1" dirty="0">
                <a:ea typeface="+mn-lt"/>
                <a:cs typeface="+mn-lt"/>
              </a:rPr>
              <a:t>this problem </a:t>
            </a:r>
            <a:r>
              <a:rPr lang="en-US" dirty="0">
                <a:ea typeface="+mn-lt"/>
                <a:cs typeface="+mn-lt"/>
              </a:rPr>
              <a:t>was costly, we knew we needed a faster approach. That brings us to </a:t>
            </a:r>
            <a:r>
              <a:rPr lang="en-US" b="1" dirty="0">
                <a:ea typeface="+mn-lt"/>
                <a:cs typeface="+mn-lt"/>
              </a:rPr>
              <a:t>The Solution</a:t>
            </a:r>
            <a:r>
              <a:rPr lang="en-US" dirty="0">
                <a:ea typeface="+mn-lt"/>
                <a:cs typeface="+mn-lt"/>
              </a:rPr>
              <a:t>."</a:t>
            </a:r>
          </a:p>
          <a:p>
            <a:r>
              <a:rPr lang="en-US" b="1" dirty="0">
                <a:ea typeface="+mn-lt"/>
                <a:cs typeface="+mn-lt"/>
              </a:rPr>
              <a:t>The "But... Therefore..." Structure: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"We tried X, BUT it failed because of Y. THEREFORE, we switched to Z."</a:t>
            </a:r>
            <a:endParaRPr lang="en-US" b="1" dirty="0"/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0671BFE7-9820-F1A1-CD00-E6F81C1DE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492" y="976160"/>
            <a:ext cx="4364590" cy="436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3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B4973-E4D0-1B53-6903-2375EE18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 dirty="0"/>
              <a:t>Hint 2- </a:t>
            </a:r>
            <a:r>
              <a:rPr lang="en-US" b="0" dirty="0">
                <a:ea typeface="+mj-lt"/>
                <a:cs typeface="+mj-lt"/>
              </a:rPr>
              <a:t>Using Humor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7" name="Graphic 6" descr="Winking Face with Solid Fill">
            <a:extLst>
              <a:ext uri="{FF2B5EF4-FFF2-40B4-BE49-F238E27FC236}">
                <a16:creationId xmlns:a16="http://schemas.microsoft.com/office/drawing/2014/main" id="{BC75D776-F2FB-C9A5-1F15-A825DCFF4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947138"/>
            <a:ext cx="4959823" cy="4959823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49B43-633E-2495-47F5-7AD3380C6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 dirty="0">
                <a:ea typeface="+mn-lt"/>
                <a:cs typeface="+mn-lt"/>
              </a:rPr>
              <a:t>Humor is high-</a:t>
            </a:r>
            <a:r>
              <a:rPr lang="en-US" b="1" dirty="0">
                <a:ea typeface="+mn-lt"/>
                <a:cs typeface="+mn-lt"/>
              </a:rPr>
              <a:t>risk</a:t>
            </a:r>
            <a:r>
              <a:rPr lang="en-US" dirty="0">
                <a:ea typeface="+mn-lt"/>
                <a:cs typeface="+mn-lt"/>
              </a:rPr>
              <a:t>, high-</a:t>
            </a:r>
            <a:r>
              <a:rPr lang="en-US" b="1" dirty="0">
                <a:ea typeface="+mn-lt"/>
                <a:cs typeface="+mn-lt"/>
              </a:rPr>
              <a:t>reward</a:t>
            </a:r>
            <a:r>
              <a:rPr lang="en-US" dirty="0">
                <a:ea typeface="+mn-lt"/>
                <a:cs typeface="+mn-lt"/>
              </a:rPr>
              <a:t>. Humor appear most of the case when you say/do something unexpected.</a:t>
            </a:r>
            <a:endParaRPr lang="en-US"/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Self-Deprecation:</a:t>
            </a:r>
            <a:r>
              <a:rPr lang="en-US" dirty="0">
                <a:ea typeface="+mn-lt"/>
                <a:cs typeface="+mn-lt"/>
              </a:rPr>
              <a:t> It shows confidence.</a:t>
            </a:r>
          </a:p>
          <a:p>
            <a:pPr marL="742950"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"Our initial accuracy was 12%. Basically, flipping a coin would have been a better doctor than our AI, </a:t>
            </a:r>
            <a:r>
              <a:rPr lang="en-US" b="1" dirty="0">
                <a:ea typeface="+mn-lt"/>
                <a:cs typeface="+mn-lt"/>
              </a:rPr>
              <a:t>but </a:t>
            </a:r>
            <a:r>
              <a:rPr lang="en-US" dirty="0">
                <a:ea typeface="+mn-lt"/>
                <a:cs typeface="+mn-lt"/>
              </a:rPr>
              <a:t>now..."</a:t>
            </a:r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The Struggle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"We spent 3 weeks optimizing the algorithm, only to realize the error was actually a missing comma..."</a:t>
            </a:r>
          </a:p>
        </p:txBody>
      </p:sp>
    </p:spTree>
    <p:extLst>
      <p:ext uri="{BB962C8B-B14F-4D97-AF65-F5344CB8AC3E}">
        <p14:creationId xmlns:p14="http://schemas.microsoft.com/office/powerpoint/2010/main" val="363280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751E2-EC16-4BE7-A8F7-6A079ADC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n-US" dirty="0"/>
              <a:t>Hint 3 - </a:t>
            </a:r>
            <a:r>
              <a:rPr lang="en-US" b="0" dirty="0">
                <a:ea typeface="+mj-lt"/>
                <a:cs typeface="+mj-lt"/>
              </a:rPr>
              <a:t>"Don't Make Me Read"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F6B46-487C-36C5-1DEC-B0A84DB92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audience cannot read your slide and listen to you at the same time.</a:t>
            </a:r>
          </a:p>
          <a:p>
            <a:r>
              <a:rPr lang="en-US" dirty="0">
                <a:ea typeface="+mn-lt"/>
                <a:cs typeface="+mn-lt"/>
              </a:rPr>
              <a:t>No "Wall of Text": Never put full paragraphs on a slide. Use 3-5 keywords or bullet points.</a:t>
            </a:r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527F68D3-54A6-FC2C-083C-540AE79F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2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9F331F-3F47-360A-97BD-7718B6AA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2240280"/>
            <a:ext cx="4389120" cy="2468880"/>
          </a:xfrm>
        </p:spPr>
        <p:txBody>
          <a:bodyPr>
            <a:normAutofit/>
          </a:bodyPr>
          <a:lstStyle/>
          <a:p>
            <a:r>
              <a:rPr lang="en-US" dirty="0"/>
              <a:t>Hint 4 - </a:t>
            </a:r>
            <a:r>
              <a:rPr lang="en-US" b="0" dirty="0">
                <a:ea typeface="+mj-lt"/>
                <a:cs typeface="+mj-lt"/>
              </a:rPr>
              <a:t>Own the Room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AEA6D-2C64-BC93-857D-79F41DE4B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3985" y="1263061"/>
            <a:ext cx="5266944" cy="34472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Eye Contact: Don't look at the screen. Look at </a:t>
            </a:r>
            <a:r>
              <a:rPr lang="en-US" b="1" dirty="0">
                <a:ea typeface="+mn-lt"/>
                <a:cs typeface="+mn-lt"/>
              </a:rPr>
              <a:t>people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The 3-Second Pause: Before revealing a big number. It forces everyone to </a:t>
            </a:r>
            <a:r>
              <a:rPr lang="en-US" b="1" dirty="0">
                <a:ea typeface="+mn-lt"/>
                <a:cs typeface="+mn-lt"/>
              </a:rPr>
              <a:t>look up.</a:t>
            </a:r>
          </a:p>
          <a:p>
            <a:r>
              <a:rPr lang="en-US" b="1" dirty="0">
                <a:ea typeface="+mn-lt"/>
                <a:cs typeface="+mn-lt"/>
              </a:rPr>
              <a:t>Kill </a:t>
            </a:r>
            <a:r>
              <a:rPr lang="en-US" dirty="0">
                <a:ea typeface="+mn-lt"/>
                <a:cs typeface="+mn-lt"/>
              </a:rPr>
              <a:t>the "Umm" and "Ahh".</a:t>
            </a:r>
          </a:p>
          <a:p>
            <a:r>
              <a:rPr lang="en-US" dirty="0">
                <a:ea typeface="+mn-lt"/>
                <a:cs typeface="+mn-lt"/>
              </a:rPr>
              <a:t>Don't save the </a:t>
            </a:r>
            <a:r>
              <a:rPr lang="en-US" b="1" dirty="0">
                <a:ea typeface="+mn-lt"/>
                <a:cs typeface="+mn-lt"/>
              </a:rPr>
              <a:t>conclusions</a:t>
            </a:r>
            <a:r>
              <a:rPr lang="en-US" dirty="0">
                <a:ea typeface="+mn-lt"/>
                <a:cs typeface="+mn-lt"/>
              </a:rPr>
              <a:t> for the end. In the first minute, give them a teaser of the success.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Example: "Today we are going to show you how we achieved 94% accuracy in predicting heart failure."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1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BBD48C-0A21-57D8-C84C-33712C80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n-US" dirty="0"/>
              <a:t>Hint 5 - </a:t>
            </a:r>
            <a:r>
              <a:rPr lang="en-US" b="0" dirty="0">
                <a:ea typeface="+mj-lt"/>
                <a:cs typeface="+mj-lt"/>
              </a:rPr>
              <a:t>The Circular Narrative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59272-EEDA-49D6-8540-C59971976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Start a story or pose a question at the beginning, but hold the resolution until the  end.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Introduction "This is Maria. Two years ago, her tests looked normal. Her doctor sent her home. Six months later, she was in the ER"</a:t>
            </a:r>
          </a:p>
          <a:p>
            <a:r>
              <a:rPr lang="en-US" dirty="0"/>
              <a:t>...5 minutes, 34 seconds later</a:t>
            </a:r>
          </a:p>
          <a:p>
            <a:r>
              <a:rPr lang="en-US" dirty="0"/>
              <a:t>End: "</a:t>
            </a:r>
            <a:r>
              <a:rPr lang="en-US" dirty="0">
                <a:ea typeface="+mn-lt"/>
                <a:cs typeface="+mn-lt"/>
              </a:rPr>
              <a:t>Remember Maria from the beginning? If our AI model had been used two years ago, it would have flagged her risk level at 90%. We could have changed her story"</a:t>
            </a:r>
          </a:p>
        </p:txBody>
      </p:sp>
      <p:pic>
        <p:nvPicPr>
          <p:cNvPr id="4" name="Picture 3" descr="Female character side view cartoon woman standing isolated on white  background | Premium Vector">
            <a:extLst>
              <a:ext uri="{FF2B5EF4-FFF2-40B4-BE49-F238E27FC236}">
                <a16:creationId xmlns:a16="http://schemas.microsoft.com/office/drawing/2014/main" id="{A07D3CFB-A9A2-A01C-D9B3-A09B66F3F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941" y="508090"/>
            <a:ext cx="2161915" cy="58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8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86B4F-56C6-422D-FE88-01B12544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Hint 6 </a:t>
            </a:r>
            <a:r>
              <a:rPr lang="en-US" dirty="0">
                <a:ea typeface="+mj-lt"/>
                <a:cs typeface="+mj-lt"/>
              </a:rPr>
              <a:t>- </a:t>
            </a:r>
            <a:r>
              <a:rPr lang="en-US" b="0" dirty="0">
                <a:ea typeface="+mj-lt"/>
                <a:cs typeface="+mj-lt"/>
              </a:rPr>
              <a:t>Never start with </a:t>
            </a:r>
            <a:endParaRPr lang="en-US" b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B8209-3B0E-C058-96DD-367335A47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"Hi, I am X, and today I will talk about..."</a:t>
            </a:r>
            <a:endParaRPr lang="en-US" dirty="0"/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Option A.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The Imagine Scenario: "Imagine you are a doctor. You have 5 minutes to decide a treatment path that will determine if a patient lives or dies</a:t>
            </a:r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Option B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The Shocking Statistics: "50% of heart failure predictions are missed using … . That is 1 in 2 patients …."</a:t>
            </a:r>
          </a:p>
          <a:p>
            <a:pPr marL="285750" indent="-285750"/>
            <a:endParaRPr lang="en-US" b="1" dirty="0">
              <a:ea typeface="+mn-lt"/>
              <a:cs typeface="+mn-lt"/>
            </a:endParaRPr>
          </a:p>
        </p:txBody>
      </p:sp>
      <p:pic>
        <p:nvPicPr>
          <p:cNvPr id="7" name="Graphic 6" descr="Customer Review">
            <a:extLst>
              <a:ext uri="{FF2B5EF4-FFF2-40B4-BE49-F238E27FC236}">
                <a16:creationId xmlns:a16="http://schemas.microsoft.com/office/drawing/2014/main" id="{E1B35F8E-DEAA-DE49-B694-8EB243D26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492" y="976160"/>
            <a:ext cx="4364590" cy="436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03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5A57D-756E-12FD-AF08-6D65FBBE3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841283"/>
            <a:ext cx="3465681" cy="4054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>
                <a:solidFill>
                  <a:schemeClr val="tx2"/>
                </a:solidFill>
              </a:rPr>
              <a:t>Don't let your hard work stay silent.</a:t>
            </a:r>
            <a:br>
              <a:rPr lang="en-US" sz="4100" dirty="0"/>
            </a:br>
            <a:r>
              <a:rPr lang="en-US" sz="4100" dirty="0">
                <a:solidFill>
                  <a:schemeClr val="tx2"/>
                </a:solidFill>
              </a:rPr>
              <a:t> </a:t>
            </a:r>
            <a:br>
              <a:rPr lang="en-US" sz="4100" dirty="0">
                <a:solidFill>
                  <a:schemeClr val="tx2"/>
                </a:solidFill>
              </a:rPr>
            </a:br>
            <a:r>
              <a:rPr lang="en-US" sz="4100" dirty="0">
                <a:solidFill>
                  <a:schemeClr val="tx2"/>
                </a:solidFill>
              </a:rPr>
              <a:t>Go make them listen.</a:t>
            </a:r>
          </a:p>
        </p:txBody>
      </p:sp>
      <p:pic>
        <p:nvPicPr>
          <p:cNvPr id="7" name="Graphic 6" descr="Deaf">
            <a:extLst>
              <a:ext uri="{FF2B5EF4-FFF2-40B4-BE49-F238E27FC236}">
                <a16:creationId xmlns:a16="http://schemas.microsoft.com/office/drawing/2014/main" id="{A8BDB34E-7DCD-BA22-4053-D4E33B188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1229" y="751093"/>
            <a:ext cx="5254670" cy="525467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99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64AD-1B22-AF77-11C5-F2AA33029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"The Chaos Pitch" Challenge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45B3C-0D27-D098-22F3-55D0E863A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1248"/>
            <a:ext cx="11155680" cy="37673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2 students (+me) form the jury </a:t>
            </a:r>
          </a:p>
          <a:p>
            <a:r>
              <a:rPr lang="en-US" dirty="0"/>
              <a:t>each student get a ticket with a number</a:t>
            </a:r>
          </a:p>
          <a:p>
            <a:r>
              <a:rPr lang="en-US" dirty="0"/>
              <a:t>5 numbers are randomly selected</a:t>
            </a:r>
          </a:p>
          <a:p>
            <a:r>
              <a:rPr lang="en-US" dirty="0"/>
              <a:t>Each selected student will deliver a 2 minutes pitch using 4 random words</a:t>
            </a:r>
          </a:p>
          <a:p>
            <a:r>
              <a:rPr lang="en-US" dirty="0"/>
              <a:t>Imagine and sell to the jury a product/service</a:t>
            </a:r>
          </a:p>
          <a:p>
            <a:r>
              <a:rPr lang="en-US" dirty="0"/>
              <a:t>Convince the jury by this criteria: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Structure, 5 words integration, humor, creativity (product and story)</a:t>
            </a:r>
          </a:p>
          <a:p>
            <a:r>
              <a:rPr lang="en-US" dirty="0"/>
              <a:t>Winning team: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Presenter: 0.4 pt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Team: 0.2 pt</a:t>
            </a:r>
          </a:p>
        </p:txBody>
      </p:sp>
    </p:spTree>
    <p:extLst>
      <p:ext uri="{BB962C8B-B14F-4D97-AF65-F5344CB8AC3E}">
        <p14:creationId xmlns:p14="http://schemas.microsoft.com/office/powerpoint/2010/main" val="360586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1F9-D1C3-E0B4-F2DE-67CFDA9C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one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3792A-F141-1570-B71E-7F1D26027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Set 1:</a:t>
            </a:r>
            <a:r>
              <a:rPr lang="en-US" sz="2400" dirty="0">
                <a:ea typeface="+mn-lt"/>
                <a:cs typeface="+mn-lt"/>
              </a:rPr>
              <a:t> Banana, Explosion, Grandmother, Wi-Fi, Opera house.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Set 2:</a:t>
            </a:r>
            <a:r>
              <a:rPr lang="en-US" sz="2400" dirty="0">
                <a:ea typeface="+mn-lt"/>
                <a:cs typeface="+mn-lt"/>
              </a:rPr>
              <a:t> Vampire, Tax-return, Glitter, Submarine, Password.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Set 3:</a:t>
            </a:r>
            <a:r>
              <a:rPr lang="en-US" sz="2400" dirty="0">
                <a:ea typeface="+mn-lt"/>
                <a:cs typeface="+mn-lt"/>
              </a:rPr>
              <a:t> Cryptocurrency, Mosquito, Ballet, Hammer, Spicy.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Set 4:</a:t>
            </a:r>
            <a:r>
              <a:rPr lang="en-US" sz="2400" dirty="0">
                <a:ea typeface="+mn-lt"/>
                <a:cs typeface="+mn-lt"/>
              </a:rPr>
              <a:t> Elevator, Penguin, Divorce, Lasagna, Tornado.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Set 5:</a:t>
            </a:r>
            <a:r>
              <a:rPr lang="en-US" sz="2400" dirty="0">
                <a:ea typeface="+mn-lt"/>
                <a:cs typeface="+mn-lt"/>
              </a:rPr>
              <a:t> Zombie, Umbrella, Traffic, Karaoke, Dentist.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Set 6:</a:t>
            </a:r>
            <a:r>
              <a:rPr lang="en-US" sz="2400" dirty="0">
                <a:ea typeface="+mn-lt"/>
                <a:cs typeface="+mn-lt"/>
              </a:rPr>
              <a:t> Unicorn, Battery, Socks, Philosophy, Thunder.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568410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GestaltVTI</vt:lpstr>
      <vt:lpstr>How to pitch</vt:lpstr>
      <vt:lpstr>Code is Silent</vt:lpstr>
      <vt:lpstr>Pitch Deck.  Slides for 6 minutes (example) </vt:lpstr>
      <vt:lpstr>Hint 1 – The Golden Thread </vt:lpstr>
      <vt:lpstr>Hint 2- Using Humor</vt:lpstr>
      <vt:lpstr>Hint 3 - "Don't Make Me Read"</vt:lpstr>
      <vt:lpstr>Hint 4 - Own the Room</vt:lpstr>
      <vt:lpstr>Hint 5 - The Circular Narrative</vt:lpstr>
      <vt:lpstr>Hint 6 - Never start with </vt:lpstr>
      <vt:lpstr>Don't let your hard work stay silent.   Go make them listen.</vt:lpstr>
      <vt:lpstr>"The Chaos Pitch" Challenge</vt:lpstr>
      <vt:lpstr>Choose one 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259</cp:revision>
  <dcterms:created xsi:type="dcterms:W3CDTF">2025-12-16T19:29:08Z</dcterms:created>
  <dcterms:modified xsi:type="dcterms:W3CDTF">2025-12-16T20:56:33Z</dcterms:modified>
</cp:coreProperties>
</file>