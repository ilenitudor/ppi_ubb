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1" r:id="rId6"/>
    <p:sldId id="262" r:id="rId7"/>
    <p:sldId id="263" r:id="rId8"/>
    <p:sldId id="264" r:id="rId9"/>
    <p:sldId id="260" r:id="rId10"/>
    <p:sldId id="257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C068A2-BD0F-5709-1329-F45FDA46ABE7}" v="7" dt="2025-11-27T06:07:58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0467F8F2-AA88-793A-D7A9-CDECB25BEC26}"/>
    <pc:docChg chg="addSld delSld modSld">
      <pc:chgData name="Tudor-Alexandru Ileni" userId="S::tudor.ileni@ubbcluj.ro::d7b28f6b-7e8e-48e3-b06b-cc0a244d3028" providerId="AD" clId="Web-{0467F8F2-AA88-793A-D7A9-CDECB25BEC26}" dt="2025-11-17T20:55:14.204" v="195" actId="20577"/>
      <pc:docMkLst>
        <pc:docMk/>
      </pc:docMkLst>
      <pc:sldChg chg="modSp">
        <pc:chgData name="Tudor-Alexandru Ileni" userId="S::tudor.ileni@ubbcluj.ro::d7b28f6b-7e8e-48e3-b06b-cc0a244d3028" providerId="AD" clId="Web-{0467F8F2-AA88-793A-D7A9-CDECB25BEC26}" dt="2025-11-17T20:55:14.204" v="195" actId="20577"/>
        <pc:sldMkLst>
          <pc:docMk/>
          <pc:sldMk cId="2391406401" sldId="260"/>
        </pc:sldMkLst>
        <pc:spChg chg="mod">
          <ac:chgData name="Tudor-Alexandru Ileni" userId="S::tudor.ileni@ubbcluj.ro::d7b28f6b-7e8e-48e3-b06b-cc0a244d3028" providerId="AD" clId="Web-{0467F8F2-AA88-793A-D7A9-CDECB25BEC26}" dt="2025-11-17T20:55:14.204" v="195" actId="20577"/>
          <ac:spMkLst>
            <pc:docMk/>
            <pc:sldMk cId="2391406401" sldId="260"/>
            <ac:spMk id="3" creationId="{E3BD3C2F-F713-47B1-7EBE-3287D7CF3BDE}"/>
          </ac:spMkLst>
        </pc:spChg>
      </pc:sldChg>
      <pc:sldChg chg="modSp">
        <pc:chgData name="Tudor-Alexandru Ileni" userId="S::tudor.ileni@ubbcluj.ro::d7b28f6b-7e8e-48e3-b06b-cc0a244d3028" providerId="AD" clId="Web-{0467F8F2-AA88-793A-D7A9-CDECB25BEC26}" dt="2025-11-17T20:22:09.739" v="16" actId="20577"/>
        <pc:sldMkLst>
          <pc:docMk/>
          <pc:sldMk cId="1614311550" sldId="262"/>
        </pc:sldMkLst>
        <pc:spChg chg="mod">
          <ac:chgData name="Tudor-Alexandru Ileni" userId="S::tudor.ileni@ubbcluj.ro::d7b28f6b-7e8e-48e3-b06b-cc0a244d3028" providerId="AD" clId="Web-{0467F8F2-AA88-793A-D7A9-CDECB25BEC26}" dt="2025-11-17T20:22:09.739" v="16" actId="20577"/>
          <ac:spMkLst>
            <pc:docMk/>
            <pc:sldMk cId="1614311550" sldId="262"/>
            <ac:spMk id="3" creationId="{822F8755-BB12-2F42-D34C-7C09C4E260A4}"/>
          </ac:spMkLst>
        </pc:spChg>
      </pc:sldChg>
      <pc:sldChg chg="addSp delSp modSp add mod replId setBg setClrOvrMap">
        <pc:chgData name="Tudor-Alexandru Ileni" userId="S::tudor.ileni@ubbcluj.ro::d7b28f6b-7e8e-48e3-b06b-cc0a244d3028" providerId="AD" clId="Web-{0467F8F2-AA88-793A-D7A9-CDECB25BEC26}" dt="2025-11-17T20:39:51.638" v="49" actId="20577"/>
        <pc:sldMkLst>
          <pc:docMk/>
          <pc:sldMk cId="837613810" sldId="263"/>
        </pc:sldMkLst>
        <pc:spChg chg="mod">
          <ac:chgData name="Tudor-Alexandru Ileni" userId="S::tudor.ileni@ubbcluj.ro::d7b28f6b-7e8e-48e3-b06b-cc0a244d3028" providerId="AD" clId="Web-{0467F8F2-AA88-793A-D7A9-CDECB25BEC26}" dt="2025-11-17T20:39:51.638" v="49" actId="20577"/>
          <ac:spMkLst>
            <pc:docMk/>
            <pc:sldMk cId="837613810" sldId="263"/>
            <ac:spMk id="2" creationId="{4EA20214-7FDD-3107-F7CD-736F7D42A114}"/>
          </ac:spMkLst>
        </pc:spChg>
        <pc:spChg chg="mod">
          <ac:chgData name="Tudor-Alexandru Ileni" userId="S::tudor.ileni@ubbcluj.ro::d7b28f6b-7e8e-48e3-b06b-cc0a244d3028" providerId="AD" clId="Web-{0467F8F2-AA88-793A-D7A9-CDECB25BEC26}" dt="2025-11-17T20:35:50.993" v="43" actId="20577"/>
          <ac:spMkLst>
            <pc:docMk/>
            <pc:sldMk cId="837613810" sldId="263"/>
            <ac:spMk id="3" creationId="{66B30033-7338-D1FE-0597-07ADFBF8E0D4}"/>
          </ac:spMkLst>
        </pc:spChg>
        <pc:spChg chg="add">
          <ac:chgData name="Tudor-Alexandru Ileni" userId="S::tudor.ileni@ubbcluj.ro::d7b28f6b-7e8e-48e3-b06b-cc0a244d3028" providerId="AD" clId="Web-{0467F8F2-AA88-793A-D7A9-CDECB25BEC26}" dt="2025-11-17T20:34:36.163" v="22"/>
          <ac:spMkLst>
            <pc:docMk/>
            <pc:sldMk cId="837613810" sldId="263"/>
            <ac:spMk id="17" creationId="{71B2258F-86CA-4D4D-8270-BC05FCDEBFB3}"/>
          </ac:spMkLst>
        </pc:spChg>
        <pc:picChg chg="add mod ord">
          <ac:chgData name="Tudor-Alexandru Ileni" userId="S::tudor.ileni@ubbcluj.ro::d7b28f6b-7e8e-48e3-b06b-cc0a244d3028" providerId="AD" clId="Web-{0467F8F2-AA88-793A-D7A9-CDECB25BEC26}" dt="2025-11-17T20:34:36.163" v="22"/>
          <ac:picMkLst>
            <pc:docMk/>
            <pc:sldMk cId="837613810" sldId="263"/>
            <ac:picMk id="4" creationId="{2C4E3F5D-1D6B-D836-9631-038C336A2108}"/>
          </ac:picMkLst>
        </pc:picChg>
      </pc:sldChg>
      <pc:sldChg chg="modSp add replId">
        <pc:chgData name="Tudor-Alexandru Ileni" userId="S::tudor.ileni@ubbcluj.ro::d7b28f6b-7e8e-48e3-b06b-cc0a244d3028" providerId="AD" clId="Web-{0467F8F2-AA88-793A-D7A9-CDECB25BEC26}" dt="2025-11-17T20:40:27.419" v="68" actId="20577"/>
        <pc:sldMkLst>
          <pc:docMk/>
          <pc:sldMk cId="827103768" sldId="264"/>
        </pc:sldMkLst>
        <pc:spChg chg="mod">
          <ac:chgData name="Tudor-Alexandru Ileni" userId="S::tudor.ileni@ubbcluj.ro::d7b28f6b-7e8e-48e3-b06b-cc0a244d3028" providerId="AD" clId="Web-{0467F8F2-AA88-793A-D7A9-CDECB25BEC26}" dt="2025-11-17T20:40:07.154" v="62" actId="20577"/>
          <ac:spMkLst>
            <pc:docMk/>
            <pc:sldMk cId="827103768" sldId="264"/>
            <ac:spMk id="2" creationId="{C9A0A9C8-A607-3240-95AB-3E80BF4D06A8}"/>
          </ac:spMkLst>
        </pc:spChg>
        <pc:spChg chg="mod">
          <ac:chgData name="Tudor-Alexandru Ileni" userId="S::tudor.ileni@ubbcluj.ro::d7b28f6b-7e8e-48e3-b06b-cc0a244d3028" providerId="AD" clId="Web-{0467F8F2-AA88-793A-D7A9-CDECB25BEC26}" dt="2025-11-17T20:40:27.419" v="68" actId="20577"/>
          <ac:spMkLst>
            <pc:docMk/>
            <pc:sldMk cId="827103768" sldId="264"/>
            <ac:spMk id="3" creationId="{CD78F34B-7F44-E3CA-E722-C216E1F3897A}"/>
          </ac:spMkLst>
        </pc:spChg>
      </pc:sldChg>
      <pc:sldChg chg="addSp delSp modSp new mod setBg setClrOvrMap">
        <pc:chgData name="Tudor-Alexandru Ileni" userId="S::tudor.ileni@ubbcluj.ro::d7b28f6b-7e8e-48e3-b06b-cc0a244d3028" providerId="AD" clId="Web-{0467F8F2-AA88-793A-D7A9-CDECB25BEC26}" dt="2025-11-17T20:48:08.412" v="178" actId="20577"/>
        <pc:sldMkLst>
          <pc:docMk/>
          <pc:sldMk cId="3408082540" sldId="265"/>
        </pc:sldMkLst>
        <pc:spChg chg="mod">
          <ac:chgData name="Tudor-Alexandru Ileni" userId="S::tudor.ileni@ubbcluj.ro::d7b28f6b-7e8e-48e3-b06b-cc0a244d3028" providerId="AD" clId="Web-{0467F8F2-AA88-793A-D7A9-CDECB25BEC26}" dt="2025-11-17T20:48:08.412" v="178" actId="20577"/>
          <ac:spMkLst>
            <pc:docMk/>
            <pc:sldMk cId="3408082540" sldId="265"/>
            <ac:spMk id="2" creationId="{8DC7717E-6633-EC8E-0DE1-6C78B171A152}"/>
          </ac:spMkLst>
        </pc:spChg>
        <pc:spChg chg="mod">
          <ac:chgData name="Tudor-Alexandru Ileni" userId="S::tudor.ileni@ubbcluj.ro::d7b28f6b-7e8e-48e3-b06b-cc0a244d3028" providerId="AD" clId="Web-{0467F8F2-AA88-793A-D7A9-CDECB25BEC26}" dt="2025-11-17T20:47:52.286" v="173" actId="14100"/>
          <ac:spMkLst>
            <pc:docMk/>
            <pc:sldMk cId="3408082540" sldId="265"/>
            <ac:spMk id="3" creationId="{D45BC2FA-A759-CC27-3741-110FD27D8176}"/>
          </ac:spMkLst>
        </pc:spChg>
        <pc:spChg chg="add mod">
          <ac:chgData name="Tudor-Alexandru Ileni" userId="S::tudor.ileni@ubbcluj.ro::d7b28f6b-7e8e-48e3-b06b-cc0a244d3028" providerId="AD" clId="Web-{0467F8F2-AA88-793A-D7A9-CDECB25BEC26}" dt="2025-11-17T20:47:36.988" v="165" actId="14100"/>
          <ac:spMkLst>
            <pc:docMk/>
            <pc:sldMk cId="3408082540" sldId="265"/>
            <ac:spMk id="4" creationId="{2085E72E-E582-9116-D9BC-FA62286AE170}"/>
          </ac:spMkLst>
        </pc:spChg>
        <pc:spChg chg="add mod">
          <ac:chgData name="Tudor-Alexandru Ileni" userId="S::tudor.ileni@ubbcluj.ro::d7b28f6b-7e8e-48e3-b06b-cc0a244d3028" providerId="AD" clId="Web-{0467F8F2-AA88-793A-D7A9-CDECB25BEC26}" dt="2025-11-17T20:47:18.316" v="159"/>
          <ac:spMkLst>
            <pc:docMk/>
            <pc:sldMk cId="3408082540" sldId="265"/>
            <ac:spMk id="13" creationId="{10F24D38-B79E-44B4-830E-043F45D96DC2}"/>
          </ac:spMkLst>
        </pc:spChg>
        <pc:cxnChg chg="add">
          <ac:chgData name="Tudor-Alexandru Ileni" userId="S::tudor.ileni@ubbcluj.ro::d7b28f6b-7e8e-48e3-b06b-cc0a244d3028" providerId="AD" clId="Web-{0467F8F2-AA88-793A-D7A9-CDECB25BEC26}" dt="2025-11-17T20:46:42.736" v="154"/>
          <ac:cxnSpMkLst>
            <pc:docMk/>
            <pc:sldMk cId="3408082540" sldId="265"/>
            <ac:cxnSpMk id="14" creationId="{FC469874-256B-45B3-A79C-7591B4BA1ECC}"/>
          </ac:cxnSpMkLst>
        </pc:cxnChg>
      </pc:sldChg>
    </pc:docChg>
  </pc:docChgLst>
  <pc:docChgLst>
    <pc:chgData name="Tudor-Alexandru Ileni" userId="S::tudor.ileni@ubbcluj.ro::d7b28f6b-7e8e-48e3-b06b-cc0a244d3028" providerId="AD" clId="Web-{C3C068A2-BD0F-5709-1329-F45FDA46ABE7}"/>
    <pc:docChg chg="modSld sldOrd">
      <pc:chgData name="Tudor-Alexandru Ileni" userId="S::tudor.ileni@ubbcluj.ro::d7b28f6b-7e8e-48e3-b06b-cc0a244d3028" providerId="AD" clId="Web-{C3C068A2-BD0F-5709-1329-F45FDA46ABE7}" dt="2025-11-27T06:07:58.406" v="6" actId="20577"/>
      <pc:docMkLst>
        <pc:docMk/>
      </pc:docMkLst>
      <pc:sldChg chg="modSp">
        <pc:chgData name="Tudor-Alexandru Ileni" userId="S::tudor.ileni@ubbcluj.ro::d7b28f6b-7e8e-48e3-b06b-cc0a244d3028" providerId="AD" clId="Web-{C3C068A2-BD0F-5709-1329-F45FDA46ABE7}" dt="2025-11-27T06:07:58.406" v="6" actId="20577"/>
        <pc:sldMkLst>
          <pc:docMk/>
          <pc:sldMk cId="1980509948" sldId="256"/>
        </pc:sldMkLst>
        <pc:spChg chg="mod">
          <ac:chgData name="Tudor-Alexandru Ileni" userId="S::tudor.ileni@ubbcluj.ro::d7b28f6b-7e8e-48e3-b06b-cc0a244d3028" providerId="AD" clId="Web-{C3C068A2-BD0F-5709-1329-F45FDA46ABE7}" dt="2025-11-27T06:07:58.406" v="6" actId="20577"/>
          <ac:spMkLst>
            <pc:docMk/>
            <pc:sldMk cId="1980509948" sldId="256"/>
            <ac:spMk id="3" creationId="{4B8AD98F-4483-73BE-1A0F-6C2DC26634A0}"/>
          </ac:spMkLst>
        </pc:spChg>
      </pc:sldChg>
      <pc:sldChg chg="ord">
        <pc:chgData name="Tudor-Alexandru Ileni" userId="S::tudor.ileni@ubbcluj.ro::d7b28f6b-7e8e-48e3-b06b-cc0a244d3028" providerId="AD" clId="Web-{C3C068A2-BD0F-5709-1329-F45FDA46ABE7}" dt="2025-11-27T06:07:40.827" v="0"/>
        <pc:sldMkLst>
          <pc:docMk/>
          <pc:sldMk cId="340808254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leniTudor/ppi_models.gi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leniTudor/ppi_models.gi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leniTudor/ppi_models.gi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B28EF9-7793-2714-1C6C-7E6E98E37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GB" sz="7200" dirty="0">
                <a:ea typeface="Calibri Light"/>
                <a:cs typeface="Calibri Light"/>
              </a:rPr>
              <a:t>AI Deployment</a:t>
            </a:r>
            <a:endParaRPr lang="en-GB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AD98F-4483-73BE-1A0F-6C2DC2663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GB" dirty="0">
                <a:ea typeface="Calibri"/>
                <a:cs typeface="Calibri"/>
              </a:rPr>
              <a:t>Tech Lab 5</a:t>
            </a:r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509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15F9-7B15-E1B1-FC66-B01A3E7D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Flask</a:t>
            </a:r>
          </a:p>
        </p:txBody>
      </p:sp>
      <p:pic>
        <p:nvPicPr>
          <p:cNvPr id="4" name="Content Placeholder 3" descr="A black and white logo&#10;&#10;Description automatically generated">
            <a:extLst>
              <a:ext uri="{FF2B5EF4-FFF2-40B4-BE49-F238E27FC236}">
                <a16:creationId xmlns:a16="http://schemas.microsoft.com/office/drawing/2014/main" id="{6AA0E06D-095F-179A-734B-11BF7F8AD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1086" y="268891"/>
            <a:ext cx="6381750" cy="20574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5B7FC5-4264-F847-A6CC-CBDA01CD6FB0}"/>
              </a:ext>
            </a:extLst>
          </p:cNvPr>
          <p:cNvSpPr txBox="1"/>
          <p:nvPr/>
        </p:nvSpPr>
        <p:spPr>
          <a:xfrm>
            <a:off x="645762" y="2440982"/>
            <a:ext cx="5889355" cy="1523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Python web framework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RESTful request dispatching</a:t>
            </a:r>
          </a:p>
          <a:p>
            <a:pPr marL="800100" lvl="1" indent="-342900">
              <a:buFont typeface="Arial"/>
              <a:buChar char="•"/>
            </a:pPr>
            <a:r>
              <a:rPr lang="en-US" sz="1500" dirty="0">
                <a:solidFill>
                  <a:srgbClr val="040C28"/>
                </a:solidFill>
                <a:ea typeface="+mn-lt"/>
                <a:cs typeface="+mn-lt"/>
              </a:rPr>
              <a:t>Representational State Transfer</a:t>
            </a:r>
            <a:endParaRPr lang="en-US" sz="1500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1500" dirty="0">
                <a:solidFill>
                  <a:srgbClr val="202124"/>
                </a:solidFill>
                <a:ea typeface="+mn-lt"/>
                <a:cs typeface="+mn-lt"/>
              </a:rPr>
              <a:t>rules that define how applications or devices can connect to and communicate with each other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diagram of a web browser&#10;&#10;Description automatically generated">
            <a:extLst>
              <a:ext uri="{FF2B5EF4-FFF2-40B4-BE49-F238E27FC236}">
                <a16:creationId xmlns:a16="http://schemas.microsoft.com/office/drawing/2014/main" id="{31B35BC1-5E1A-480E-4847-A63C3E971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830" y="3526275"/>
            <a:ext cx="4630056" cy="28897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811364-3413-4BB9-8B52-D629D37BB78B}"/>
              </a:ext>
            </a:extLst>
          </p:cNvPr>
          <p:cNvSpPr txBox="1"/>
          <p:nvPr/>
        </p:nvSpPr>
        <p:spPr>
          <a:xfrm>
            <a:off x="8490857" y="6413500"/>
            <a:ext cx="360135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Image: https://mannhowie.com/rest-api</a:t>
            </a:r>
            <a:endParaRPr lang="en-US" sz="1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686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1CAE7-2C62-1AE7-ACD7-224AADE2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6281928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Js Deploy – using tfjs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sX0" fmla="*/ 0 w 3647661"/>
              <a:gd name="csY0" fmla="*/ 0 h 4436126"/>
              <a:gd name="csX1" fmla="*/ 498514 w 3647661"/>
              <a:gd name="csY1" fmla="*/ 0 h 4436126"/>
              <a:gd name="csX2" fmla="*/ 1069981 w 3647661"/>
              <a:gd name="csY2" fmla="*/ 0 h 4436126"/>
              <a:gd name="csX3" fmla="*/ 1714401 w 3647661"/>
              <a:gd name="csY3" fmla="*/ 0 h 4436126"/>
              <a:gd name="csX4" fmla="*/ 2285868 w 3647661"/>
              <a:gd name="csY4" fmla="*/ 0 h 4436126"/>
              <a:gd name="csX5" fmla="*/ 2784381 w 3647661"/>
              <a:gd name="csY5" fmla="*/ 0 h 4436126"/>
              <a:gd name="csX6" fmla="*/ 3647661 w 3647661"/>
              <a:gd name="csY6" fmla="*/ 0 h 4436126"/>
              <a:gd name="csX7" fmla="*/ 3647661 w 3647661"/>
              <a:gd name="csY7" fmla="*/ 633732 h 4436126"/>
              <a:gd name="csX8" fmla="*/ 3647661 w 3647661"/>
              <a:gd name="csY8" fmla="*/ 1267465 h 4436126"/>
              <a:gd name="csX9" fmla="*/ 3647661 w 3647661"/>
              <a:gd name="csY9" fmla="*/ 1768113 h 4436126"/>
              <a:gd name="csX10" fmla="*/ 3647661 w 3647661"/>
              <a:gd name="csY10" fmla="*/ 2446207 h 4436126"/>
              <a:gd name="csX11" fmla="*/ 3647661 w 3647661"/>
              <a:gd name="csY11" fmla="*/ 2946855 h 4436126"/>
              <a:gd name="csX12" fmla="*/ 3647661 w 3647661"/>
              <a:gd name="csY12" fmla="*/ 3580587 h 4436126"/>
              <a:gd name="csX13" fmla="*/ 3647661 w 3647661"/>
              <a:gd name="csY13" fmla="*/ 4436126 h 4436126"/>
              <a:gd name="csX14" fmla="*/ 3039718 w 3647661"/>
              <a:gd name="csY14" fmla="*/ 4436126 h 4436126"/>
              <a:gd name="csX15" fmla="*/ 2431774 w 3647661"/>
              <a:gd name="csY15" fmla="*/ 4436126 h 4436126"/>
              <a:gd name="csX16" fmla="*/ 1823831 w 3647661"/>
              <a:gd name="csY16" fmla="*/ 4436126 h 4436126"/>
              <a:gd name="csX17" fmla="*/ 1288840 w 3647661"/>
              <a:gd name="csY17" fmla="*/ 4436126 h 4436126"/>
              <a:gd name="csX18" fmla="*/ 607943 w 3647661"/>
              <a:gd name="csY18" fmla="*/ 4436126 h 4436126"/>
              <a:gd name="csX19" fmla="*/ 0 w 3647661"/>
              <a:gd name="csY19" fmla="*/ 4436126 h 4436126"/>
              <a:gd name="csX20" fmla="*/ 0 w 3647661"/>
              <a:gd name="csY20" fmla="*/ 3758032 h 4436126"/>
              <a:gd name="csX21" fmla="*/ 0 w 3647661"/>
              <a:gd name="csY21" fmla="*/ 3035578 h 4436126"/>
              <a:gd name="csX22" fmla="*/ 0 w 3647661"/>
              <a:gd name="csY22" fmla="*/ 2401845 h 4436126"/>
              <a:gd name="csX23" fmla="*/ 0 w 3647661"/>
              <a:gd name="csY23" fmla="*/ 1768113 h 4436126"/>
              <a:gd name="csX24" fmla="*/ 0 w 3647661"/>
              <a:gd name="csY24" fmla="*/ 1178742 h 4436126"/>
              <a:gd name="csX25" fmla="*/ 0 w 3647661"/>
              <a:gd name="csY25" fmla="*/ 589371 h 4436126"/>
              <a:gd name="csX26" fmla="*/ 0 w 3647661"/>
              <a:gd name="csY26" fmla="*/ 0 h 4436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F8755-BB12-2F42-D34C-7C09C4E26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8114" y="1232452"/>
            <a:ext cx="3200400" cy="38509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Example with yolo model</a:t>
            </a:r>
            <a:r>
              <a:rPr lang="en-US" sz="2400" dirty="0">
                <a:solidFill>
                  <a:srgbClr val="FFFFFF"/>
                </a:solidFill>
              </a:rPr>
              <a:t> in </a:t>
            </a:r>
            <a:r>
              <a:rPr lang="en-US" sz="2400" dirty="0" err="1">
                <a:solidFill>
                  <a:srgbClr val="FFFFFF"/>
                </a:solidFill>
              </a:rPr>
              <a:t>dir</a:t>
            </a:r>
            <a:r>
              <a:rPr lang="en-US" sz="2400" dirty="0">
                <a:solidFill>
                  <a:srgbClr val="FFFFFF"/>
                </a:solidFill>
              </a:rPr>
              <a:t> </a:t>
            </a:r>
            <a:r>
              <a:rPr lang="en-US" sz="2400" dirty="0" err="1">
                <a:solidFill>
                  <a:srgbClr val="FFFFFF"/>
                </a:solidFill>
                <a:ea typeface="+mn-lt"/>
                <a:cs typeface="+mn-lt"/>
              </a:rPr>
              <a:t>deploy_web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from 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  <a:hlinkClick r:id="rId2"/>
              </a:rPr>
              <a:t>github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project</a:t>
            </a: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sX0" fmla="*/ 0 w 6281928"/>
              <a:gd name="csY0" fmla="*/ 0 h 18288"/>
              <a:gd name="csX1" fmla="*/ 572353 w 6281928"/>
              <a:gd name="csY1" fmla="*/ 0 h 18288"/>
              <a:gd name="csX2" fmla="*/ 1207526 w 6281928"/>
              <a:gd name="csY2" fmla="*/ 0 h 18288"/>
              <a:gd name="csX3" fmla="*/ 1779880 w 6281928"/>
              <a:gd name="csY3" fmla="*/ 0 h 18288"/>
              <a:gd name="csX4" fmla="*/ 2540691 w 6281928"/>
              <a:gd name="csY4" fmla="*/ 0 h 18288"/>
              <a:gd name="csX5" fmla="*/ 3238683 w 6281928"/>
              <a:gd name="csY5" fmla="*/ 0 h 18288"/>
              <a:gd name="csX6" fmla="*/ 3936675 w 6281928"/>
              <a:gd name="csY6" fmla="*/ 0 h 18288"/>
              <a:gd name="csX7" fmla="*/ 4760305 w 6281928"/>
              <a:gd name="csY7" fmla="*/ 0 h 18288"/>
              <a:gd name="csX8" fmla="*/ 5521117 w 6281928"/>
              <a:gd name="csY8" fmla="*/ 0 h 18288"/>
              <a:gd name="csX9" fmla="*/ 6281928 w 6281928"/>
              <a:gd name="csY9" fmla="*/ 0 h 18288"/>
              <a:gd name="csX10" fmla="*/ 6281928 w 6281928"/>
              <a:gd name="csY10" fmla="*/ 18288 h 18288"/>
              <a:gd name="csX11" fmla="*/ 5772394 w 6281928"/>
              <a:gd name="csY11" fmla="*/ 18288 h 18288"/>
              <a:gd name="csX12" fmla="*/ 5200040 w 6281928"/>
              <a:gd name="csY12" fmla="*/ 18288 h 18288"/>
              <a:gd name="csX13" fmla="*/ 4439229 w 6281928"/>
              <a:gd name="csY13" fmla="*/ 18288 h 18288"/>
              <a:gd name="csX14" fmla="*/ 3615599 w 6281928"/>
              <a:gd name="csY14" fmla="*/ 18288 h 18288"/>
              <a:gd name="csX15" fmla="*/ 2980426 w 6281928"/>
              <a:gd name="csY15" fmla="*/ 18288 h 18288"/>
              <a:gd name="csX16" fmla="*/ 2156795 w 6281928"/>
              <a:gd name="csY16" fmla="*/ 18288 h 18288"/>
              <a:gd name="csX17" fmla="*/ 1584442 w 6281928"/>
              <a:gd name="csY17" fmla="*/ 18288 h 18288"/>
              <a:gd name="csX18" fmla="*/ 1074908 w 6281928"/>
              <a:gd name="csY18" fmla="*/ 18288 h 18288"/>
              <a:gd name="csX19" fmla="*/ 0 w 6281928"/>
              <a:gd name="csY19" fmla="*/ 18288 h 18288"/>
              <a:gd name="csX20" fmla="*/ 0 w 6281928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11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8D815-B5A9-D445-B2C6-BE2ED723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4E3F5D-1D6B-D836-9631-038C336A21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3112" b="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A20214-7FDD-3107-F7CD-736F7D42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Flask Deploy LLM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30033-7338-D1FE-0597-07ADFBF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Example with model T5 in </a:t>
            </a:r>
            <a:r>
              <a:rPr lang="en-US" sz="2400" err="1">
                <a:solidFill>
                  <a:srgbClr val="FFFFFF"/>
                </a:solidFill>
              </a:rPr>
              <a:t>dir</a:t>
            </a:r>
            <a:r>
              <a:rPr lang="en-US" sz="2400" dirty="0">
                <a:solidFill>
                  <a:srgbClr val="FFFFFF"/>
                </a:solidFill>
              </a:rPr>
              <a:t> </a:t>
            </a:r>
            <a:r>
              <a:rPr lang="en-US" sz="2400" i="1" err="1">
                <a:solidFill>
                  <a:srgbClr val="FFFFFF"/>
                </a:solidFill>
              </a:rPr>
              <a:t>flask_app_llm</a:t>
            </a:r>
            <a:r>
              <a:rPr lang="en-US" sz="2400" i="1" dirty="0">
                <a:solidFill>
                  <a:srgbClr val="FFFFFF"/>
                </a:solidFill>
              </a:rPr>
              <a:t> </a:t>
            </a:r>
            <a:r>
              <a:rPr lang="en-US" sz="2400" dirty="0">
                <a:solidFill>
                  <a:srgbClr val="FFFFFF"/>
                </a:solidFill>
              </a:rPr>
              <a:t>from </a:t>
            </a:r>
            <a:r>
              <a:rPr lang="en-US" sz="2400" dirty="0">
                <a:solidFill>
                  <a:srgbClr val="FFFFFF"/>
                </a:solidFill>
                <a:hlinkClick r:id="rId3"/>
              </a:rPr>
              <a:t>github</a:t>
            </a:r>
            <a:r>
              <a:rPr lang="en-US" sz="2400" dirty="0">
                <a:solidFill>
                  <a:srgbClr val="FFFFFF"/>
                </a:solidFill>
              </a:rPr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837613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26A07-C44D-E30D-8A41-B6EFD27E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4F60C1B-680E-5513-96CE-F58DC5197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CAE262-DC34-A361-86B3-0F888ACA2B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3112" b="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A0A9C8-A607-3240-95AB-3E80BF4D0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Flask Deploy DL (vision)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8F34B-7F44-E3CA-E722-C216E1F38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Example with model </a:t>
            </a:r>
            <a:r>
              <a:rPr lang="en-US" sz="2400" dirty="0" err="1">
                <a:solidFill>
                  <a:srgbClr val="FFFFFF"/>
                </a:solidFill>
              </a:rPr>
              <a:t>resnet</a:t>
            </a:r>
            <a:r>
              <a:rPr lang="en-US" sz="2400" dirty="0">
                <a:solidFill>
                  <a:srgbClr val="FFFFFF"/>
                </a:solidFill>
              </a:rPr>
              <a:t> in </a:t>
            </a:r>
            <a:r>
              <a:rPr lang="en-US" sz="2400" dirty="0" err="1">
                <a:solidFill>
                  <a:srgbClr val="FFFFFF"/>
                </a:solidFill>
              </a:rPr>
              <a:t>dir</a:t>
            </a:r>
            <a:r>
              <a:rPr lang="en-US" sz="2400" dirty="0">
                <a:solidFill>
                  <a:srgbClr val="FFFFFF"/>
                </a:solidFill>
              </a:rPr>
              <a:t> </a:t>
            </a:r>
            <a:r>
              <a:rPr lang="en-US" sz="2400" i="1" dirty="0" err="1">
                <a:solidFill>
                  <a:srgbClr val="FFFFFF"/>
                </a:solidFill>
              </a:rPr>
              <a:t>flask_app_dl</a:t>
            </a:r>
            <a:r>
              <a:rPr lang="en-US" sz="2400" i="1" dirty="0">
                <a:solidFill>
                  <a:srgbClr val="FFFFFF"/>
                </a:solidFill>
              </a:rPr>
              <a:t> </a:t>
            </a:r>
            <a:r>
              <a:rPr lang="en-US" sz="2400" dirty="0">
                <a:solidFill>
                  <a:srgbClr val="FFFFFF"/>
                </a:solidFill>
              </a:rPr>
              <a:t>from </a:t>
            </a:r>
            <a:r>
              <a:rPr lang="en-US" sz="2400" dirty="0">
                <a:solidFill>
                  <a:srgbClr val="FFFFFF"/>
                </a:solidFill>
                <a:hlinkClick r:id="rId3"/>
              </a:rPr>
              <a:t>github</a:t>
            </a:r>
            <a:r>
              <a:rPr lang="en-US" sz="2400" dirty="0">
                <a:solidFill>
                  <a:srgbClr val="FFFFFF"/>
                </a:solidFill>
              </a:rPr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827103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29900-9828-806C-DF05-5CC2F41F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ea typeface="Calibri Light"/>
                <a:cs typeface="Calibri Light"/>
              </a:rPr>
              <a:t>Milestone 5 (due to week 11, 12)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D3C2F-F713-47B1-7EBE-3287D7CF3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47141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Theme:</a:t>
            </a:r>
            <a:r>
              <a:rPr lang="en-GB" dirty="0"/>
              <a:t> To replace the mocked logic from Assignment 2 with your real, functioning backend, making the app "smart".</a:t>
            </a:r>
          </a:p>
          <a:p>
            <a:pPr marL="0" indent="0">
              <a:buNone/>
            </a:pPr>
            <a:r>
              <a:rPr lang="en-GB" b="1" dirty="0"/>
              <a:t>Tasks:</a:t>
            </a:r>
            <a:endParaRPr lang="en-GB" dirty="0"/>
          </a:p>
          <a:p>
            <a:r>
              <a:rPr lang="en-GB" b="1" dirty="0"/>
              <a:t>Core Logic Integration (Choose one path):</a:t>
            </a:r>
            <a:endParaRPr lang="en-GB" dirty="0"/>
          </a:p>
          <a:p>
            <a:pPr lvl="1"/>
            <a:r>
              <a:rPr lang="en-GB" b="1" dirty="0"/>
              <a:t>For AI-driven apps:</a:t>
            </a:r>
            <a:r>
              <a:rPr lang="en-GB" dirty="0"/>
              <a:t> Integrate the AI model trained in </a:t>
            </a:r>
            <a:r>
              <a:rPr lang="en-GB" b="1" dirty="0"/>
              <a:t>Assignment 4</a:t>
            </a:r>
            <a:r>
              <a:rPr lang="en-GB" dirty="0"/>
              <a:t>. Deploy the model using Flask or </a:t>
            </a:r>
            <a:r>
              <a:rPr lang="en-GB"/>
              <a:t>FastAPI</a:t>
            </a:r>
            <a:r>
              <a:rPr lang="en-GB" dirty="0"/>
              <a:t> and call it from your app, or convert it to an on-device format (e.g., Core ML, TensorFlow Lite).</a:t>
            </a:r>
          </a:p>
          <a:p>
            <a:pPr lvl="1"/>
            <a:r>
              <a:rPr lang="en-GB" b="1" dirty="0"/>
              <a:t>For data-driven CRUD apps:</a:t>
            </a:r>
            <a:r>
              <a:rPr lang="en-GB" dirty="0"/>
              <a:t> Replace the mocked data from Assignment 2 with the real, cleaned dataset from </a:t>
            </a:r>
            <a:r>
              <a:rPr lang="en-GB" b="1"/>
              <a:t>Assignment 3</a:t>
            </a:r>
            <a:r>
              <a:rPr lang="en-GB"/>
              <a:t>.</a:t>
            </a:r>
            <a:endParaRPr lang="en-GB">
              <a:ea typeface="Calibri"/>
              <a:cs typeface="Calibri"/>
            </a:endParaRPr>
          </a:p>
          <a:p>
            <a:r>
              <a:rPr lang="en-GB" b="1" dirty="0"/>
              <a:t>End-to-End Functionality:</a:t>
            </a:r>
            <a:r>
              <a:rPr lang="en-GB" dirty="0"/>
              <a:t> Ensure the application is fully functional with the new, integrated logic. A user must be able to complete the core journey using real data or intelligence.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6"/>
                </a:solidFill>
              </a:rPr>
              <a:t>Deliverable:</a:t>
            </a:r>
            <a:r>
              <a:rPr lang="en-GB">
                <a:solidFill>
                  <a:schemeClr val="accent6"/>
                </a:solidFill>
              </a:rPr>
              <a:t> A video demo (1-2 minutes) showcasing the fully integrated, working MVP. </a:t>
            </a:r>
            <a:endParaRPr lang="en-GB">
              <a:solidFill>
                <a:schemeClr val="accent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140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5EDF-9B04-5C84-2CE2-11DF8F55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 Light"/>
              </a:rPr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28358-7539-FD7F-E378-7B1B0677A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https://www.youtube.com/watch?v=pI0wQbJwIIs&amp;t=1902s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964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7717E-6633-EC8E-0DE1-6C78B171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Online deploy:  </a:t>
            </a:r>
            <a:r>
              <a:rPr lang="en-US" b="1" dirty="0">
                <a:solidFill>
                  <a:srgbClr val="FFFFFF"/>
                </a:solidFill>
              </a:rPr>
              <a:t>render.com</a:t>
            </a:r>
            <a:endParaRPr lang="en-US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C2FA-A759-CC27-3741-110FD27D8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2174905"/>
            <a:ext cx="8247380" cy="39106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</a:rPr>
              <a:t>Setup:</a:t>
            </a:r>
            <a:endParaRPr lang="en-US"/>
          </a:p>
          <a:p>
            <a:pPr lvl="1"/>
            <a:r>
              <a:rPr lang="en-US" dirty="0">
                <a:solidFill>
                  <a:srgbClr val="FFFFFF"/>
                </a:solidFill>
              </a:rPr>
              <a:t>Repository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Branch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Git Credentials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Root Directory </a:t>
            </a:r>
            <a:r>
              <a:rPr lang="en-US" dirty="0">
                <a:solidFill>
                  <a:srgbClr val="FFFFFF"/>
                </a:solidFill>
                <a:highlight>
                  <a:srgbClr val="C0C0C0"/>
                </a:highlight>
              </a:rPr>
              <a:t>deploy/</a:t>
            </a:r>
            <a:r>
              <a:rPr lang="en-US" err="1">
                <a:solidFill>
                  <a:srgbClr val="FFFFFF"/>
                </a:solidFill>
                <a:highlight>
                  <a:srgbClr val="C0C0C0"/>
                </a:highlight>
              </a:rPr>
              <a:t>flask_app_DL</a:t>
            </a:r>
            <a:endParaRPr lang="en-US">
              <a:solidFill>
                <a:srgbClr val="FFFFFF"/>
              </a:solidFill>
              <a:highlight>
                <a:srgbClr val="C0C0C0"/>
              </a:highlight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Build Command</a:t>
            </a:r>
            <a:r>
              <a:rPr lang="en-US" dirty="0">
                <a:solidFill>
                  <a:srgbClr val="FFFFFF"/>
                </a:solidFill>
                <a:highlight>
                  <a:srgbClr val="C0C0C0"/>
                </a:highlight>
              </a:rPr>
              <a:t> pip install -r requirements.txt</a:t>
            </a:r>
            <a:endParaRPr lang="en-US">
              <a:solidFill>
                <a:srgbClr val="FFFFFF"/>
              </a:solidFill>
              <a:highlight>
                <a:srgbClr val="C0C0C0"/>
              </a:highlight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Start Command </a:t>
            </a:r>
            <a:r>
              <a:rPr lang="en-US" err="1">
                <a:solidFill>
                  <a:srgbClr val="FFFFFF"/>
                </a:solidFill>
                <a:highlight>
                  <a:srgbClr val="C0C0C0"/>
                </a:highlight>
              </a:rPr>
              <a:t>gunicorn</a:t>
            </a:r>
            <a:r>
              <a:rPr lang="en-US" dirty="0">
                <a:solidFill>
                  <a:srgbClr val="FFFFFF"/>
                </a:solidFill>
                <a:highlight>
                  <a:srgbClr val="C0C0C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C0C0C0"/>
                </a:highlight>
              </a:rPr>
              <a:t>app:app</a:t>
            </a:r>
            <a:r>
              <a:rPr lang="en-US" dirty="0">
                <a:solidFill>
                  <a:srgbClr val="FFFFFF"/>
                </a:solidFill>
                <a:highlight>
                  <a:srgbClr val="C0C0C0"/>
                </a:highlight>
              </a:rPr>
              <a:t> --bind 0.0.0.0:$PORT</a:t>
            </a:r>
            <a:endParaRPr lang="en-US">
              <a:solidFill>
                <a:srgbClr val="FFFFFF"/>
              </a:solidFill>
              <a:highlight>
                <a:srgbClr val="C0C0C0"/>
              </a:highlight>
              <a:ea typeface="Calibri"/>
              <a:cs typeface="Calibri"/>
            </a:endParaRPr>
          </a:p>
          <a:p>
            <a:pPr marL="457200" lvl="1"/>
            <a:endParaRPr lang="en-US">
              <a:solidFill>
                <a:srgbClr val="FFFFFF"/>
              </a:solidFill>
              <a:highlight>
                <a:srgbClr val="C0C0C0"/>
              </a:highlight>
            </a:endParaRPr>
          </a:p>
          <a:p>
            <a:pPr lvl="1"/>
            <a:endParaRPr lang="en-US">
              <a:solidFill>
                <a:srgbClr val="FFFFFF"/>
              </a:solidFill>
              <a:highlight>
                <a:srgbClr val="C0C0C0"/>
              </a:highlight>
            </a:endParaRPr>
          </a:p>
          <a:p>
            <a:pPr lvl="1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5E72E-E582-9116-D9BC-FA62286AE170}"/>
              </a:ext>
            </a:extLst>
          </p:cNvPr>
          <p:cNvSpPr txBox="1"/>
          <p:nvPr/>
        </p:nvSpPr>
        <p:spPr>
          <a:xfrm>
            <a:off x="8846820" y="2073305"/>
            <a:ext cx="2517140" cy="41036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u="sng" baseline="0">
                <a:solidFill>
                  <a:srgbClr val="FFFFFF"/>
                </a:solidFill>
              </a:rPr>
              <a:t>requirements.txt</a:t>
            </a:r>
            <a:r>
              <a:rPr lang="en-US" sz="2400" u="sng">
                <a:solidFill>
                  <a:srgbClr val="FFFFFF"/>
                </a:solidFill>
              </a:rPr>
              <a:t>​</a:t>
            </a:r>
            <a:endParaRPr lang="en-US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>
                <a:solidFill>
                  <a:srgbClr val="FFFFFF"/>
                </a:solidFill>
              </a:rPr>
              <a:t>Flask</a:t>
            </a:r>
            <a:r>
              <a:rPr lang="en-US" sz="2400">
                <a:solidFill>
                  <a:srgbClr val="FFFFFF"/>
                </a:solidFill>
              </a:rPr>
              <a:t>​</a:t>
            </a:r>
            <a:endParaRPr lang="en-US" sz="2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 err="1">
                <a:solidFill>
                  <a:srgbClr val="FFFFFF"/>
                </a:solidFill>
              </a:rPr>
              <a:t>onnxruntime</a:t>
            </a:r>
            <a:r>
              <a:rPr lang="en-US" sz="2400">
                <a:solidFill>
                  <a:srgbClr val="FFFFFF"/>
                </a:solidFill>
              </a:rPr>
              <a:t>​</a:t>
            </a:r>
            <a:endParaRPr lang="en-US" sz="2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 err="1">
                <a:solidFill>
                  <a:srgbClr val="FFFFFF"/>
                </a:solidFill>
              </a:rPr>
              <a:t>numpy</a:t>
            </a:r>
            <a:r>
              <a:rPr lang="en-US" sz="2400">
                <a:solidFill>
                  <a:srgbClr val="FFFFFF"/>
                </a:solidFill>
              </a:rPr>
              <a:t>​</a:t>
            </a:r>
            <a:endParaRPr lang="en-US" sz="2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>
                <a:solidFill>
                  <a:srgbClr val="FFFFFF"/>
                </a:solidFill>
              </a:rPr>
              <a:t>Pillow</a:t>
            </a:r>
            <a:r>
              <a:rPr lang="en-US" sz="2400">
                <a:solidFill>
                  <a:srgbClr val="FFFFFF"/>
                </a:solidFill>
              </a:rPr>
              <a:t>​</a:t>
            </a:r>
            <a:endParaRPr lang="en-US" sz="2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 err="1">
                <a:solidFill>
                  <a:srgbClr val="FFFFFF"/>
                </a:solidFill>
              </a:rPr>
              <a:t>Werkzeug</a:t>
            </a:r>
            <a:r>
              <a:rPr lang="en-US" sz="2400">
                <a:solidFill>
                  <a:srgbClr val="FFFFFF"/>
                </a:solidFill>
              </a:rPr>
              <a:t>​</a:t>
            </a:r>
            <a:endParaRPr lang="en-US" sz="2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aseline="0" err="1">
                <a:solidFill>
                  <a:srgbClr val="FFFFFF"/>
                </a:solidFill>
              </a:rPr>
              <a:t>gunicorn</a:t>
            </a:r>
            <a:endParaRPr lang="en-US" sz="2400" baseline="0" err="1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082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8c896a-2c7a-453c-a372-c5a9d996764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9612703AB1245B110929651DA4EFF" ma:contentTypeVersion="10" ma:contentTypeDescription="Create a new document." ma:contentTypeScope="" ma:versionID="ecf2fada5d55cdb3950e5f558f164afc">
  <xsd:schema xmlns:xsd="http://www.w3.org/2001/XMLSchema" xmlns:xs="http://www.w3.org/2001/XMLSchema" xmlns:p="http://schemas.microsoft.com/office/2006/metadata/properties" xmlns:ns2="2d8c896a-2c7a-453c-a372-c5a9d996764a" targetNamespace="http://schemas.microsoft.com/office/2006/metadata/properties" ma:root="true" ma:fieldsID="27dc19fd6429b261af21789178676c87" ns2:_="">
    <xsd:import namespace="2d8c896a-2c7a-453c-a372-c5a9d99676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c896a-2c7a-453c-a372-c5a9d996764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885F66-1C3D-4608-B2A8-89EB7F2EB0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22844E-F629-4D66-97C4-77B234628329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customXml/itemProps3.xml><?xml version="1.0" encoding="utf-8"?>
<ds:datastoreItem xmlns:ds="http://schemas.openxmlformats.org/officeDocument/2006/customXml" ds:itemID="{66A449DC-4A60-48AE-82BC-6F8E340122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8c896a-2c7a-453c-a372-c5a9d99676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232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AI Deployment</vt:lpstr>
      <vt:lpstr>Flask</vt:lpstr>
      <vt:lpstr>Js Deploy – using tfjs</vt:lpstr>
      <vt:lpstr>Flask Deploy LLM </vt:lpstr>
      <vt:lpstr>Flask Deploy DL (vision)</vt:lpstr>
      <vt:lpstr>Milestone 5 (due to week 11, 12)</vt:lpstr>
      <vt:lpstr>References</vt:lpstr>
      <vt:lpstr>Online deploy:  render.com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tudor</cp:lastModifiedBy>
  <cp:revision>198</cp:revision>
  <dcterms:created xsi:type="dcterms:W3CDTF">2013-07-15T20:26:40Z</dcterms:created>
  <dcterms:modified xsi:type="dcterms:W3CDTF">2025-11-27T06:08:01Z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0x0101006EF9612703AB1245B110929651DA4EFF</vt:lpwstr>
  </property>
  <property fmtid="{D5CDD505-2E9C-101B-9397-08002B2CF9AE}" pid="3" name="MediaServiceImageTags">
    <vt:lpwstr/>
  </property>
</Properties>
</file>