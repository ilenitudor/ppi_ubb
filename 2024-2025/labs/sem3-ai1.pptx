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60" r:id="rId7"/>
    <p:sldId id="261" r:id="rId8"/>
    <p:sldId id="269" r:id="rId9"/>
    <p:sldId id="267" r:id="rId10"/>
    <p:sldId id="271" r:id="rId11"/>
    <p:sldId id="268" r:id="rId12"/>
    <p:sldId id="272" r:id="rId13"/>
    <p:sldId id="273" r:id="rId14"/>
    <p:sldId id="270" r:id="rId15"/>
    <p:sldId id="274" r:id="rId16"/>
    <p:sldId id="275" r:id="rId17"/>
    <p:sldId id="278" r:id="rId18"/>
    <p:sldId id="279" r:id="rId19"/>
    <p:sldId id="281" r:id="rId20"/>
    <p:sldId id="280" r:id="rId21"/>
    <p:sldId id="276" r:id="rId22"/>
    <p:sldId id="259" r:id="rId23"/>
    <p:sldId id="258" r:id="rId24"/>
    <p:sldId id="277" r:id="rId25"/>
    <p:sldId id="262" r:id="rId26"/>
    <p:sldId id="264" r:id="rId27"/>
    <p:sldId id="265" r:id="rId28"/>
    <p:sldId id="26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87DB7F-4B06-1F67-998D-2F833B18173B}" v="477" dt="2024-07-26T06:00:58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AD74B2AE-286D-DD90-AA95-B64E3C11C9D7}"/>
    <pc:docChg chg="addSld modSld sldOrd">
      <pc:chgData name="TUDOR-ALEXANDRU ILENI" userId="S::tudor.ileni@ubbcluj.ro::d7b28f6b-7e8e-48e3-b06b-cc0a244d3028" providerId="AD" clId="Web-{AD74B2AE-286D-DD90-AA95-B64E3C11C9D7}" dt="2023-10-25T06:49:27.395" v="305" actId="20577"/>
      <pc:docMkLst>
        <pc:docMk/>
      </pc:docMkLst>
      <pc:sldChg chg="modSp">
        <pc:chgData name="TUDOR-ALEXANDRU ILENI" userId="S::tudor.ileni@ubbcluj.ro::d7b28f6b-7e8e-48e3-b06b-cc0a244d3028" providerId="AD" clId="Web-{AD74B2AE-286D-DD90-AA95-B64E3C11C9D7}" dt="2023-10-25T05:02:22.288" v="187" actId="14100"/>
        <pc:sldMkLst>
          <pc:docMk/>
          <pc:sldMk cId="3071911754" sldId="258"/>
        </pc:sldMkLst>
        <pc:spChg chg="mod">
          <ac:chgData name="TUDOR-ALEXANDRU ILENI" userId="S::tudor.ileni@ubbcluj.ro::d7b28f6b-7e8e-48e3-b06b-cc0a244d3028" providerId="AD" clId="Web-{AD74B2AE-286D-DD90-AA95-B64E3C11C9D7}" dt="2023-10-25T05:02:22.288" v="187" actId="14100"/>
          <ac:spMkLst>
            <pc:docMk/>
            <pc:sldMk cId="3071911754" sldId="258"/>
            <ac:spMk id="3" creationId="{CD22F503-3593-5E9B-FBFB-AF518C78DF9C}"/>
          </ac:spMkLst>
        </pc:spChg>
      </pc:sldChg>
      <pc:sldChg chg="modSp ord">
        <pc:chgData name="TUDOR-ALEXANDRU ILENI" userId="S::tudor.ileni@ubbcluj.ro::d7b28f6b-7e8e-48e3-b06b-cc0a244d3028" providerId="AD" clId="Web-{AD74B2AE-286D-DD90-AA95-B64E3C11C9D7}" dt="2023-10-25T06:49:27.395" v="305" actId="20577"/>
        <pc:sldMkLst>
          <pc:docMk/>
          <pc:sldMk cId="649648864" sldId="259"/>
        </pc:sldMkLst>
        <pc:spChg chg="mod">
          <ac:chgData name="TUDOR-ALEXANDRU ILENI" userId="S::tudor.ileni@ubbcluj.ro::d7b28f6b-7e8e-48e3-b06b-cc0a244d3028" providerId="AD" clId="Web-{AD74B2AE-286D-DD90-AA95-B64E3C11C9D7}" dt="2023-10-25T06:49:27.395" v="305" actId="20577"/>
          <ac:spMkLst>
            <pc:docMk/>
            <pc:sldMk cId="649648864" sldId="259"/>
            <ac:spMk id="3" creationId="{76E35A7C-3759-4792-59D2-D2709BC0AA3C}"/>
          </ac:spMkLst>
        </pc:spChg>
      </pc:sldChg>
      <pc:sldChg chg="modSp">
        <pc:chgData name="TUDOR-ALEXANDRU ILENI" userId="S::tudor.ileni@ubbcluj.ro::d7b28f6b-7e8e-48e3-b06b-cc0a244d3028" providerId="AD" clId="Web-{AD74B2AE-286D-DD90-AA95-B64E3C11C9D7}" dt="2023-10-25T04:39:27.637" v="79" actId="20577"/>
        <pc:sldMkLst>
          <pc:docMk/>
          <pc:sldMk cId="4213938517" sldId="267"/>
        </pc:sldMkLst>
        <pc:spChg chg="mod">
          <ac:chgData name="TUDOR-ALEXANDRU ILENI" userId="S::tudor.ileni@ubbcluj.ro::d7b28f6b-7e8e-48e3-b06b-cc0a244d3028" providerId="AD" clId="Web-{AD74B2AE-286D-DD90-AA95-B64E3C11C9D7}" dt="2023-10-25T04:39:27.637" v="79" actId="20577"/>
          <ac:spMkLst>
            <pc:docMk/>
            <pc:sldMk cId="4213938517" sldId="267"/>
            <ac:spMk id="3" creationId="{8B7FD4EB-CBC6-0E42-42B1-3FF34677F82A}"/>
          </ac:spMkLst>
        </pc:spChg>
      </pc:sldChg>
      <pc:sldChg chg="addSp modSp mod ord setBg">
        <pc:chgData name="TUDOR-ALEXANDRU ILENI" userId="S::tudor.ileni@ubbcluj.ro::d7b28f6b-7e8e-48e3-b06b-cc0a244d3028" providerId="AD" clId="Web-{AD74B2AE-286D-DD90-AA95-B64E3C11C9D7}" dt="2023-10-25T05:47:45.135" v="262" actId="14100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AD74B2AE-286D-DD90-AA95-B64E3C11C9D7}" dt="2023-10-25T05:47:28.197" v="260"/>
          <ac:spMkLst>
            <pc:docMk/>
            <pc:sldMk cId="1385755987" sldId="270"/>
            <ac:spMk id="2" creationId="{998250B5-212D-047D-FDD0-FA14D29FD460}"/>
          </ac:spMkLst>
        </pc:spChg>
        <pc:spChg chg="mod">
          <ac:chgData name="TUDOR-ALEXANDRU ILENI" userId="S::tudor.ileni@ubbcluj.ro::d7b28f6b-7e8e-48e3-b06b-cc0a244d3028" providerId="AD" clId="Web-{AD74B2AE-286D-DD90-AA95-B64E3C11C9D7}" dt="2023-10-25T05:47:45.135" v="262" actId="14100"/>
          <ac:spMkLst>
            <pc:docMk/>
            <pc:sldMk cId="1385755987" sldId="270"/>
            <ac:spMk id="3" creationId="{3BB38846-BB5A-0CD0-2B7F-AF9B352695B5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5:47:28.197" v="260"/>
          <ac:spMkLst>
            <pc:docMk/>
            <pc:sldMk cId="1385755987" sldId="270"/>
            <ac:spMk id="8" creationId="{081EA652-8C6A-4E69-BEB9-170809474553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5:47:28.197" v="260"/>
          <ac:spMkLst>
            <pc:docMk/>
            <pc:sldMk cId="1385755987" sldId="270"/>
            <ac:spMk id="10" creationId="{5298780A-33B9-4EA2-8F67-DE68AD62841B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5:47:28.197" v="260"/>
          <ac:spMkLst>
            <pc:docMk/>
            <pc:sldMk cId="1385755987" sldId="270"/>
            <ac:spMk id="12" creationId="{7F488E8B-4E1E-4402-8935-D4E6C02615C7}"/>
          </ac:spMkLst>
        </pc:spChg>
        <pc:cxnChg chg="add">
          <ac:chgData name="TUDOR-ALEXANDRU ILENI" userId="S::tudor.ileni@ubbcluj.ro::d7b28f6b-7e8e-48e3-b06b-cc0a244d3028" providerId="AD" clId="Web-{AD74B2AE-286D-DD90-AA95-B64E3C11C9D7}" dt="2023-10-25T05:47:28.197" v="260"/>
          <ac:cxnSpMkLst>
            <pc:docMk/>
            <pc:sldMk cId="1385755987" sldId="270"/>
            <ac:cxnSpMk id="14" creationId="{23AAC9B5-8015-485C-ACF9-A750390E9A56}"/>
          </ac:cxnSpMkLst>
        </pc:cxnChg>
      </pc:sldChg>
      <pc:sldChg chg="addSp delSp modSp new mod setBg">
        <pc:chgData name="TUDOR-ALEXANDRU ILENI" userId="S::tudor.ileni@ubbcluj.ro::d7b28f6b-7e8e-48e3-b06b-cc0a244d3028" providerId="AD" clId="Web-{AD74B2AE-286D-DD90-AA95-B64E3C11C9D7}" dt="2023-10-25T04:28:03.132" v="15" actId="1076"/>
        <pc:sldMkLst>
          <pc:docMk/>
          <pc:sldMk cId="1447397908" sldId="271"/>
        </pc:sldMkLst>
        <pc:spChg chg="del">
          <ac:chgData name="TUDOR-ALEXANDRU ILENI" userId="S::tudor.ileni@ubbcluj.ro::d7b28f6b-7e8e-48e3-b06b-cc0a244d3028" providerId="AD" clId="Web-{AD74B2AE-286D-DD90-AA95-B64E3C11C9D7}" dt="2023-10-25T04:26:51.254" v="5"/>
          <ac:spMkLst>
            <pc:docMk/>
            <pc:sldMk cId="1447397908" sldId="271"/>
            <ac:spMk id="2" creationId="{7A628C0A-0FA5-2054-D873-1D73D9A5C908}"/>
          </ac:spMkLst>
        </pc:spChg>
        <pc:spChg chg="del mod">
          <ac:chgData name="TUDOR-ALEXANDRU ILENI" userId="S::tudor.ileni@ubbcluj.ro::d7b28f6b-7e8e-48e3-b06b-cc0a244d3028" providerId="AD" clId="Web-{AD74B2AE-286D-DD90-AA95-B64E3C11C9D7}" dt="2023-10-25T04:26:50.191" v="4"/>
          <ac:spMkLst>
            <pc:docMk/>
            <pc:sldMk cId="1447397908" sldId="271"/>
            <ac:spMk id="3" creationId="{0CA11E56-062F-8144-AA31-3D876F684D3B}"/>
          </ac:spMkLst>
        </pc:spChg>
        <pc:spChg chg="add mod">
          <ac:chgData name="TUDOR-ALEXANDRU ILENI" userId="S::tudor.ileni@ubbcluj.ro::d7b28f6b-7e8e-48e3-b06b-cc0a244d3028" providerId="AD" clId="Web-{AD74B2AE-286D-DD90-AA95-B64E3C11C9D7}" dt="2023-10-25T04:28:03.132" v="15" actId="1076"/>
          <ac:spMkLst>
            <pc:docMk/>
            <pc:sldMk cId="1447397908" sldId="271"/>
            <ac:spMk id="5" creationId="{2C7B3B8C-ECF8-ED19-6971-A01FECBBF288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9" creationId="{F3060C83-F051-4F0E-ABAD-AA0DFC48B218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11" creationId="{83C98ABE-055B-441F-B07E-44F97F083C39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13" creationId="{29FDB030-9B49-4CED-8CCD-4D99382388AC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15" creationId="{3783CA14-24A1-485C-8B30-D6A5D87987AD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17" creationId="{9A97C86A-04D6-40F7-AE84-31AB43E6A846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19" creationId="{FF9F2414-84E8-453E-B1F3-389FDE8192D9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27:34.537" v="10"/>
          <ac:spMkLst>
            <pc:docMk/>
            <pc:sldMk cId="1447397908" sldId="271"/>
            <ac:spMk id="21" creationId="{3ECA69A1-7536-43AC-85EF-C7106179F5ED}"/>
          </ac:spMkLst>
        </pc:spChg>
        <pc:picChg chg="add mod">
          <ac:chgData name="TUDOR-ALEXANDRU ILENI" userId="S::tudor.ileni@ubbcluj.ro::d7b28f6b-7e8e-48e3-b06b-cc0a244d3028" providerId="AD" clId="Web-{AD74B2AE-286D-DD90-AA95-B64E3C11C9D7}" dt="2023-10-25T04:27:38.365" v="11" actId="1076"/>
          <ac:picMkLst>
            <pc:docMk/>
            <pc:sldMk cId="1447397908" sldId="271"/>
            <ac:picMk id="4" creationId="{502C9138-F026-50E0-E8F1-CA8469FA834B}"/>
          </ac:picMkLst>
        </pc:picChg>
      </pc:sldChg>
      <pc:sldChg chg="addSp modSp new mod setBg">
        <pc:chgData name="TUDOR-ALEXANDRU ILENI" userId="S::tudor.ileni@ubbcluj.ro::d7b28f6b-7e8e-48e3-b06b-cc0a244d3028" providerId="AD" clId="Web-{AD74B2AE-286D-DD90-AA95-B64E3C11C9D7}" dt="2023-10-25T05:46:24.523" v="243" actId="20577"/>
        <pc:sldMkLst>
          <pc:docMk/>
          <pc:sldMk cId="2806085550" sldId="272"/>
        </pc:sldMkLst>
        <pc:spChg chg="mod">
          <ac:chgData name="TUDOR-ALEXANDRU ILENI" userId="S::tudor.ileni@ubbcluj.ro::d7b28f6b-7e8e-48e3-b06b-cc0a244d3028" providerId="AD" clId="Web-{AD74B2AE-286D-DD90-AA95-B64E3C11C9D7}" dt="2023-10-25T04:40:59.343" v="102" actId="20577"/>
          <ac:spMkLst>
            <pc:docMk/>
            <pc:sldMk cId="2806085550" sldId="272"/>
            <ac:spMk id="2" creationId="{BDCDCF5A-DDCA-23E8-3D19-3281A587D9E2}"/>
          </ac:spMkLst>
        </pc:spChg>
        <pc:spChg chg="mod">
          <ac:chgData name="TUDOR-ALEXANDRU ILENI" userId="S::tudor.ileni@ubbcluj.ro::d7b28f6b-7e8e-48e3-b06b-cc0a244d3028" providerId="AD" clId="Web-{AD74B2AE-286D-DD90-AA95-B64E3C11C9D7}" dt="2023-10-25T05:46:24.523" v="243" actId="20577"/>
          <ac:spMkLst>
            <pc:docMk/>
            <pc:sldMk cId="2806085550" sldId="272"/>
            <ac:spMk id="3" creationId="{05C0BCF7-1975-20C6-3A17-D4E7D8B25138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40:31.139" v="98"/>
          <ac:spMkLst>
            <pc:docMk/>
            <pc:sldMk cId="2806085550" sldId="272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40:31.139" v="98"/>
          <ac:spMkLst>
            <pc:docMk/>
            <pc:sldMk cId="2806085550" sldId="272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AD74B2AE-286D-DD90-AA95-B64E3C11C9D7}" dt="2023-10-25T04:40:31.139" v="98"/>
          <ac:picMkLst>
            <pc:docMk/>
            <pc:sldMk cId="2806085550" sldId="272"/>
            <ac:picMk id="5" creationId="{F29C9E75-5B1B-1411-0C33-B159DADCE171}"/>
          </ac:picMkLst>
        </pc:picChg>
      </pc:sldChg>
      <pc:sldChg chg="addSp modSp new mod setBg">
        <pc:chgData name="TUDOR-ALEXANDRU ILENI" userId="S::tudor.ileni@ubbcluj.ro::d7b28f6b-7e8e-48e3-b06b-cc0a244d3028" providerId="AD" clId="Web-{AD74B2AE-286D-DD90-AA95-B64E3C11C9D7}" dt="2023-10-25T04:41:51.141" v="108"/>
        <pc:sldMkLst>
          <pc:docMk/>
          <pc:sldMk cId="3842336103" sldId="273"/>
        </pc:sldMkLst>
        <pc:spChg chg="mod">
          <ac:chgData name="TUDOR-ALEXANDRU ILENI" userId="S::tudor.ileni@ubbcluj.ro::d7b28f6b-7e8e-48e3-b06b-cc0a244d3028" providerId="AD" clId="Web-{AD74B2AE-286D-DD90-AA95-B64E3C11C9D7}" dt="2023-10-25T04:41:51.141" v="108"/>
          <ac:spMkLst>
            <pc:docMk/>
            <pc:sldMk cId="3842336103" sldId="273"/>
            <ac:spMk id="2" creationId="{37110898-3E4E-5422-52F6-8E7D2F8EA4A2}"/>
          </ac:spMkLst>
        </pc:spChg>
        <pc:spChg chg="mod">
          <ac:chgData name="TUDOR-ALEXANDRU ILENI" userId="S::tudor.ileni@ubbcluj.ro::d7b28f6b-7e8e-48e3-b06b-cc0a244d3028" providerId="AD" clId="Web-{AD74B2AE-286D-DD90-AA95-B64E3C11C9D7}" dt="2023-10-25T04:41:51.141" v="108"/>
          <ac:spMkLst>
            <pc:docMk/>
            <pc:sldMk cId="3842336103" sldId="273"/>
            <ac:spMk id="3" creationId="{C9700BD8-8DBA-C0A9-CD74-1603B8461023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41:51.141" v="108"/>
          <ac:spMkLst>
            <pc:docMk/>
            <pc:sldMk cId="3842336103" sldId="273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41:51.141" v="108"/>
          <ac:spMkLst>
            <pc:docMk/>
            <pc:sldMk cId="3842336103" sldId="273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AD74B2AE-286D-DD90-AA95-B64E3C11C9D7}" dt="2023-10-25T04:41:51.141" v="108"/>
          <ac:picMkLst>
            <pc:docMk/>
            <pc:sldMk cId="3842336103" sldId="273"/>
            <ac:picMk id="5" creationId="{BC094CC8-7622-3182-3B1B-1FED4D934622}"/>
          </ac:picMkLst>
        </pc:picChg>
      </pc:sldChg>
      <pc:sldChg chg="addSp delSp modSp new mod setBg">
        <pc:chgData name="TUDOR-ALEXANDRU ILENI" userId="S::tudor.ileni@ubbcluj.ro::d7b28f6b-7e8e-48e3-b06b-cc0a244d3028" providerId="AD" clId="Web-{AD74B2AE-286D-DD90-AA95-B64E3C11C9D7}" dt="2023-10-25T05:46:58.930" v="249" actId="20577"/>
        <pc:sldMkLst>
          <pc:docMk/>
          <pc:sldMk cId="3530866412" sldId="274"/>
        </pc:sldMkLst>
        <pc:spChg chg="mod">
          <ac:chgData name="TUDOR-ALEXANDRU ILENI" userId="S::tudor.ileni@ubbcluj.ro::d7b28f6b-7e8e-48e3-b06b-cc0a244d3028" providerId="AD" clId="Web-{AD74B2AE-286D-DD90-AA95-B64E3C11C9D7}" dt="2023-10-25T05:46:34.680" v="247" actId="20577"/>
          <ac:spMkLst>
            <pc:docMk/>
            <pc:sldMk cId="3530866412" sldId="274"/>
            <ac:spMk id="2" creationId="{5899709C-FF2B-2DFD-DDAC-5874D6822AAB}"/>
          </ac:spMkLst>
        </pc:spChg>
        <pc:spChg chg="mod">
          <ac:chgData name="TUDOR-ALEXANDRU ILENI" userId="S::tudor.ileni@ubbcluj.ro::d7b28f6b-7e8e-48e3-b06b-cc0a244d3028" providerId="AD" clId="Web-{AD74B2AE-286D-DD90-AA95-B64E3C11C9D7}" dt="2023-10-25T05:46:58.930" v="249" actId="20577"/>
          <ac:spMkLst>
            <pc:docMk/>
            <pc:sldMk cId="3530866412" sldId="274"/>
            <ac:spMk id="3" creationId="{D4C63AE5-D907-3D28-019A-6C871B29AC32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43:40.863" v="118"/>
          <ac:spMkLst>
            <pc:docMk/>
            <pc:sldMk cId="3530866412" sldId="274"/>
            <ac:spMk id="8" creationId="{100EDD19-6802-4EC3-95CE-CFFAB042CFD6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43:40.863" v="118"/>
          <ac:spMkLst>
            <pc:docMk/>
            <pc:sldMk cId="3530866412" sldId="274"/>
            <ac:spMk id="10" creationId="{DB17E863-922E-4C26-BD64-E8FD41D28661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44:20.771" v="121"/>
          <ac:spMkLst>
            <pc:docMk/>
            <pc:sldMk cId="3530866412" sldId="274"/>
            <ac:spMk id="15" creationId="{45D37F4E-DDB4-456B-97E0-9937730A039F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44:20.771" v="121"/>
          <ac:spMkLst>
            <pc:docMk/>
            <pc:sldMk cId="3530866412" sldId="274"/>
            <ac:spMk id="17" creationId="{B2DD41CD-8F47-4F56-AD12-4E2FF7696987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54:33.743" v="130"/>
          <ac:spMkLst>
            <pc:docMk/>
            <pc:sldMk cId="3530866412" sldId="274"/>
            <ac:spMk id="22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AD74B2AE-286D-DD90-AA95-B64E3C11C9D7}" dt="2023-10-25T04:54:33.743" v="130"/>
          <ac:spMkLst>
            <pc:docMk/>
            <pc:sldMk cId="3530866412" sldId="274"/>
            <ac:spMk id="24" creationId="{D4974D33-8DC5-464E-8C6D-BE58F0669C17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4:54:33.743" v="130"/>
          <ac:spMkLst>
            <pc:docMk/>
            <pc:sldMk cId="3530866412" sldId="274"/>
            <ac:spMk id="29" creationId="{D009D6D5-DAC2-4A8B-A17A-E206B9012D09}"/>
          </ac:spMkLst>
        </pc:spChg>
        <pc:picChg chg="add del mod">
          <ac:chgData name="TUDOR-ALEXANDRU ILENI" userId="S::tudor.ileni@ubbcluj.ro::d7b28f6b-7e8e-48e3-b06b-cc0a244d3028" providerId="AD" clId="Web-{AD74B2AE-286D-DD90-AA95-B64E3C11C9D7}" dt="2023-10-25T04:44:09.208" v="119"/>
          <ac:picMkLst>
            <pc:docMk/>
            <pc:sldMk cId="3530866412" sldId="274"/>
            <ac:picMk id="4" creationId="{6BFE28A7-3AAB-8CF6-F0AD-CF1AA957F4FE}"/>
          </ac:picMkLst>
        </pc:picChg>
        <pc:picChg chg="add mod">
          <ac:chgData name="TUDOR-ALEXANDRU ILENI" userId="S::tudor.ileni@ubbcluj.ro::d7b28f6b-7e8e-48e3-b06b-cc0a244d3028" providerId="AD" clId="Web-{AD74B2AE-286D-DD90-AA95-B64E3C11C9D7}" dt="2023-10-25T04:54:33.743" v="130"/>
          <ac:picMkLst>
            <pc:docMk/>
            <pc:sldMk cId="3530866412" sldId="274"/>
            <ac:picMk id="5" creationId="{79ECF5E2-85E2-3893-47DE-D28BA85A1D84}"/>
          </ac:picMkLst>
        </pc:picChg>
      </pc:sldChg>
      <pc:sldChg chg="addSp modSp new mod setBg">
        <pc:chgData name="TUDOR-ALEXANDRU ILENI" userId="S::tudor.ileni@ubbcluj.ro::d7b28f6b-7e8e-48e3-b06b-cc0a244d3028" providerId="AD" clId="Web-{AD74B2AE-286D-DD90-AA95-B64E3C11C9D7}" dt="2023-10-25T05:22:19.434" v="217" actId="20577"/>
        <pc:sldMkLst>
          <pc:docMk/>
          <pc:sldMk cId="2086375421" sldId="275"/>
        </pc:sldMkLst>
        <pc:spChg chg="mod">
          <ac:chgData name="TUDOR-ALEXANDRU ILENI" userId="S::tudor.ileni@ubbcluj.ro::d7b28f6b-7e8e-48e3-b06b-cc0a244d3028" providerId="AD" clId="Web-{AD74B2AE-286D-DD90-AA95-B64E3C11C9D7}" dt="2023-10-25T05:22:13.715" v="215" actId="20577"/>
          <ac:spMkLst>
            <pc:docMk/>
            <pc:sldMk cId="2086375421" sldId="275"/>
            <ac:spMk id="2" creationId="{39C8847A-4A1B-B098-B511-AFE8EEF32F9D}"/>
          </ac:spMkLst>
        </pc:spChg>
        <pc:spChg chg="mod">
          <ac:chgData name="TUDOR-ALEXANDRU ILENI" userId="S::tudor.ileni@ubbcluj.ro::d7b28f6b-7e8e-48e3-b06b-cc0a244d3028" providerId="AD" clId="Web-{AD74B2AE-286D-DD90-AA95-B64E3C11C9D7}" dt="2023-10-25T05:22:19.434" v="217" actId="20577"/>
          <ac:spMkLst>
            <pc:docMk/>
            <pc:sldMk cId="2086375421" sldId="275"/>
            <ac:spMk id="3" creationId="{17D439B6-92A6-2379-A5E1-AEF41C74F321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5:22:05.183" v="214"/>
          <ac:spMkLst>
            <pc:docMk/>
            <pc:sldMk cId="2086375421" sldId="275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AD74B2AE-286D-DD90-AA95-B64E3C11C9D7}" dt="2023-10-25T05:22:05.183" v="214"/>
          <ac:spMkLst>
            <pc:docMk/>
            <pc:sldMk cId="2086375421" sldId="275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AD74B2AE-286D-DD90-AA95-B64E3C11C9D7}" dt="2023-10-25T05:22:05.183" v="214"/>
          <ac:picMkLst>
            <pc:docMk/>
            <pc:sldMk cId="2086375421" sldId="275"/>
            <ac:picMk id="5" creationId="{F952D12F-FD58-15DE-FA78-6AD84DD18A49}"/>
          </ac:picMkLst>
        </pc:picChg>
      </pc:sldChg>
    </pc:docChg>
  </pc:docChgLst>
  <pc:docChgLst>
    <pc:chgData name="TUDOR-ALEXANDRU ILENI" userId="S::tudor.ileni@ubbcluj.ro::d7b28f6b-7e8e-48e3-b06b-cc0a244d3028" providerId="AD" clId="Web-{DDC3559F-0F50-3674-57E8-C343FAB9F4D0}"/>
    <pc:docChg chg="modSld">
      <pc:chgData name="TUDOR-ALEXANDRU ILENI" userId="S::tudor.ileni@ubbcluj.ro::d7b28f6b-7e8e-48e3-b06b-cc0a244d3028" providerId="AD" clId="Web-{DDC3559F-0F50-3674-57E8-C343FAB9F4D0}" dt="2023-11-10T05:45:20.815" v="2" actId="20577"/>
      <pc:docMkLst>
        <pc:docMk/>
      </pc:docMkLst>
      <pc:sldChg chg="modSp">
        <pc:chgData name="TUDOR-ALEXANDRU ILENI" userId="S::tudor.ileni@ubbcluj.ro::d7b28f6b-7e8e-48e3-b06b-cc0a244d3028" providerId="AD" clId="Web-{DDC3559F-0F50-3674-57E8-C343FAB9F4D0}" dt="2023-11-10T05:45:20.815" v="2" actId="20577"/>
        <pc:sldMkLst>
          <pc:docMk/>
          <pc:sldMk cId="2806085550" sldId="272"/>
        </pc:sldMkLst>
        <pc:spChg chg="mod">
          <ac:chgData name="TUDOR-ALEXANDRU ILENI" userId="S::tudor.ileni@ubbcluj.ro::d7b28f6b-7e8e-48e3-b06b-cc0a244d3028" providerId="AD" clId="Web-{DDC3559F-0F50-3674-57E8-C343FAB9F4D0}" dt="2023-11-10T05:45:20.815" v="2" actId="20577"/>
          <ac:spMkLst>
            <pc:docMk/>
            <pc:sldMk cId="2806085550" sldId="272"/>
            <ac:spMk id="4" creationId="{868BE148-58DB-B8BC-B4E7-C1E13B8F773A}"/>
          </ac:spMkLst>
        </pc:spChg>
      </pc:sldChg>
    </pc:docChg>
  </pc:docChgLst>
  <pc:docChgLst>
    <pc:chgData name="Tudor-Alexandru Ileni" userId="S::tudor.ileni@ubbcluj.ro::d7b28f6b-7e8e-48e3-b06b-cc0a244d3028" providerId="AD" clId="Web-{CA87DB7F-4B06-1F67-998D-2F833B18173B}"/>
    <pc:docChg chg="addSld modSld sldOrd">
      <pc:chgData name="Tudor-Alexandru Ileni" userId="S::tudor.ileni@ubbcluj.ro::d7b28f6b-7e8e-48e3-b06b-cc0a244d3028" providerId="AD" clId="Web-{CA87DB7F-4B06-1F67-998D-2F833B18173B}" dt="2024-07-26T06:00:54.975" v="506" actId="20577"/>
      <pc:docMkLst>
        <pc:docMk/>
      </pc:docMkLst>
      <pc:sldChg chg="modSp">
        <pc:chgData name="Tudor-Alexandru Ileni" userId="S::tudor.ileni@ubbcluj.ro::d7b28f6b-7e8e-48e3-b06b-cc0a244d3028" providerId="AD" clId="Web-{CA87DB7F-4B06-1F67-998D-2F833B18173B}" dt="2024-07-26T04:50:05.655" v="77" actId="20577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CA87DB7F-4B06-1F67-998D-2F833B18173B}" dt="2024-07-26T04:50:05.655" v="7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Tudor-Alexandru Ileni" userId="S::tudor.ileni@ubbcluj.ro::d7b28f6b-7e8e-48e3-b06b-cc0a244d3028" providerId="AD" clId="Web-{CA87DB7F-4B06-1F67-998D-2F833B18173B}" dt="2024-07-26T04:35:51.337" v="2" actId="20577"/>
        <pc:sldMkLst>
          <pc:docMk/>
          <pc:sldMk cId="2514973576" sldId="260"/>
        </pc:sldMkLst>
        <pc:spChg chg="mod">
          <ac:chgData name="Tudor-Alexandru Ileni" userId="S::tudor.ileni@ubbcluj.ro::d7b28f6b-7e8e-48e3-b06b-cc0a244d3028" providerId="AD" clId="Web-{CA87DB7F-4B06-1F67-998D-2F833B18173B}" dt="2024-07-26T04:35:51.337" v="2" actId="20577"/>
          <ac:spMkLst>
            <pc:docMk/>
            <pc:sldMk cId="2514973576" sldId="260"/>
            <ac:spMk id="3" creationId="{C1D41D74-FD2F-DB61-1745-21EA256A4731}"/>
          </ac:spMkLst>
        </pc:spChg>
      </pc:sldChg>
      <pc:sldChg chg="modSp">
        <pc:chgData name="Tudor-Alexandru Ileni" userId="S::tudor.ileni@ubbcluj.ro::d7b28f6b-7e8e-48e3-b06b-cc0a244d3028" providerId="AD" clId="Web-{CA87DB7F-4B06-1F67-998D-2F833B18173B}" dt="2024-07-26T04:36:29.385" v="7" actId="20577"/>
        <pc:sldMkLst>
          <pc:docMk/>
          <pc:sldMk cId="59600405" sldId="261"/>
        </pc:sldMkLst>
        <pc:spChg chg="mod">
          <ac:chgData name="Tudor-Alexandru Ileni" userId="S::tudor.ileni@ubbcluj.ro::d7b28f6b-7e8e-48e3-b06b-cc0a244d3028" providerId="AD" clId="Web-{CA87DB7F-4B06-1F67-998D-2F833B18173B}" dt="2024-07-26T04:36:29.385" v="7" actId="20577"/>
          <ac:spMkLst>
            <pc:docMk/>
            <pc:sldMk cId="59600405" sldId="261"/>
            <ac:spMk id="3" creationId="{CABD3F8F-5166-FEA5-25D3-4BE7845B24A6}"/>
          </ac:spMkLst>
        </pc:spChg>
      </pc:sldChg>
      <pc:sldChg chg="ord">
        <pc:chgData name="Tudor-Alexandru Ileni" userId="S::tudor.ileni@ubbcluj.ro::d7b28f6b-7e8e-48e3-b06b-cc0a244d3028" providerId="AD" clId="Web-{CA87DB7F-4B06-1F67-998D-2F833B18173B}" dt="2024-07-26T04:49:33.920" v="65"/>
        <pc:sldMkLst>
          <pc:docMk/>
          <pc:sldMk cId="1119507887" sldId="262"/>
        </pc:sldMkLst>
      </pc:sldChg>
      <pc:sldChg chg="ord">
        <pc:chgData name="Tudor-Alexandru Ileni" userId="S::tudor.ileni@ubbcluj.ro::d7b28f6b-7e8e-48e3-b06b-cc0a244d3028" providerId="AD" clId="Web-{CA87DB7F-4B06-1F67-998D-2F833B18173B}" dt="2024-07-26T04:49:33.920" v="64"/>
        <pc:sldMkLst>
          <pc:docMk/>
          <pc:sldMk cId="1911565524" sldId="264"/>
        </pc:sldMkLst>
      </pc:sldChg>
      <pc:sldChg chg="ord">
        <pc:chgData name="Tudor-Alexandru Ileni" userId="S::tudor.ileni@ubbcluj.ro::d7b28f6b-7e8e-48e3-b06b-cc0a244d3028" providerId="AD" clId="Web-{CA87DB7F-4B06-1F67-998D-2F833B18173B}" dt="2024-07-26T04:49:33.920" v="63"/>
        <pc:sldMkLst>
          <pc:docMk/>
          <pc:sldMk cId="4284332790" sldId="265"/>
        </pc:sldMkLst>
      </pc:sldChg>
      <pc:sldChg chg="ord">
        <pc:chgData name="Tudor-Alexandru Ileni" userId="S::tudor.ileni@ubbcluj.ro::d7b28f6b-7e8e-48e3-b06b-cc0a244d3028" providerId="AD" clId="Web-{CA87DB7F-4B06-1F67-998D-2F833B18173B}" dt="2024-07-26T04:49:33.904" v="62"/>
        <pc:sldMkLst>
          <pc:docMk/>
          <pc:sldMk cId="65445151" sldId="266"/>
        </pc:sldMkLst>
      </pc:sldChg>
      <pc:sldChg chg="addSp modSp new mod setBg">
        <pc:chgData name="Tudor-Alexandru Ileni" userId="S::tudor.ileni@ubbcluj.ro::d7b28f6b-7e8e-48e3-b06b-cc0a244d3028" providerId="AD" clId="Web-{CA87DB7F-4B06-1F67-998D-2F833B18173B}" dt="2024-07-26T04:53:05.527" v="78"/>
        <pc:sldMkLst>
          <pc:docMk/>
          <pc:sldMk cId="3585150546" sldId="276"/>
        </pc:sldMkLst>
        <pc:spChg chg="mod">
          <ac:chgData name="Tudor-Alexandru Ileni" userId="S::tudor.ileni@ubbcluj.ro::d7b28f6b-7e8e-48e3-b06b-cc0a244d3028" providerId="AD" clId="Web-{CA87DB7F-4B06-1F67-998D-2F833B18173B}" dt="2024-07-26T04:53:05.527" v="78"/>
          <ac:spMkLst>
            <pc:docMk/>
            <pc:sldMk cId="3585150546" sldId="276"/>
            <ac:spMk id="2" creationId="{A6406E3A-BD59-5FAC-3D5A-4E99D6F04536}"/>
          </ac:spMkLst>
        </pc:spChg>
        <pc:spChg chg="mod">
          <ac:chgData name="Tudor-Alexandru Ileni" userId="S::tudor.ileni@ubbcluj.ro::d7b28f6b-7e8e-48e3-b06b-cc0a244d3028" providerId="AD" clId="Web-{CA87DB7F-4B06-1F67-998D-2F833B18173B}" dt="2024-07-26T04:53:05.527" v="78"/>
          <ac:spMkLst>
            <pc:docMk/>
            <pc:sldMk cId="3585150546" sldId="276"/>
            <ac:spMk id="3" creationId="{DBA8A684-F63E-CA25-3258-00AA20007231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4:53:05.527" v="78"/>
          <ac:spMkLst>
            <pc:docMk/>
            <pc:sldMk cId="3585150546" sldId="276"/>
            <ac:spMk id="9" creationId="{9F7D5CDA-D291-4307-BF55-1381FED29634}"/>
          </ac:spMkLst>
        </pc:spChg>
        <pc:picChg chg="add">
          <ac:chgData name="Tudor-Alexandru Ileni" userId="S::tudor.ileni@ubbcluj.ro::d7b28f6b-7e8e-48e3-b06b-cc0a244d3028" providerId="AD" clId="Web-{CA87DB7F-4B06-1F67-998D-2F833B18173B}" dt="2024-07-26T04:53:05.527" v="78"/>
          <ac:picMkLst>
            <pc:docMk/>
            <pc:sldMk cId="3585150546" sldId="276"/>
            <ac:picMk id="5" creationId="{D1729BAA-10D3-0D8D-A8A9-A7BEFA25A922}"/>
          </ac:picMkLst>
        </pc:picChg>
      </pc:sldChg>
      <pc:sldChg chg="new">
        <pc:chgData name="Tudor-Alexandru Ileni" userId="S::tudor.ileni@ubbcluj.ro::d7b28f6b-7e8e-48e3-b06b-cc0a244d3028" providerId="AD" clId="Web-{CA87DB7F-4B06-1F67-998D-2F833B18173B}" dt="2024-07-26T04:49:37.467" v="66"/>
        <pc:sldMkLst>
          <pc:docMk/>
          <pc:sldMk cId="1801781695" sldId="277"/>
        </pc:sldMkLst>
      </pc:sldChg>
      <pc:sldChg chg="addSp delSp modSp new mod setBg">
        <pc:chgData name="Tudor-Alexandru Ileni" userId="S::tudor.ileni@ubbcluj.ro::d7b28f6b-7e8e-48e3-b06b-cc0a244d3028" providerId="AD" clId="Web-{CA87DB7F-4B06-1F67-998D-2F833B18173B}" dt="2024-07-26T04:54:05.638" v="93"/>
        <pc:sldMkLst>
          <pc:docMk/>
          <pc:sldMk cId="173697805" sldId="278"/>
        </pc:sldMkLst>
        <pc:spChg chg="mod">
          <ac:chgData name="Tudor-Alexandru Ileni" userId="S::tudor.ileni@ubbcluj.ro::d7b28f6b-7e8e-48e3-b06b-cc0a244d3028" providerId="AD" clId="Web-{CA87DB7F-4B06-1F67-998D-2F833B18173B}" dt="2024-07-26T04:54:05.638" v="93"/>
          <ac:spMkLst>
            <pc:docMk/>
            <pc:sldMk cId="173697805" sldId="278"/>
            <ac:spMk id="2" creationId="{0DD498C7-CB27-7034-D04B-82DF5F71966E}"/>
          </ac:spMkLst>
        </pc:spChg>
        <pc:spChg chg="del mod">
          <ac:chgData name="Tudor-Alexandru Ileni" userId="S::tudor.ileni@ubbcluj.ro::d7b28f6b-7e8e-48e3-b06b-cc0a244d3028" providerId="AD" clId="Web-{CA87DB7F-4B06-1F67-998D-2F833B18173B}" dt="2024-07-26T04:54:05.638" v="93"/>
          <ac:spMkLst>
            <pc:docMk/>
            <pc:sldMk cId="173697805" sldId="278"/>
            <ac:spMk id="3" creationId="{E9FA9D96-8F05-AF58-C9E8-884CD1662394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4:54:05.638" v="93"/>
          <ac:spMkLst>
            <pc:docMk/>
            <pc:sldMk cId="173697805" sldId="278"/>
            <ac:spMk id="9" creationId="{C1DD1A8A-57D5-4A81-AD04-532B043C5611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4:54:05.638" v="93"/>
          <ac:spMkLst>
            <pc:docMk/>
            <pc:sldMk cId="173697805" sldId="278"/>
            <ac:spMk id="11" creationId="{007891EC-4501-44ED-A8C8-B11B6DB767AB}"/>
          </ac:spMkLst>
        </pc:spChg>
        <pc:picChg chg="add">
          <ac:chgData name="Tudor-Alexandru Ileni" userId="S::tudor.ileni@ubbcluj.ro::d7b28f6b-7e8e-48e3-b06b-cc0a244d3028" providerId="AD" clId="Web-{CA87DB7F-4B06-1F67-998D-2F833B18173B}" dt="2024-07-26T04:54:05.638" v="93"/>
          <ac:picMkLst>
            <pc:docMk/>
            <pc:sldMk cId="173697805" sldId="278"/>
            <ac:picMk id="5" creationId="{E1C3A7F2-6DF2-9A37-E4C5-9839B398A0B7}"/>
          </ac:picMkLst>
        </pc:picChg>
      </pc:sldChg>
      <pc:sldChg chg="addSp modSp new mod setBg">
        <pc:chgData name="Tudor-Alexandru Ileni" userId="S::tudor.ileni@ubbcluj.ro::d7b28f6b-7e8e-48e3-b06b-cc0a244d3028" providerId="AD" clId="Web-{CA87DB7F-4B06-1F67-998D-2F833B18173B}" dt="2024-07-26T05:07:29.680" v="426" actId="20577"/>
        <pc:sldMkLst>
          <pc:docMk/>
          <pc:sldMk cId="2037533821" sldId="279"/>
        </pc:sldMkLst>
        <pc:spChg chg="mod">
          <ac:chgData name="Tudor-Alexandru Ileni" userId="S::tudor.ileni@ubbcluj.ro::d7b28f6b-7e8e-48e3-b06b-cc0a244d3028" providerId="AD" clId="Web-{CA87DB7F-4B06-1F67-998D-2F833B18173B}" dt="2024-07-26T05:05:56.443" v="402"/>
          <ac:spMkLst>
            <pc:docMk/>
            <pc:sldMk cId="2037533821" sldId="279"/>
            <ac:spMk id="2" creationId="{2C039388-CE4A-11DF-E0BD-10B7E26E30F0}"/>
          </ac:spMkLst>
        </pc:spChg>
        <pc:spChg chg="mod">
          <ac:chgData name="Tudor-Alexandru Ileni" userId="S::tudor.ileni@ubbcluj.ro::d7b28f6b-7e8e-48e3-b06b-cc0a244d3028" providerId="AD" clId="Web-{CA87DB7F-4B06-1F67-998D-2F833B18173B}" dt="2024-07-26T05:07:29.680" v="426" actId="20577"/>
          <ac:spMkLst>
            <pc:docMk/>
            <pc:sldMk cId="2037533821" sldId="279"/>
            <ac:spMk id="3" creationId="{74557599-CF5E-B31E-908E-4838298D7069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5:05:56.443" v="402"/>
          <ac:spMkLst>
            <pc:docMk/>
            <pc:sldMk cId="2037533821" sldId="279"/>
            <ac:spMk id="10" creationId="{0D05C9B4-B5C9-2D4D-23C9-CEE72646F923}"/>
          </ac:spMkLst>
        </pc:spChg>
        <pc:picChg chg="add">
          <ac:chgData name="Tudor-Alexandru Ileni" userId="S::tudor.ileni@ubbcluj.ro::d7b28f6b-7e8e-48e3-b06b-cc0a244d3028" providerId="AD" clId="Web-{CA87DB7F-4B06-1F67-998D-2F833B18173B}" dt="2024-07-26T05:05:56.443" v="402"/>
          <ac:picMkLst>
            <pc:docMk/>
            <pc:sldMk cId="2037533821" sldId="279"/>
            <ac:picMk id="7" creationId="{CAA7B856-149D-BD2B-9E9C-A7B9E238798F}"/>
          </ac:picMkLst>
        </pc:picChg>
      </pc:sldChg>
      <pc:sldChg chg="addSp delSp modSp new mod ord setBg">
        <pc:chgData name="Tudor-Alexandru Ileni" userId="S::tudor.ileni@ubbcluj.ro::d7b28f6b-7e8e-48e3-b06b-cc0a244d3028" providerId="AD" clId="Web-{CA87DB7F-4B06-1F67-998D-2F833B18173B}" dt="2024-07-26T05:09:32.403" v="470" actId="20577"/>
        <pc:sldMkLst>
          <pc:docMk/>
          <pc:sldMk cId="3801423588" sldId="280"/>
        </pc:sldMkLst>
        <pc:spChg chg="mod">
          <ac:chgData name="Tudor-Alexandru Ileni" userId="S::tudor.ileni@ubbcluj.ro::d7b28f6b-7e8e-48e3-b06b-cc0a244d3028" providerId="AD" clId="Web-{CA87DB7F-4B06-1F67-998D-2F833B18173B}" dt="2024-07-26T05:06:15.975" v="403"/>
          <ac:spMkLst>
            <pc:docMk/>
            <pc:sldMk cId="3801423588" sldId="280"/>
            <ac:spMk id="2" creationId="{BE902144-E849-1F87-1627-100A9B32FF37}"/>
          </ac:spMkLst>
        </pc:spChg>
        <pc:spChg chg="del mod">
          <ac:chgData name="Tudor-Alexandru Ileni" userId="S::tudor.ileni@ubbcluj.ro::d7b28f6b-7e8e-48e3-b06b-cc0a244d3028" providerId="AD" clId="Web-{CA87DB7F-4B06-1F67-998D-2F833B18173B}" dt="2024-07-26T05:06:15.975" v="403"/>
          <ac:spMkLst>
            <pc:docMk/>
            <pc:sldMk cId="3801423588" sldId="280"/>
            <ac:spMk id="3" creationId="{D0B50D52-FF34-3E66-E65F-6E3CD7DEDA44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5:06:15.975" v="403"/>
          <ac:spMkLst>
            <pc:docMk/>
            <pc:sldMk cId="3801423588" sldId="280"/>
            <ac:spMk id="9" creationId="{2E442304-DDBD-4F7B-8017-36BCC863FB40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5:06:15.975" v="403"/>
          <ac:spMkLst>
            <pc:docMk/>
            <pc:sldMk cId="3801423588" sldId="280"/>
            <ac:spMk id="11" creationId="{5E107275-3853-46FD-A241-DE4355A42675}"/>
          </ac:spMkLst>
        </pc:spChg>
        <pc:graphicFrameChg chg="add modGraphic">
          <ac:chgData name="Tudor-Alexandru Ileni" userId="S::tudor.ileni@ubbcluj.ro::d7b28f6b-7e8e-48e3-b06b-cc0a244d3028" providerId="AD" clId="Web-{CA87DB7F-4B06-1F67-998D-2F833B18173B}" dt="2024-07-26T05:09:32.403" v="470" actId="20577"/>
          <ac:graphicFrameMkLst>
            <pc:docMk/>
            <pc:sldMk cId="3801423588" sldId="280"/>
            <ac:graphicFrameMk id="5" creationId="{D9B6EE4E-7D57-3EA4-97A8-B72A5905CFAA}"/>
          </ac:graphicFrameMkLst>
        </pc:graphicFrameChg>
      </pc:sldChg>
      <pc:sldChg chg="addSp delSp modSp new mod ord setBg">
        <pc:chgData name="Tudor-Alexandru Ileni" userId="S::tudor.ileni@ubbcluj.ro::d7b28f6b-7e8e-48e3-b06b-cc0a244d3028" providerId="AD" clId="Web-{CA87DB7F-4B06-1F67-998D-2F833B18173B}" dt="2024-07-26T06:00:54.975" v="506" actId="20577"/>
        <pc:sldMkLst>
          <pc:docMk/>
          <pc:sldMk cId="345816134" sldId="281"/>
        </pc:sldMkLst>
        <pc:spChg chg="mod">
          <ac:chgData name="Tudor-Alexandru Ileni" userId="S::tudor.ileni@ubbcluj.ro::d7b28f6b-7e8e-48e3-b06b-cc0a244d3028" providerId="AD" clId="Web-{CA87DB7F-4B06-1F67-998D-2F833B18173B}" dt="2024-07-26T06:00:36.006" v="497"/>
          <ac:spMkLst>
            <pc:docMk/>
            <pc:sldMk cId="345816134" sldId="281"/>
            <ac:spMk id="2" creationId="{BF90ECF9-E37D-9632-E84B-1662E107BB19}"/>
          </ac:spMkLst>
        </pc:spChg>
        <pc:spChg chg="mod">
          <ac:chgData name="Tudor-Alexandru Ileni" userId="S::tudor.ileni@ubbcluj.ro::d7b28f6b-7e8e-48e3-b06b-cc0a244d3028" providerId="AD" clId="Web-{CA87DB7F-4B06-1F67-998D-2F833B18173B}" dt="2024-07-26T06:00:54.975" v="506" actId="20577"/>
          <ac:spMkLst>
            <pc:docMk/>
            <pc:sldMk cId="345816134" sldId="281"/>
            <ac:spMk id="3" creationId="{FD37BD09-9BE0-6201-4C67-8AA890258330}"/>
          </ac:spMkLst>
        </pc:spChg>
        <pc:spChg chg="add del">
          <ac:chgData name="Tudor-Alexandru Ileni" userId="S::tudor.ileni@ubbcluj.ro::d7b28f6b-7e8e-48e3-b06b-cc0a244d3028" providerId="AD" clId="Web-{CA87DB7F-4B06-1F67-998D-2F833B18173B}" dt="2024-07-26T06:00:35.990" v="496"/>
          <ac:spMkLst>
            <pc:docMk/>
            <pc:sldMk cId="345816134" sldId="281"/>
            <ac:spMk id="9" creationId="{79BB35BC-D5C2-4C8B-A22A-A71E6191913B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6:00:36.006" v="497"/>
          <ac:spMkLst>
            <pc:docMk/>
            <pc:sldMk cId="345816134" sldId="281"/>
            <ac:spMk id="11" creationId="{D1BDED99-B35B-4FEE-A274-8E8DB6FEEECF}"/>
          </ac:spMkLst>
        </pc:spChg>
        <pc:spChg chg="add">
          <ac:chgData name="Tudor-Alexandru Ileni" userId="S::tudor.ileni@ubbcluj.ro::d7b28f6b-7e8e-48e3-b06b-cc0a244d3028" providerId="AD" clId="Web-{CA87DB7F-4B06-1F67-998D-2F833B18173B}" dt="2024-07-26T06:00:36.006" v="497"/>
          <ac:spMkLst>
            <pc:docMk/>
            <pc:sldMk cId="345816134" sldId="281"/>
            <ac:spMk id="12" creationId="{5D13CC36-B950-4F02-9BAF-9A7EB267398C}"/>
          </ac:spMkLst>
        </pc:spChg>
        <pc:picChg chg="add del">
          <ac:chgData name="Tudor-Alexandru Ileni" userId="S::tudor.ileni@ubbcluj.ro::d7b28f6b-7e8e-48e3-b06b-cc0a244d3028" providerId="AD" clId="Web-{CA87DB7F-4B06-1F67-998D-2F833B18173B}" dt="2024-07-26T06:00:35.990" v="496"/>
          <ac:picMkLst>
            <pc:docMk/>
            <pc:sldMk cId="345816134" sldId="281"/>
            <ac:picMk id="5" creationId="{8516C018-03FA-06CE-20DC-2B98E0BF98AE}"/>
          </ac:picMkLst>
        </pc:picChg>
        <pc:picChg chg="add">
          <ac:chgData name="Tudor-Alexandru Ileni" userId="S::tudor.ileni@ubbcluj.ro::d7b28f6b-7e8e-48e3-b06b-cc0a244d3028" providerId="AD" clId="Web-{CA87DB7F-4B06-1F67-998D-2F833B18173B}" dt="2024-07-26T06:00:36.006" v="497"/>
          <ac:picMkLst>
            <pc:docMk/>
            <pc:sldMk cId="345816134" sldId="281"/>
            <ac:picMk id="13" creationId="{B58F5D0E-D690-5E75-724A-15968AAB3216}"/>
          </ac:picMkLst>
        </pc:picChg>
      </pc:sldChg>
    </pc:docChg>
  </pc:docChgLst>
  <pc:docChgLst>
    <pc:chgData name="TUDOR-ALEXANDRU ILENI" userId="S::tudor.ileni@ubbcluj.ro::d7b28f6b-7e8e-48e3-b06b-cc0a244d3028" providerId="AD" clId="Web-{30A8EF77-7842-01D2-EBFB-44A5A3CDC907}"/>
    <pc:docChg chg="addSld modSld">
      <pc:chgData name="TUDOR-ALEXANDRU ILENI" userId="S::tudor.ileni@ubbcluj.ro::d7b28f6b-7e8e-48e3-b06b-cc0a244d3028" providerId="AD" clId="Web-{30A8EF77-7842-01D2-EBFB-44A5A3CDC907}" dt="2023-09-26T03:47:30.252" v="62" actId="20577"/>
      <pc:docMkLst>
        <pc:docMk/>
      </pc:docMkLst>
      <pc:sldChg chg="modSp">
        <pc:chgData name="TUDOR-ALEXANDRU ILENI" userId="S::tudor.ileni@ubbcluj.ro::d7b28f6b-7e8e-48e3-b06b-cc0a244d3028" providerId="AD" clId="Web-{30A8EF77-7842-01D2-EBFB-44A5A3CDC907}" dt="2023-09-26T03:47:30.252" v="62" actId="20577"/>
        <pc:sldMkLst>
          <pc:docMk/>
          <pc:sldMk cId="606132744" sldId="257"/>
        </pc:sldMkLst>
        <pc:spChg chg="mod">
          <ac:chgData name="TUDOR-ALEXANDRU ILENI" userId="S::tudor.ileni@ubbcluj.ro::d7b28f6b-7e8e-48e3-b06b-cc0a244d3028" providerId="AD" clId="Web-{30A8EF77-7842-01D2-EBFB-44A5A3CDC907}" dt="2023-09-26T03:47:30.252" v="62" actId="20577"/>
          <ac:spMkLst>
            <pc:docMk/>
            <pc:sldMk cId="606132744" sldId="257"/>
            <ac:spMk id="3" creationId="{CD22F503-3593-5E9B-FBFB-AF518C78DF9C}"/>
          </ac:spMkLst>
        </pc:spChg>
      </pc:sldChg>
      <pc:sldChg chg="modSp">
        <pc:chgData name="TUDOR-ALEXANDRU ILENI" userId="S::tudor.ileni@ubbcluj.ro::d7b28f6b-7e8e-48e3-b06b-cc0a244d3028" providerId="AD" clId="Web-{30A8EF77-7842-01D2-EBFB-44A5A3CDC907}" dt="2023-09-26T03:43:54.288" v="9" actId="20577"/>
        <pc:sldMkLst>
          <pc:docMk/>
          <pc:sldMk cId="3071911754" sldId="258"/>
        </pc:sldMkLst>
        <pc:spChg chg="mod">
          <ac:chgData name="TUDOR-ALEXANDRU ILENI" userId="S::tudor.ileni@ubbcluj.ro::d7b28f6b-7e8e-48e3-b06b-cc0a244d3028" providerId="AD" clId="Web-{30A8EF77-7842-01D2-EBFB-44A5A3CDC907}" dt="2023-09-26T03:43:54.288" v="9" actId="20577"/>
          <ac:spMkLst>
            <pc:docMk/>
            <pc:sldMk cId="3071911754" sldId="258"/>
            <ac:spMk id="3" creationId="{CD22F503-3593-5E9B-FBFB-AF518C78DF9C}"/>
          </ac:spMkLst>
        </pc:spChg>
      </pc:sldChg>
      <pc:sldChg chg="addSp modSp new mod setBg addAnim">
        <pc:chgData name="TUDOR-ALEXANDRU ILENI" userId="S::tudor.ileni@ubbcluj.ro::d7b28f6b-7e8e-48e3-b06b-cc0a244d3028" providerId="AD" clId="Web-{30A8EF77-7842-01D2-EBFB-44A5A3CDC907}" dt="2023-09-26T03:47:17.923" v="58" actId="20577"/>
        <pc:sldMkLst>
          <pc:docMk/>
          <pc:sldMk cId="4050715488" sldId="269"/>
        </pc:sldMkLst>
        <pc:spChg chg="mod">
          <ac:chgData name="TUDOR-ALEXANDRU ILENI" userId="S::tudor.ileni@ubbcluj.ro::d7b28f6b-7e8e-48e3-b06b-cc0a244d3028" providerId="AD" clId="Web-{30A8EF77-7842-01D2-EBFB-44A5A3CDC907}" dt="2023-09-26T03:46:54.001" v="55"/>
          <ac:spMkLst>
            <pc:docMk/>
            <pc:sldMk cId="4050715488" sldId="269"/>
            <ac:spMk id="2" creationId="{D42755ED-7FAF-C7EE-416B-59FF5DC58E4C}"/>
          </ac:spMkLst>
        </pc:spChg>
        <pc:spChg chg="mod">
          <ac:chgData name="TUDOR-ALEXANDRU ILENI" userId="S::tudor.ileni@ubbcluj.ro::d7b28f6b-7e8e-48e3-b06b-cc0a244d3028" providerId="AD" clId="Web-{30A8EF77-7842-01D2-EBFB-44A5A3CDC907}" dt="2023-09-26T03:47:17.923" v="58" actId="20577"/>
          <ac:spMkLst>
            <pc:docMk/>
            <pc:sldMk cId="4050715488" sldId="269"/>
            <ac:spMk id="3" creationId="{B53F2642-33D2-BAF2-77C2-A5DCA0F6289B}"/>
          </ac:spMkLst>
        </pc:spChg>
        <pc:spChg chg="add">
          <ac:chgData name="TUDOR-ALEXANDRU ILENI" userId="S::tudor.ileni@ubbcluj.ro::d7b28f6b-7e8e-48e3-b06b-cc0a244d3028" providerId="AD" clId="Web-{30A8EF77-7842-01D2-EBFB-44A5A3CDC907}" dt="2023-09-26T03:46:54.001" v="55"/>
          <ac:spMkLst>
            <pc:docMk/>
            <pc:sldMk cId="4050715488" sldId="269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30A8EF77-7842-01D2-EBFB-44A5A3CDC907}" dt="2023-09-26T03:46:54.001" v="55"/>
          <ac:spMkLst>
            <pc:docMk/>
            <pc:sldMk cId="4050715488" sldId="269"/>
            <ac:spMk id="11" creationId="{21540236-BFD5-4A9D-8840-4703E7F76825}"/>
          </ac:spMkLst>
        </pc:spChg>
        <pc:picChg chg="add">
          <ac:chgData name="TUDOR-ALEXANDRU ILENI" userId="S::tudor.ileni@ubbcluj.ro::d7b28f6b-7e8e-48e3-b06b-cc0a244d3028" providerId="AD" clId="Web-{30A8EF77-7842-01D2-EBFB-44A5A3CDC907}" dt="2023-09-26T03:46:54.001" v="55"/>
          <ac:picMkLst>
            <pc:docMk/>
            <pc:sldMk cId="4050715488" sldId="269"/>
            <ac:picMk id="5" creationId="{35C515E1-4C4E-70F3-7A25-A1C66CDE4A05}"/>
          </ac:picMkLst>
        </pc:picChg>
      </pc:sldChg>
    </pc:docChg>
  </pc:docChgLst>
  <pc:docChgLst>
    <pc:chgData name="TUDOR-ALEXANDRU ILENI" userId="S::tudor.ileni@ubbcluj.ro::d7b28f6b-7e8e-48e3-b06b-cc0a244d3028" providerId="AD" clId="Web-{649CC975-15A8-4C3E-94DE-C4129867269A}"/>
    <pc:docChg chg="modSld">
      <pc:chgData name="TUDOR-ALEXANDRU ILENI" userId="S::tudor.ileni@ubbcluj.ro::d7b28f6b-7e8e-48e3-b06b-cc0a244d3028" providerId="AD" clId="Web-{649CC975-15A8-4C3E-94DE-C4129867269A}" dt="2023-11-01T05:56:53.353" v="47" actId="20577"/>
      <pc:docMkLst>
        <pc:docMk/>
      </pc:docMkLst>
      <pc:sldChg chg="modSp">
        <pc:chgData name="TUDOR-ALEXANDRU ILENI" userId="S::tudor.ileni@ubbcluj.ro::d7b28f6b-7e8e-48e3-b06b-cc0a244d3028" providerId="AD" clId="Web-{649CC975-15A8-4C3E-94DE-C4129867269A}" dt="2023-11-01T05:53:48.764" v="34" actId="20577"/>
        <pc:sldMkLst>
          <pc:docMk/>
          <pc:sldMk cId="2514973576" sldId="260"/>
        </pc:sldMkLst>
        <pc:spChg chg="mod">
          <ac:chgData name="TUDOR-ALEXANDRU ILENI" userId="S::tudor.ileni@ubbcluj.ro::d7b28f6b-7e8e-48e3-b06b-cc0a244d3028" providerId="AD" clId="Web-{649CC975-15A8-4C3E-94DE-C4129867269A}" dt="2023-11-01T05:53:48.764" v="34" actId="20577"/>
          <ac:spMkLst>
            <pc:docMk/>
            <pc:sldMk cId="2514973576" sldId="260"/>
            <ac:spMk id="3" creationId="{C1D41D74-FD2F-DB61-1745-21EA256A4731}"/>
          </ac:spMkLst>
        </pc:spChg>
      </pc:sldChg>
      <pc:sldChg chg="modSp">
        <pc:chgData name="TUDOR-ALEXANDRU ILENI" userId="S::tudor.ileni@ubbcluj.ro::d7b28f6b-7e8e-48e3-b06b-cc0a244d3028" providerId="AD" clId="Web-{649CC975-15A8-4C3E-94DE-C4129867269A}" dt="2023-11-01T05:54:54.377" v="36" actId="20577"/>
        <pc:sldMkLst>
          <pc:docMk/>
          <pc:sldMk cId="267978867" sldId="268"/>
        </pc:sldMkLst>
        <pc:spChg chg="mod">
          <ac:chgData name="TUDOR-ALEXANDRU ILENI" userId="S::tudor.ileni@ubbcluj.ro::d7b28f6b-7e8e-48e3-b06b-cc0a244d3028" providerId="AD" clId="Web-{649CC975-15A8-4C3E-94DE-C4129867269A}" dt="2023-11-01T05:54:54.377" v="36" actId="20577"/>
          <ac:spMkLst>
            <pc:docMk/>
            <pc:sldMk cId="267978867" sldId="268"/>
            <ac:spMk id="3" creationId="{3E257D03-F66E-D111-4353-2FF5C9A8A910}"/>
          </ac:spMkLst>
        </pc:spChg>
      </pc:sldChg>
      <pc:sldChg chg="modSp">
        <pc:chgData name="TUDOR-ALEXANDRU ILENI" userId="S::tudor.ileni@ubbcluj.ro::d7b28f6b-7e8e-48e3-b06b-cc0a244d3028" providerId="AD" clId="Web-{649CC975-15A8-4C3E-94DE-C4129867269A}" dt="2023-11-01T05:56:53.353" v="47" actId="20577"/>
        <pc:sldMkLst>
          <pc:docMk/>
          <pc:sldMk cId="3842336103" sldId="273"/>
        </pc:sldMkLst>
        <pc:spChg chg="mod">
          <ac:chgData name="TUDOR-ALEXANDRU ILENI" userId="S::tudor.ileni@ubbcluj.ro::d7b28f6b-7e8e-48e3-b06b-cc0a244d3028" providerId="AD" clId="Web-{649CC975-15A8-4C3E-94DE-C4129867269A}" dt="2023-11-01T05:56:53.353" v="47" actId="20577"/>
          <ac:spMkLst>
            <pc:docMk/>
            <pc:sldMk cId="3842336103" sldId="273"/>
            <ac:spMk id="3" creationId="{C9700BD8-8DBA-C0A9-CD74-1603B8461023}"/>
          </ac:spMkLst>
        </pc:spChg>
      </pc:sldChg>
    </pc:docChg>
  </pc:docChgLst>
  <pc:docChgLst>
    <pc:chgData name="TUDOR-ALEXANDRU ILENI" userId="S::tudor.ileni@ubbcluj.ro::d7b28f6b-7e8e-48e3-b06b-cc0a244d3028" providerId="AD" clId="Web-{2EF312DE-F86B-45E1-A6BD-0A93C521DCCB}"/>
    <pc:docChg chg="addSld modSld">
      <pc:chgData name="TUDOR-ALEXANDRU ILENI" userId="S::tudor.ileni@ubbcluj.ro::d7b28f6b-7e8e-48e3-b06b-cc0a244d3028" providerId="AD" clId="Web-{2EF312DE-F86B-45E1-A6BD-0A93C521DCCB}" dt="2023-10-18T13:24:19.579" v="8" actId="20577"/>
      <pc:docMkLst>
        <pc:docMk/>
      </pc:docMkLst>
      <pc:sldChg chg="modSp new">
        <pc:chgData name="TUDOR-ALEXANDRU ILENI" userId="S::tudor.ileni@ubbcluj.ro::d7b28f6b-7e8e-48e3-b06b-cc0a244d3028" providerId="AD" clId="Web-{2EF312DE-F86B-45E1-A6BD-0A93C521DCCB}" dt="2023-10-18T13:24:19.579" v="8" actId="20577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2EF312DE-F86B-45E1-A6BD-0A93C521DCCB}" dt="2023-10-18T13:23:48.312" v="2" actId="20577"/>
          <ac:spMkLst>
            <pc:docMk/>
            <pc:sldMk cId="1385755987" sldId="270"/>
            <ac:spMk id="2" creationId="{998250B5-212D-047D-FDD0-FA14D29FD460}"/>
          </ac:spMkLst>
        </pc:spChg>
        <pc:spChg chg="mod">
          <ac:chgData name="TUDOR-ALEXANDRU ILENI" userId="S::tudor.ileni@ubbcluj.ro::d7b28f6b-7e8e-48e3-b06b-cc0a244d3028" providerId="AD" clId="Web-{2EF312DE-F86B-45E1-A6BD-0A93C521DCCB}" dt="2023-10-18T13:24:19.579" v="8" actId="20577"/>
          <ac:spMkLst>
            <pc:docMk/>
            <pc:sldMk cId="1385755987" sldId="270"/>
            <ac:spMk id="3" creationId="{3BB38846-BB5A-0CD0-2B7F-AF9B352695B5}"/>
          </ac:spMkLst>
        </pc:spChg>
      </pc:sldChg>
    </pc:docChg>
  </pc:docChgLst>
  <pc:docChgLst>
    <pc:chgData name="TUDOR-ALEXANDRU ILENI" userId="S::tudor.ileni@ubbcluj.ro::d7b28f6b-7e8e-48e3-b06b-cc0a244d3028" providerId="AD" clId="Web-{C5761942-05C0-4C3E-BDFB-0243F3182B99}"/>
    <pc:docChg chg="addSld delSld modSld addMainMaster delMainMaster">
      <pc:chgData name="TUDOR-ALEXANDRU ILENI" userId="S::tudor.ileni@ubbcluj.ro::d7b28f6b-7e8e-48e3-b06b-cc0a244d3028" providerId="AD" clId="Web-{C5761942-05C0-4C3E-BDFB-0243F3182B99}" dt="2023-09-25T05:38:30.683" v="1012" actId="20577"/>
      <pc:docMkLst>
        <pc:docMk/>
      </pc:docMkLst>
      <pc:sldChg chg="addSp delSp modSp mod setBg modClrScheme delDesignElem chgLayout">
        <pc:chgData name="TUDOR-ALEXANDRU ILENI" userId="S::tudor.ileni@ubbcluj.ro::d7b28f6b-7e8e-48e3-b06b-cc0a244d3028" providerId="AD" clId="Web-{C5761942-05C0-4C3E-BDFB-0243F3182B99}" dt="2023-09-25T04:44:56.602" v="490" actId="20577"/>
        <pc:sldMkLst>
          <pc:docMk/>
          <pc:sldMk cId="109857222" sldId="256"/>
        </pc:sldMkLst>
        <pc:spChg chg="mod ord">
          <ac:chgData name="TUDOR-ALEXANDRU ILENI" userId="S::tudor.ileni@ubbcluj.ro::d7b28f6b-7e8e-48e3-b06b-cc0a244d3028" providerId="AD" clId="Web-{C5761942-05C0-4C3E-BDFB-0243F3182B99}" dt="2023-09-25T04:44:46.852" v="48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TUDOR-ALEXANDRU ILENI" userId="S::tudor.ileni@ubbcluj.ro::d7b28f6b-7e8e-48e3-b06b-cc0a244d3028" providerId="AD" clId="Web-{C5761942-05C0-4C3E-BDFB-0243F3182B99}" dt="2023-09-25T04:44:56.602" v="490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44:46.852" v="481"/>
          <ac:spMkLst>
            <pc:docMk/>
            <pc:sldMk cId="109857222" sldId="256"/>
            <ac:spMk id="5" creationId="{934F1179-B481-4F9E-BCA3-AFB972070F83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44:46.852" v="481"/>
          <ac:spMkLst>
            <pc:docMk/>
            <pc:sldMk cId="109857222" sldId="256"/>
            <ac:spMk id="6" creationId="{827DC2C4-B485-428A-BF4A-472D2967F47F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44:46.852" v="481"/>
          <ac:spMkLst>
            <pc:docMk/>
            <pc:sldMk cId="109857222" sldId="256"/>
            <ac:spMk id="7" creationId="{EE04B5EB-F158-4507-90DD-BD23620C7CC9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3:56:01.120" v="9"/>
          <ac:spMkLst>
            <pc:docMk/>
            <pc:sldMk cId="109857222" sldId="256"/>
            <ac:spMk id="8" creationId="{9B6CD22E-2269-419F-9E81-016EA035D4C1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3:56:01.120" v="9"/>
          <ac:spMkLst>
            <pc:docMk/>
            <pc:sldMk cId="109857222" sldId="256"/>
            <ac:spMk id="10" creationId="{AA607D34-E2A9-4595-9DB2-5472E077CA49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3:56:01.120" v="9"/>
          <ac:spMkLst>
            <pc:docMk/>
            <pc:sldMk cId="109857222" sldId="256"/>
            <ac:spMk id="12" creationId="{63DAB858-5A0C-4AFF-AAC6-705EDF8DB733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3:56:01.120" v="9"/>
          <ac:spMkLst>
            <pc:docMk/>
            <pc:sldMk cId="109857222" sldId="256"/>
            <ac:spMk id="14" creationId="{53BEA983-EAAB-42FB-84E9-E77708168CB8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109857222" sldId="256"/>
            <ac:spMk id="19" creationId="{943CAA20-3569-4189-9E48-239A229A86CA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109857222" sldId="256"/>
            <ac:spMk id="21" creationId="{DA542B6D-E775-4832-91DC-2D20F857813A}"/>
          </ac:spMkLst>
        </pc:spChg>
      </pc:sldChg>
      <pc:sldChg chg="addSp delSp modSp new mod setBg modClrScheme delDesignElem chgLayout">
        <pc:chgData name="TUDOR-ALEXANDRU ILENI" userId="S::tudor.ileni@ubbcluj.ro::d7b28f6b-7e8e-48e3-b06b-cc0a244d3028" providerId="AD" clId="Web-{C5761942-05C0-4C3E-BDFB-0243F3182B99}" dt="2023-09-25T04:44:30.508" v="479" actId="20577"/>
        <pc:sldMkLst>
          <pc:docMk/>
          <pc:sldMk cId="606132744" sldId="257"/>
        </pc:sldMkLst>
        <pc:spChg chg="mod ord">
          <ac:chgData name="TUDOR-ALEXANDRU ILENI" userId="S::tudor.ileni@ubbcluj.ro::d7b28f6b-7e8e-48e3-b06b-cc0a244d3028" providerId="AD" clId="Web-{C5761942-05C0-4C3E-BDFB-0243F3182B99}" dt="2023-09-25T04:44:27.258" v="478" actId="20577"/>
          <ac:spMkLst>
            <pc:docMk/>
            <pc:sldMk cId="606132744" sldId="257"/>
            <ac:spMk id="2" creationId="{A8B3978C-8FCB-4F61-BFF4-B62E1E8FBCA7}"/>
          </ac:spMkLst>
        </pc:spChg>
        <pc:spChg chg="mod ord">
          <ac:chgData name="TUDOR-ALEXANDRU ILENI" userId="S::tudor.ileni@ubbcluj.ro::d7b28f6b-7e8e-48e3-b06b-cc0a244d3028" providerId="AD" clId="Web-{C5761942-05C0-4C3E-BDFB-0243F3182B99}" dt="2023-09-25T04:44:30.508" v="479" actId="20577"/>
          <ac:spMkLst>
            <pc:docMk/>
            <pc:sldMk cId="606132744" sldId="257"/>
            <ac:spMk id="3" creationId="{CD22F503-3593-5E9B-FBFB-AF518C78DF9C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606132744" sldId="257"/>
            <ac:spMk id="9" creationId="{F13C74B1-5B17-4795-BED0-7140497B445A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606132744" sldId="257"/>
            <ac:spMk id="11" creationId="{3FCFB1DE-0B7E-48CC-BA90-B2AB0889F9D6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4:00:55.344" v="61"/>
          <ac:picMkLst>
            <pc:docMk/>
            <pc:sldMk cId="606132744" sldId="257"/>
            <ac:picMk id="5" creationId="{77F3650F-3289-718B-0682-4537907E7CB7}"/>
          </ac:picMkLst>
        </pc:picChg>
      </pc:sldChg>
      <pc:sldChg chg="addSp modSp new del mod setBg">
        <pc:chgData name="TUDOR-ALEXANDRU ILENI" userId="S::tudor.ileni@ubbcluj.ro::d7b28f6b-7e8e-48e3-b06b-cc0a244d3028" providerId="AD" clId="Web-{C5761942-05C0-4C3E-BDFB-0243F3182B99}" dt="2023-09-25T03:56:35.199" v="12"/>
        <pc:sldMkLst>
          <pc:docMk/>
          <pc:sldMk cId="3384734792" sldId="257"/>
        </pc:sldMkLst>
        <pc:spChg chg="mod">
          <ac:chgData name="TUDOR-ALEXANDRU ILENI" userId="S::tudor.ileni@ubbcluj.ro::d7b28f6b-7e8e-48e3-b06b-cc0a244d3028" providerId="AD" clId="Web-{C5761942-05C0-4C3E-BDFB-0243F3182B99}" dt="2023-09-25T03:56:07.995" v="10"/>
          <ac:spMkLst>
            <pc:docMk/>
            <pc:sldMk cId="3384734792" sldId="257"/>
            <ac:spMk id="2" creationId="{D650ABED-3D6E-0A74-5A60-EE9A3680E3FC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3:56:07.995" v="10"/>
          <ac:spMkLst>
            <pc:docMk/>
            <pc:sldMk cId="3384734792" sldId="257"/>
            <ac:spMk id="3" creationId="{358A8D6C-2CEC-BDB6-797D-72E94BFEAEC5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3:56:07.995" v="10"/>
          <ac:spMkLst>
            <pc:docMk/>
            <pc:sldMk cId="3384734792" sldId="257"/>
            <ac:spMk id="8" creationId="{100EDD19-6802-4EC3-95CE-CFFAB042CFD6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3:56:07.995" v="10"/>
          <ac:spMkLst>
            <pc:docMk/>
            <pc:sldMk cId="3384734792" sldId="257"/>
            <ac:spMk id="10" creationId="{DB17E863-922E-4C26-BD64-E8FD41D28661}"/>
          </ac:spMkLst>
        </pc:spChg>
      </pc:sldChg>
      <pc:sldChg chg="addSp modSp add mod replId setBg modClrScheme chgLayout">
        <pc:chgData name="TUDOR-ALEXANDRU ILENI" userId="S::tudor.ileni@ubbcluj.ro::d7b28f6b-7e8e-48e3-b06b-cc0a244d3028" providerId="AD" clId="Web-{C5761942-05C0-4C3E-BDFB-0243F3182B99}" dt="2023-09-25T05:32:57.223" v="957" actId="14100"/>
        <pc:sldMkLst>
          <pc:docMk/>
          <pc:sldMk cId="3071911754" sldId="258"/>
        </pc:sldMkLst>
        <pc:spChg chg="mod ord">
          <ac:chgData name="TUDOR-ALEXANDRU ILENI" userId="S::tudor.ileni@ubbcluj.ro::d7b28f6b-7e8e-48e3-b06b-cc0a244d3028" providerId="AD" clId="Web-{C5761942-05C0-4C3E-BDFB-0243F3182B99}" dt="2023-09-25T05:23:38.024" v="838"/>
          <ac:spMkLst>
            <pc:docMk/>
            <pc:sldMk cId="3071911754" sldId="258"/>
            <ac:spMk id="2" creationId="{A8B3978C-8FCB-4F61-BFF4-B62E1E8FBCA7}"/>
          </ac:spMkLst>
        </pc:spChg>
        <pc:spChg chg="mod ord">
          <ac:chgData name="TUDOR-ALEXANDRU ILENI" userId="S::tudor.ileni@ubbcluj.ro::d7b28f6b-7e8e-48e3-b06b-cc0a244d3028" providerId="AD" clId="Web-{C5761942-05C0-4C3E-BDFB-0243F3182B99}" dt="2023-09-25T05:32:57.223" v="957" actId="14100"/>
          <ac:spMkLst>
            <pc:docMk/>
            <pc:sldMk cId="3071911754" sldId="258"/>
            <ac:spMk id="3" creationId="{CD22F503-3593-5E9B-FBFB-AF518C78DF9C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3:38.024" v="838"/>
          <ac:spMkLst>
            <pc:docMk/>
            <pc:sldMk cId="3071911754" sldId="258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3:38.024" v="838"/>
          <ac:spMkLst>
            <pc:docMk/>
            <pc:sldMk cId="3071911754" sldId="258"/>
            <ac:spMk id="11" creationId="{3FCFB1DE-0B7E-48CC-BA90-B2AB0889F9D6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23:38.024" v="838"/>
          <ac:picMkLst>
            <pc:docMk/>
            <pc:sldMk cId="3071911754" sldId="258"/>
            <ac:picMk id="5" creationId="{4313EC37-BC1B-60D9-0333-B7A7DA6CC110}"/>
          </ac:picMkLst>
        </pc:picChg>
      </pc:sldChg>
      <pc:sldChg chg="addSp delSp modSp new mod setBg modClrScheme delDesignElem chgLayout">
        <pc:chgData name="TUDOR-ALEXANDRU ILENI" userId="S::tudor.ileni@ubbcluj.ro::d7b28f6b-7e8e-48e3-b06b-cc0a244d3028" providerId="AD" clId="Web-{C5761942-05C0-4C3E-BDFB-0243F3182B99}" dt="2023-09-25T05:23:11.133" v="837"/>
        <pc:sldMkLst>
          <pc:docMk/>
          <pc:sldMk cId="649648864" sldId="259"/>
        </pc:sldMkLst>
        <pc:spChg chg="mod ord">
          <ac:chgData name="TUDOR-ALEXANDRU ILENI" userId="S::tudor.ileni@ubbcluj.ro::d7b28f6b-7e8e-48e3-b06b-cc0a244d3028" providerId="AD" clId="Web-{C5761942-05C0-4C3E-BDFB-0243F3182B99}" dt="2023-09-25T05:23:11.133" v="837"/>
          <ac:spMkLst>
            <pc:docMk/>
            <pc:sldMk cId="649648864" sldId="259"/>
            <ac:spMk id="2" creationId="{196DBBEB-2B2E-CA87-64AC-2B02A9BC6C09}"/>
          </ac:spMkLst>
        </pc:spChg>
        <pc:spChg chg="mod ord">
          <ac:chgData name="TUDOR-ALEXANDRU ILENI" userId="S::tudor.ileni@ubbcluj.ro::d7b28f6b-7e8e-48e3-b06b-cc0a244d3028" providerId="AD" clId="Web-{C5761942-05C0-4C3E-BDFB-0243F3182B99}" dt="2023-09-25T05:23:11.133" v="837"/>
          <ac:spMkLst>
            <pc:docMk/>
            <pc:sldMk cId="649648864" sldId="259"/>
            <ac:spMk id="3" creationId="{76E35A7C-3759-4792-59D2-D2709BC0AA3C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649648864" sldId="259"/>
            <ac:spMk id="8" creationId="{100EDD19-6802-4EC3-95CE-CFFAB042CFD6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3:11.133" v="837"/>
          <ac:spMkLst>
            <pc:docMk/>
            <pc:sldMk cId="649648864" sldId="259"/>
            <ac:spMk id="9" creationId="{2C61293E-6EBE-43EF-A52C-9BEBFD7679D4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56.305" v="144"/>
          <ac:spMkLst>
            <pc:docMk/>
            <pc:sldMk cId="649648864" sldId="259"/>
            <ac:spMk id="10" creationId="{DB17E863-922E-4C26-BD64-E8FD41D28661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3:11.133" v="837"/>
          <ac:spMkLst>
            <pc:docMk/>
            <pc:sldMk cId="649648864" sldId="259"/>
            <ac:spMk id="11" creationId="{3FCFB1DE-0B7E-48CC-BA90-B2AB0889F9D6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23:11.133" v="837"/>
          <ac:picMkLst>
            <pc:docMk/>
            <pc:sldMk cId="649648864" sldId="259"/>
            <ac:picMk id="5" creationId="{23EADBB7-BC07-398F-4EAD-AD1A3F1340AA}"/>
          </ac:picMkLst>
        </pc:picChg>
      </pc:sldChg>
      <pc:sldChg chg="addSp delSp modSp new mod setBg modClrScheme addAnim delAnim chgLayout">
        <pc:chgData name="TUDOR-ALEXANDRU ILENI" userId="S::tudor.ileni@ubbcluj.ro::d7b28f6b-7e8e-48e3-b06b-cc0a244d3028" providerId="AD" clId="Web-{C5761942-05C0-4C3E-BDFB-0243F3182B99}" dt="2023-09-25T05:24:08.431" v="839" actId="20577"/>
        <pc:sldMkLst>
          <pc:docMk/>
          <pc:sldMk cId="2514973576" sldId="260"/>
        </pc:sldMkLst>
        <pc:spChg chg="mod ord">
          <ac:chgData name="TUDOR-ALEXANDRU ILENI" userId="S::tudor.ileni@ubbcluj.ro::d7b28f6b-7e8e-48e3-b06b-cc0a244d3028" providerId="AD" clId="Web-{C5761942-05C0-4C3E-BDFB-0243F3182B99}" dt="2023-09-25T04:30:34.288" v="268"/>
          <ac:spMkLst>
            <pc:docMk/>
            <pc:sldMk cId="2514973576" sldId="260"/>
            <ac:spMk id="2" creationId="{C0EA1337-38CF-3850-E8C1-BA1772E2C6DB}"/>
          </ac:spMkLst>
        </pc:spChg>
        <pc:spChg chg="mod ord">
          <ac:chgData name="TUDOR-ALEXANDRU ILENI" userId="S::tudor.ileni@ubbcluj.ro::d7b28f6b-7e8e-48e3-b06b-cc0a244d3028" providerId="AD" clId="Web-{C5761942-05C0-4C3E-BDFB-0243F3182B99}" dt="2023-09-25T05:24:08.431" v="839" actId="20577"/>
          <ac:spMkLst>
            <pc:docMk/>
            <pc:sldMk cId="2514973576" sldId="260"/>
            <ac:spMk id="3" creationId="{C1D41D74-FD2F-DB61-1745-21EA256A4731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9:39.197" v="152"/>
          <ac:spMkLst>
            <pc:docMk/>
            <pc:sldMk cId="2514973576" sldId="260"/>
            <ac:spMk id="6" creationId="{9B7AD9F6-8CE7-4299-8FC6-328F4DCD3FF9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9:39.197" v="152"/>
          <ac:spMkLst>
            <pc:docMk/>
            <pc:sldMk cId="2514973576" sldId="260"/>
            <ac:spMk id="7" creationId="{F49775AF-8896-43EE-92C6-83497D6DC56F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30:34.288" v="268"/>
          <ac:spMkLst>
            <pc:docMk/>
            <pc:sldMk cId="2514973576" sldId="260"/>
            <ac:spMk id="8" creationId="{2C61293E-6EBE-43EF-A52C-9BEBFD7679D4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05.023" v="140"/>
          <ac:spMkLst>
            <pc:docMk/>
            <pc:sldMk cId="2514973576" sldId="260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30:34.288" v="268"/>
          <ac:spMkLst>
            <pc:docMk/>
            <pc:sldMk cId="2514973576" sldId="260"/>
            <ac:spMk id="10" creationId="{21540236-BFD5-4A9D-8840-4703E7F76825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4:18:05.023" v="140"/>
          <ac:spMkLst>
            <pc:docMk/>
            <pc:sldMk cId="2514973576" sldId="260"/>
            <ac:spMk id="11" creationId="{3FCFB1DE-0B7E-48CC-BA90-B2AB0889F9D6}"/>
          </ac:spMkLst>
        </pc:spChg>
        <pc:picChg chg="add mod">
          <ac:chgData name="TUDOR-ALEXANDRU ILENI" userId="S::tudor.ileni@ubbcluj.ro::d7b28f6b-7e8e-48e3-b06b-cc0a244d3028" providerId="AD" clId="Web-{C5761942-05C0-4C3E-BDFB-0243F3182B99}" dt="2023-09-25T04:30:34.288" v="268"/>
          <ac:picMkLst>
            <pc:docMk/>
            <pc:sldMk cId="2514973576" sldId="260"/>
            <ac:picMk id="4" creationId="{AFF7DF25-7CA6-8AA2-4887-7E844AD772C0}"/>
          </ac:picMkLst>
        </pc:picChg>
        <pc:picChg chg="add del">
          <ac:chgData name="TUDOR-ALEXANDRU ILENI" userId="S::tudor.ileni@ubbcluj.ro::d7b28f6b-7e8e-48e3-b06b-cc0a244d3028" providerId="AD" clId="Web-{C5761942-05C0-4C3E-BDFB-0243F3182B99}" dt="2023-09-25T04:18:05.023" v="140"/>
          <ac:picMkLst>
            <pc:docMk/>
            <pc:sldMk cId="2514973576" sldId="260"/>
            <ac:picMk id="5" creationId="{D3986B1F-7B45-DC37-A0CC-B95231208F26}"/>
          </ac:picMkLst>
        </pc:picChg>
      </pc:sldChg>
      <pc:sldChg chg="addSp modSp new mod setBg">
        <pc:chgData name="TUDOR-ALEXANDRU ILENI" userId="S::tudor.ileni@ubbcluj.ro::d7b28f6b-7e8e-48e3-b06b-cc0a244d3028" providerId="AD" clId="Web-{C5761942-05C0-4C3E-BDFB-0243F3182B99}" dt="2023-09-25T04:53:19.409" v="501" actId="14100"/>
        <pc:sldMkLst>
          <pc:docMk/>
          <pc:sldMk cId="59600405" sldId="261"/>
        </pc:sldMkLst>
        <pc:spChg chg="mod">
          <ac:chgData name="TUDOR-ALEXANDRU ILENI" userId="S::tudor.ileni@ubbcluj.ro::d7b28f6b-7e8e-48e3-b06b-cc0a244d3028" providerId="AD" clId="Web-{C5761942-05C0-4C3E-BDFB-0243F3182B99}" dt="2023-09-25T04:42:54.272" v="465"/>
          <ac:spMkLst>
            <pc:docMk/>
            <pc:sldMk cId="59600405" sldId="261"/>
            <ac:spMk id="2" creationId="{D0EE66B9-1781-A88E-30B8-FD5F0F0A25F3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4:53:19.409" v="501" actId="14100"/>
          <ac:spMkLst>
            <pc:docMk/>
            <pc:sldMk cId="59600405" sldId="261"/>
            <ac:spMk id="3" creationId="{CABD3F8F-5166-FEA5-25D3-4BE7845B24A6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42:54.272" v="465"/>
          <ac:spMkLst>
            <pc:docMk/>
            <pc:sldMk cId="59600405" sldId="261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4:42:54.272" v="465"/>
          <ac:spMkLst>
            <pc:docMk/>
            <pc:sldMk cId="59600405" sldId="261"/>
            <ac:spMk id="11" creationId="{3FCFB1DE-0B7E-48CC-BA90-B2AB0889F9D6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4:42:54.272" v="465"/>
          <ac:picMkLst>
            <pc:docMk/>
            <pc:sldMk cId="59600405" sldId="261"/>
            <ac:picMk id="5" creationId="{1E27EE5A-A3C4-126A-1329-7B229E808E9E}"/>
          </ac:picMkLst>
        </pc:picChg>
      </pc:sldChg>
      <pc:sldChg chg="addSp delSp modSp new mod setBg addAnim modAnim">
        <pc:chgData name="TUDOR-ALEXANDRU ILENI" userId="S::tudor.ileni@ubbcluj.ro::d7b28f6b-7e8e-48e3-b06b-cc0a244d3028" providerId="AD" clId="Web-{C5761942-05C0-4C3E-BDFB-0243F3182B99}" dt="2023-09-25T05:16:58" v="726" actId="20577"/>
        <pc:sldMkLst>
          <pc:docMk/>
          <pc:sldMk cId="1119507887" sldId="262"/>
        </pc:sldMkLst>
        <pc:spChg chg="mod">
          <ac:chgData name="TUDOR-ALEXANDRU ILENI" userId="S::tudor.ileni@ubbcluj.ro::d7b28f6b-7e8e-48e3-b06b-cc0a244d3028" providerId="AD" clId="Web-{C5761942-05C0-4C3E-BDFB-0243F3182B99}" dt="2023-09-25T05:13:15.590" v="661"/>
          <ac:spMkLst>
            <pc:docMk/>
            <pc:sldMk cId="1119507887" sldId="262"/>
            <ac:spMk id="2" creationId="{CA482289-EA74-DA25-64C8-FF20A3F31B28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16:58" v="726" actId="20577"/>
          <ac:spMkLst>
            <pc:docMk/>
            <pc:sldMk cId="1119507887" sldId="262"/>
            <ac:spMk id="3" creationId="{51477149-89A2-6DF8-E50C-66FBAAD2BF8D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5:13:15.590" v="661"/>
          <ac:spMkLst>
            <pc:docMk/>
            <pc:sldMk cId="1119507887" sldId="262"/>
            <ac:spMk id="9" creationId="{2C61293E-6EBE-43EF-A52C-9BEBFD7679D4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5:13:15.590" v="661"/>
          <ac:spMkLst>
            <pc:docMk/>
            <pc:sldMk cId="1119507887" sldId="262"/>
            <ac:spMk id="11" creationId="{3FCFB1DE-0B7E-48CC-BA90-B2AB0889F9D6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5:13:15.590" v="660"/>
          <ac:spMkLst>
            <pc:docMk/>
            <pc:sldMk cId="1119507887" sldId="262"/>
            <ac:spMk id="16" creationId="{2C61293E-6EBE-43EF-A52C-9BEBFD7679D4}"/>
          </ac:spMkLst>
        </pc:spChg>
        <pc:spChg chg="add del">
          <ac:chgData name="TUDOR-ALEXANDRU ILENI" userId="S::tudor.ileni@ubbcluj.ro::d7b28f6b-7e8e-48e3-b06b-cc0a244d3028" providerId="AD" clId="Web-{C5761942-05C0-4C3E-BDFB-0243F3182B99}" dt="2023-09-25T05:13:15.590" v="660"/>
          <ac:spMkLst>
            <pc:docMk/>
            <pc:sldMk cId="1119507887" sldId="262"/>
            <ac:spMk id="18" creationId="{3FCFB1DE-0B7E-48CC-BA90-B2AB0889F9D6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3:15.590" v="661"/>
          <ac:spMkLst>
            <pc:docMk/>
            <pc:sldMk cId="1119507887" sldId="262"/>
            <ac:spMk id="20" creationId="{45D37F4E-DDB4-456B-97E0-9937730A039F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3:15.590" v="661"/>
          <ac:spMkLst>
            <pc:docMk/>
            <pc:sldMk cId="1119507887" sldId="262"/>
            <ac:spMk id="21" creationId="{B2DD41CD-8F47-4F56-AD12-4E2FF7696987}"/>
          </ac:spMkLst>
        </pc:spChg>
        <pc:picChg chg="add mod ord">
          <ac:chgData name="TUDOR-ALEXANDRU ILENI" userId="S::tudor.ileni@ubbcluj.ro::d7b28f6b-7e8e-48e3-b06b-cc0a244d3028" providerId="AD" clId="Web-{C5761942-05C0-4C3E-BDFB-0243F3182B99}" dt="2023-09-25T05:13:15.590" v="661"/>
          <ac:picMkLst>
            <pc:docMk/>
            <pc:sldMk cId="1119507887" sldId="262"/>
            <ac:picMk id="5" creationId="{CE1D37DC-D338-6B89-A78C-4BFFEBCC1932}"/>
          </ac:picMkLst>
        </pc:picChg>
      </pc:sldChg>
      <pc:sldChg chg="delSp modSp add del replId">
        <pc:chgData name="TUDOR-ALEXANDRU ILENI" userId="S::tudor.ileni@ubbcluj.ro::d7b28f6b-7e8e-48e3-b06b-cc0a244d3028" providerId="AD" clId="Web-{C5761942-05C0-4C3E-BDFB-0243F3182B99}" dt="2023-09-25T05:15:22.280" v="704"/>
        <pc:sldMkLst>
          <pc:docMk/>
          <pc:sldMk cId="1820837850" sldId="263"/>
        </pc:sldMkLst>
        <pc:spChg chg="mod">
          <ac:chgData name="TUDOR-ALEXANDRU ILENI" userId="S::tudor.ileni@ubbcluj.ro::d7b28f6b-7e8e-48e3-b06b-cc0a244d3028" providerId="AD" clId="Web-{C5761942-05C0-4C3E-BDFB-0243F3182B99}" dt="2023-09-25T05:01:57.420" v="599" actId="20577"/>
          <ac:spMkLst>
            <pc:docMk/>
            <pc:sldMk cId="1820837850" sldId="263"/>
            <ac:spMk id="3" creationId="{51477149-89A2-6DF8-E50C-66FBAAD2BF8D}"/>
          </ac:spMkLst>
        </pc:spChg>
        <pc:picChg chg="del">
          <ac:chgData name="TUDOR-ALEXANDRU ILENI" userId="S::tudor.ileni@ubbcluj.ro::d7b28f6b-7e8e-48e3-b06b-cc0a244d3028" providerId="AD" clId="Web-{C5761942-05C0-4C3E-BDFB-0243F3182B99}" dt="2023-09-25T05:01:58.670" v="600"/>
          <ac:picMkLst>
            <pc:docMk/>
            <pc:sldMk cId="1820837850" sldId="263"/>
            <ac:picMk id="5" creationId="{CE1D37DC-D338-6B89-A78C-4BFFEBCC1932}"/>
          </ac:picMkLst>
        </pc:picChg>
      </pc:sldChg>
      <pc:sldChg chg="addSp modSp new mod setBg addAnim modAnim">
        <pc:chgData name="TUDOR-ALEXANDRU ILENI" userId="S::tudor.ileni@ubbcluj.ro::d7b28f6b-7e8e-48e3-b06b-cc0a244d3028" providerId="AD" clId="Web-{C5761942-05C0-4C3E-BDFB-0243F3182B99}" dt="2023-09-25T05:17:07.954" v="733" actId="20577"/>
        <pc:sldMkLst>
          <pc:docMk/>
          <pc:sldMk cId="1911565524" sldId="264"/>
        </pc:sldMkLst>
        <pc:spChg chg="mod">
          <ac:chgData name="TUDOR-ALEXANDRU ILENI" userId="S::tudor.ileni@ubbcluj.ro::d7b28f6b-7e8e-48e3-b06b-cc0a244d3028" providerId="AD" clId="Web-{C5761942-05C0-4C3E-BDFB-0243F3182B99}" dt="2023-09-25T05:14:27.482" v="685"/>
          <ac:spMkLst>
            <pc:docMk/>
            <pc:sldMk cId="1911565524" sldId="264"/>
            <ac:spMk id="2" creationId="{0BD39838-50BE-9357-9324-91F4BD03FBB4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17:07.954" v="733" actId="20577"/>
          <ac:spMkLst>
            <pc:docMk/>
            <pc:sldMk cId="1911565524" sldId="264"/>
            <ac:spMk id="3" creationId="{86B8D897-7E42-6B5B-1220-BF14AB171C48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4:27.482" v="685"/>
          <ac:spMkLst>
            <pc:docMk/>
            <pc:sldMk cId="1911565524" sldId="264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4:27.482" v="685"/>
          <ac:spMkLst>
            <pc:docMk/>
            <pc:sldMk cId="1911565524" sldId="264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14:27.482" v="685"/>
          <ac:picMkLst>
            <pc:docMk/>
            <pc:sldMk cId="1911565524" sldId="264"/>
            <ac:picMk id="5" creationId="{7506F596-1B56-4545-5D80-CADF9A59D31E}"/>
          </ac:picMkLst>
        </pc:picChg>
      </pc:sldChg>
      <pc:sldChg chg="addSp modSp new mod setBg addAnim">
        <pc:chgData name="TUDOR-ALEXANDRU ILENI" userId="S::tudor.ileni@ubbcluj.ro::d7b28f6b-7e8e-48e3-b06b-cc0a244d3028" providerId="AD" clId="Web-{C5761942-05C0-4C3E-BDFB-0243F3182B99}" dt="2023-09-25T05:19:34.347" v="778" actId="20577"/>
        <pc:sldMkLst>
          <pc:docMk/>
          <pc:sldMk cId="4284332790" sldId="265"/>
        </pc:sldMkLst>
        <pc:spChg chg="mod">
          <ac:chgData name="TUDOR-ALEXANDRU ILENI" userId="S::tudor.ileni@ubbcluj.ro::d7b28f6b-7e8e-48e3-b06b-cc0a244d3028" providerId="AD" clId="Web-{C5761942-05C0-4C3E-BDFB-0243F3182B99}" dt="2023-09-25T05:18:51.018" v="757"/>
          <ac:spMkLst>
            <pc:docMk/>
            <pc:sldMk cId="4284332790" sldId="265"/>
            <ac:spMk id="2" creationId="{5FAFE91E-714E-7D75-5C90-343F4023A1B7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19:34.347" v="778" actId="20577"/>
          <ac:spMkLst>
            <pc:docMk/>
            <pc:sldMk cId="4284332790" sldId="265"/>
            <ac:spMk id="3" creationId="{9DA4246C-BCF6-6E7C-23E2-298CDEC652C2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8:51.018" v="757"/>
          <ac:spMkLst>
            <pc:docMk/>
            <pc:sldMk cId="4284332790" sldId="265"/>
            <ac:spMk id="9" creationId="{2C61293E-6EBE-43EF-A52C-9BEBFD7679D4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18:51.018" v="757"/>
          <ac:spMkLst>
            <pc:docMk/>
            <pc:sldMk cId="4284332790" sldId="265"/>
            <ac:spMk id="11" creationId="{3FCFB1DE-0B7E-48CC-BA90-B2AB0889F9D6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18:51.018" v="757"/>
          <ac:picMkLst>
            <pc:docMk/>
            <pc:sldMk cId="4284332790" sldId="265"/>
            <ac:picMk id="5" creationId="{D519554C-A922-CDFF-5960-9F35A37F1B58}"/>
          </ac:picMkLst>
        </pc:picChg>
      </pc:sldChg>
      <pc:sldChg chg="addSp modSp new mod setBg">
        <pc:chgData name="TUDOR-ALEXANDRU ILENI" userId="S::tudor.ileni@ubbcluj.ro::d7b28f6b-7e8e-48e3-b06b-cc0a244d3028" providerId="AD" clId="Web-{C5761942-05C0-4C3E-BDFB-0243F3182B99}" dt="2023-09-25T05:22:23.116" v="825" actId="14100"/>
        <pc:sldMkLst>
          <pc:docMk/>
          <pc:sldMk cId="65445151" sldId="266"/>
        </pc:sldMkLst>
        <pc:spChg chg="mod">
          <ac:chgData name="TUDOR-ALEXANDRU ILENI" userId="S::tudor.ileni@ubbcluj.ro::d7b28f6b-7e8e-48e3-b06b-cc0a244d3028" providerId="AD" clId="Web-{C5761942-05C0-4C3E-BDFB-0243F3182B99}" dt="2023-09-25T05:22:09.647" v="820"/>
          <ac:spMkLst>
            <pc:docMk/>
            <pc:sldMk cId="65445151" sldId="266"/>
            <ac:spMk id="2" creationId="{5D988884-3008-F3C8-6CD4-A9A4FFED3A45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22:23.116" v="825" actId="14100"/>
          <ac:spMkLst>
            <pc:docMk/>
            <pc:sldMk cId="65445151" sldId="266"/>
            <ac:spMk id="3" creationId="{8D6B5CA7-ED74-5D3C-79C3-2D2A99692F0C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2:09.647" v="820"/>
          <ac:spMkLst>
            <pc:docMk/>
            <pc:sldMk cId="65445151" sldId="266"/>
            <ac:spMk id="9" creationId="{F13C74B1-5B17-4795-BED0-7140497B445A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2:09.647" v="820"/>
          <ac:spMkLst>
            <pc:docMk/>
            <pc:sldMk cId="65445151" sldId="266"/>
            <ac:spMk id="11" creationId="{D4974D33-8DC5-464E-8C6D-BE58F0669C17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22:09.647" v="820"/>
          <ac:picMkLst>
            <pc:docMk/>
            <pc:sldMk cId="65445151" sldId="266"/>
            <ac:picMk id="5" creationId="{ACD88B12-A56F-DC8E-D549-0631C836DFE0}"/>
          </ac:picMkLst>
        </pc:picChg>
      </pc:sldChg>
      <pc:sldChg chg="addSp modSp new mod setBg addAnim">
        <pc:chgData name="TUDOR-ALEXANDRU ILENI" userId="S::tudor.ileni@ubbcluj.ro::d7b28f6b-7e8e-48e3-b06b-cc0a244d3028" providerId="AD" clId="Web-{C5761942-05C0-4C3E-BDFB-0243F3182B99}" dt="2023-09-25T05:29:04.312" v="932"/>
        <pc:sldMkLst>
          <pc:docMk/>
          <pc:sldMk cId="4213938517" sldId="267"/>
        </pc:sldMkLst>
        <pc:spChg chg="mo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2" creationId="{70B6E929-4F79-1AE9-C31D-5E314A5D81C5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3" creationId="{8B7FD4EB-CBC6-0E42-42B1-3FF34677F82A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9" creationId="{8181FC64-B306-4821-98E2-780662EFC486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11" creationId="{5871FC61-DD4E-47D4-81FD-8A7E7D12B371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13" creationId="{F9EC3F91-A75C-4F74-867E-E4C28C13546B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29:04.312" v="932"/>
          <ac:spMkLst>
            <pc:docMk/>
            <pc:sldMk cId="4213938517" sldId="267"/>
            <ac:spMk id="15" creationId="{829A1E2C-5AC8-40FC-99E9-832069D39792}"/>
          </ac:spMkLst>
        </pc:spChg>
        <pc:picChg chg="add">
          <ac:chgData name="TUDOR-ALEXANDRU ILENI" userId="S::tudor.ileni@ubbcluj.ro::d7b28f6b-7e8e-48e3-b06b-cc0a244d3028" providerId="AD" clId="Web-{C5761942-05C0-4C3E-BDFB-0243F3182B99}" dt="2023-09-25T05:29:04.312" v="932"/>
          <ac:picMkLst>
            <pc:docMk/>
            <pc:sldMk cId="4213938517" sldId="267"/>
            <ac:picMk id="5" creationId="{7F3F8D25-39BA-1CBD-903F-175AFD2FED03}"/>
          </ac:picMkLst>
        </pc:picChg>
      </pc:sldChg>
      <pc:sldChg chg="addSp modSp new mod setBg">
        <pc:chgData name="TUDOR-ALEXANDRU ILENI" userId="S::tudor.ileni@ubbcluj.ro::d7b28f6b-7e8e-48e3-b06b-cc0a244d3028" providerId="AD" clId="Web-{C5761942-05C0-4C3E-BDFB-0243F3182B99}" dt="2023-09-25T05:38:30.683" v="1012" actId="20577"/>
        <pc:sldMkLst>
          <pc:docMk/>
          <pc:sldMk cId="267978867" sldId="268"/>
        </pc:sldMkLst>
        <pc:spChg chg="mo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2" creationId="{6D0F06DE-1ACE-BAE0-38DF-0C29E58153CB}"/>
          </ac:spMkLst>
        </pc:spChg>
        <pc:spChg chg="mod">
          <ac:chgData name="TUDOR-ALEXANDRU ILENI" userId="S::tudor.ileni@ubbcluj.ro::d7b28f6b-7e8e-48e3-b06b-cc0a244d3028" providerId="AD" clId="Web-{C5761942-05C0-4C3E-BDFB-0243F3182B99}" dt="2023-09-25T05:38:30.683" v="1012" actId="20577"/>
          <ac:spMkLst>
            <pc:docMk/>
            <pc:sldMk cId="267978867" sldId="268"/>
            <ac:spMk id="3" creationId="{3E257D03-F66E-D111-4353-2FF5C9A8A910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8" creationId="{09588DA8-065E-4F6F-8EFD-43104AB2E0CF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10" creationId="{C4285719-470E-454C-AF62-8323075F1F5B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12" creationId="{CD9FE4EF-C4D8-49A0-B2FF-81D8DB7D8A24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14" creationId="{4300840D-0A0B-4512-BACA-B439D5B9C57C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16" creationId="{D2B78728-A580-49A7-84F9-6EF6F583ADE0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18" creationId="{38FAA1A1-D861-433F-88FA-1E9D6FD31D11}"/>
          </ac:spMkLst>
        </pc:spChg>
        <pc:spChg chg="add">
          <ac:chgData name="TUDOR-ALEXANDRU ILENI" userId="S::tudor.ileni@ubbcluj.ro::d7b28f6b-7e8e-48e3-b06b-cc0a244d3028" providerId="AD" clId="Web-{C5761942-05C0-4C3E-BDFB-0243F3182B99}" dt="2023-09-25T05:36:30.290" v="991"/>
          <ac:spMkLst>
            <pc:docMk/>
            <pc:sldMk cId="267978867" sldId="268"/>
            <ac:spMk id="20" creationId="{8D71EDA1-87BF-4D5D-AB79-F346FD19278A}"/>
          </ac:spMkLst>
        </pc:spChg>
      </pc:sldChg>
      <pc:sldMasterChg chg="del delSldLayout">
        <pc:chgData name="TUDOR-ALEXANDRU ILENI" userId="S::tudor.ileni@ubbcluj.ro::d7b28f6b-7e8e-48e3-b06b-cc0a244d3028" providerId="AD" clId="Web-{C5761942-05C0-4C3E-BDFB-0243F3182B99}" dt="2023-09-25T03:55:34.916" v="0"/>
        <pc:sldMasterMkLst>
          <pc:docMk/>
          <pc:sldMasterMk cId="2460954070" sldId="2147483660"/>
        </pc:sldMasterMkLst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TUDOR-ALEXANDRU ILENI" userId="S::tudor.ileni@ubbcluj.ro::d7b28f6b-7e8e-48e3-b06b-cc0a244d3028" providerId="AD" clId="Web-{C5761942-05C0-4C3E-BDFB-0243F3182B99}" dt="2023-09-25T03:55:34.916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TUDOR-ALEXANDRU ILENI" userId="S::tudor.ileni@ubbcluj.ro::d7b28f6b-7e8e-48e3-b06b-cc0a244d3028" providerId="AD" clId="Web-{C5761942-05C0-4C3E-BDFB-0243F3182B99}" dt="2023-09-25T04:18:56.305" v="144"/>
        <pc:sldMasterMkLst>
          <pc:docMk/>
          <pc:sldMasterMk cId="1876380000" sldId="2147483685"/>
        </pc:sldMasterMkLst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2673952211" sldId="2147483674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3100520475" sldId="2147483675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1859925804" sldId="2147483676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4198629893" sldId="2147483677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4084488660" sldId="2147483678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2478992928" sldId="2147483679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236212543" sldId="2147483680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2912219676" sldId="2147483681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3895386213" sldId="2147483682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787897592" sldId="2147483683"/>
          </pc:sldLayoutMkLst>
        </pc:sldLayoutChg>
        <pc:sldLayoutChg chg="add del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1876380000" sldId="2147483685"/>
            <pc:sldLayoutMk cId="1616687002" sldId="2147483684"/>
          </pc:sldLayoutMkLst>
        </pc:sldLayoutChg>
      </pc:sldMasterChg>
      <pc:sldMasterChg chg="add addSldLayout modSldLayout">
        <pc:chgData name="TUDOR-ALEXANDRU ILENI" userId="S::tudor.ileni@ubbcluj.ro::d7b28f6b-7e8e-48e3-b06b-cc0a244d3028" providerId="AD" clId="Web-{C5761942-05C0-4C3E-BDFB-0243F3182B99}" dt="2023-09-25T04:18:56.305" v="144"/>
        <pc:sldMasterMkLst>
          <pc:docMk/>
          <pc:sldMasterMk cId="4071345948" sldId="2147483686"/>
        </pc:sldMasterMkLst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3917995010" sldId="2147483687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3061290578" sldId="2147483688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1413576097" sldId="2147483689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2386181910" sldId="2147483690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4061185611" sldId="2147483691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3739128415" sldId="2147483692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3292058653" sldId="2147483693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1034672142" sldId="2147483694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2570085338" sldId="2147483695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492137513" sldId="2147483696"/>
          </pc:sldLayoutMkLst>
        </pc:sldLayoutChg>
        <pc:sldLayoutChg chg="add mod replId">
          <pc:chgData name="TUDOR-ALEXANDRU ILENI" userId="S::tudor.ileni@ubbcluj.ro::d7b28f6b-7e8e-48e3-b06b-cc0a244d3028" providerId="AD" clId="Web-{C5761942-05C0-4C3E-BDFB-0243F3182B99}" dt="2023-09-25T04:18:56.305" v="144"/>
          <pc:sldLayoutMkLst>
            <pc:docMk/>
            <pc:sldMasterMk cId="4071345948" sldId="2147483686"/>
            <pc:sldLayoutMk cId="3318532051" sldId="2147483697"/>
          </pc:sldLayoutMkLst>
        </pc:sldLayoutChg>
      </pc:sldMasterChg>
    </pc:docChg>
  </pc:docChgLst>
  <pc:docChgLst>
    <pc:chgData name="TUDOR-ALEXANDRU ILENI" userId="S::tudor.ileni@ubbcluj.ro::d7b28f6b-7e8e-48e3-b06b-cc0a244d3028" providerId="AD" clId="Web-{5D9B73EC-111B-0EAD-4E63-31465C7E1126}"/>
    <pc:docChg chg="modSld">
      <pc:chgData name="TUDOR-ALEXANDRU ILENI" userId="S::tudor.ileni@ubbcluj.ro::d7b28f6b-7e8e-48e3-b06b-cc0a244d3028" providerId="AD" clId="Web-{5D9B73EC-111B-0EAD-4E63-31465C7E1126}" dt="2023-09-28T03:56:18.002" v="8" actId="20577"/>
      <pc:docMkLst>
        <pc:docMk/>
      </pc:docMkLst>
      <pc:sldChg chg="modSp">
        <pc:chgData name="TUDOR-ALEXANDRU ILENI" userId="S::tudor.ileni@ubbcluj.ro::d7b28f6b-7e8e-48e3-b06b-cc0a244d3028" providerId="AD" clId="Web-{5D9B73EC-111B-0EAD-4E63-31465C7E1126}" dt="2023-09-28T03:54:34.467" v="2" actId="20577"/>
        <pc:sldMkLst>
          <pc:docMk/>
          <pc:sldMk cId="3071911754" sldId="258"/>
        </pc:sldMkLst>
        <pc:spChg chg="mod">
          <ac:chgData name="TUDOR-ALEXANDRU ILENI" userId="S::tudor.ileni@ubbcluj.ro::d7b28f6b-7e8e-48e3-b06b-cc0a244d3028" providerId="AD" clId="Web-{5D9B73EC-111B-0EAD-4E63-31465C7E1126}" dt="2023-09-28T03:54:34.467" v="2" actId="20577"/>
          <ac:spMkLst>
            <pc:docMk/>
            <pc:sldMk cId="3071911754" sldId="258"/>
            <ac:spMk id="3" creationId="{CD22F503-3593-5E9B-FBFB-AF518C78DF9C}"/>
          </ac:spMkLst>
        </pc:spChg>
      </pc:sldChg>
      <pc:sldChg chg="modSp">
        <pc:chgData name="TUDOR-ALEXANDRU ILENI" userId="S::tudor.ileni@ubbcluj.ro::d7b28f6b-7e8e-48e3-b06b-cc0a244d3028" providerId="AD" clId="Web-{5D9B73EC-111B-0EAD-4E63-31465C7E1126}" dt="2023-09-28T03:56:18.002" v="8" actId="20577"/>
        <pc:sldMkLst>
          <pc:docMk/>
          <pc:sldMk cId="649648864" sldId="259"/>
        </pc:sldMkLst>
        <pc:spChg chg="mod">
          <ac:chgData name="TUDOR-ALEXANDRU ILENI" userId="S::tudor.ileni@ubbcluj.ro::d7b28f6b-7e8e-48e3-b06b-cc0a244d3028" providerId="AD" clId="Web-{5D9B73EC-111B-0EAD-4E63-31465C7E1126}" dt="2023-09-28T03:56:18.002" v="8" actId="20577"/>
          <ac:spMkLst>
            <pc:docMk/>
            <pc:sldMk cId="649648864" sldId="259"/>
            <ac:spMk id="3" creationId="{76E35A7C-3759-4792-59D2-D2709BC0AA3C}"/>
          </ac:spMkLst>
        </pc:spChg>
      </pc:sldChg>
      <pc:sldChg chg="modSp">
        <pc:chgData name="TUDOR-ALEXANDRU ILENI" userId="S::tudor.ileni@ubbcluj.ro::d7b28f6b-7e8e-48e3-b06b-cc0a244d3028" providerId="AD" clId="Web-{5D9B73EC-111B-0EAD-4E63-31465C7E1126}" dt="2023-09-28T03:55:08.265" v="3" actId="20577"/>
        <pc:sldMkLst>
          <pc:docMk/>
          <pc:sldMk cId="59600405" sldId="261"/>
        </pc:sldMkLst>
        <pc:spChg chg="mod">
          <ac:chgData name="TUDOR-ALEXANDRU ILENI" userId="S::tudor.ileni@ubbcluj.ro::d7b28f6b-7e8e-48e3-b06b-cc0a244d3028" providerId="AD" clId="Web-{5D9B73EC-111B-0EAD-4E63-31465C7E1126}" dt="2023-09-28T03:55:08.265" v="3" actId="20577"/>
          <ac:spMkLst>
            <pc:docMk/>
            <pc:sldMk cId="59600405" sldId="261"/>
            <ac:spMk id="3" creationId="{CABD3F8F-5166-FEA5-25D3-4BE7845B24A6}"/>
          </ac:spMkLst>
        </pc:spChg>
      </pc:sldChg>
      <pc:sldChg chg="modSp">
        <pc:chgData name="TUDOR-ALEXANDRU ILENI" userId="S::tudor.ileni@ubbcluj.ro::d7b28f6b-7e8e-48e3-b06b-cc0a244d3028" providerId="AD" clId="Web-{5D9B73EC-111B-0EAD-4E63-31465C7E1126}" dt="2023-09-28T03:55:37.141" v="5" actId="20577"/>
        <pc:sldMkLst>
          <pc:docMk/>
          <pc:sldMk cId="267978867" sldId="268"/>
        </pc:sldMkLst>
        <pc:spChg chg="mod">
          <ac:chgData name="TUDOR-ALEXANDRU ILENI" userId="S::tudor.ileni@ubbcluj.ro::d7b28f6b-7e8e-48e3-b06b-cc0a244d3028" providerId="AD" clId="Web-{5D9B73EC-111B-0EAD-4E63-31465C7E1126}" dt="2023-09-28T03:55:37.141" v="5" actId="20577"/>
          <ac:spMkLst>
            <pc:docMk/>
            <pc:sldMk cId="267978867" sldId="268"/>
            <ac:spMk id="3" creationId="{3E257D03-F66E-D111-4353-2FF5C9A8A910}"/>
          </ac:spMkLst>
        </pc:spChg>
      </pc:sldChg>
      <pc:sldChg chg="modSp">
        <pc:chgData name="TUDOR-ALEXANDRU ILENI" userId="S::tudor.ileni@ubbcluj.ro::d7b28f6b-7e8e-48e3-b06b-cc0a244d3028" providerId="AD" clId="Web-{5D9B73EC-111B-0EAD-4E63-31465C7E1126}" dt="2023-09-28T03:55:26.797" v="4" actId="20577"/>
        <pc:sldMkLst>
          <pc:docMk/>
          <pc:sldMk cId="4050715488" sldId="269"/>
        </pc:sldMkLst>
        <pc:spChg chg="mod">
          <ac:chgData name="TUDOR-ALEXANDRU ILENI" userId="S::tudor.ileni@ubbcluj.ro::d7b28f6b-7e8e-48e3-b06b-cc0a244d3028" providerId="AD" clId="Web-{5D9B73EC-111B-0EAD-4E63-31465C7E1126}" dt="2023-09-28T03:55:26.797" v="4" actId="20577"/>
          <ac:spMkLst>
            <pc:docMk/>
            <pc:sldMk cId="4050715488" sldId="269"/>
            <ac:spMk id="3" creationId="{B53F2642-33D2-BAF2-77C2-A5DCA0F6289B}"/>
          </ac:spMkLst>
        </pc:spChg>
      </pc:sldChg>
    </pc:docChg>
  </pc:docChgLst>
  <pc:docChgLst>
    <pc:chgData name="TUDOR-ALEXANDRU ILENI" userId="S::tudor.ileni@ubbcluj.ro::d7b28f6b-7e8e-48e3-b06b-cc0a244d3028" providerId="AD" clId="Web-{B76B2802-62DD-4E9B-8D0D-B7E3A586CBFD}"/>
    <pc:docChg chg="modSld">
      <pc:chgData name="TUDOR-ALEXANDRU ILENI" userId="S::tudor.ileni@ubbcluj.ro::d7b28f6b-7e8e-48e3-b06b-cc0a244d3028" providerId="AD" clId="Web-{B76B2802-62DD-4E9B-8D0D-B7E3A586CBFD}" dt="2023-11-02T09:51:08.473" v="35" actId="20577"/>
      <pc:docMkLst>
        <pc:docMk/>
      </pc:docMkLst>
      <pc:sldChg chg="addSp modSp">
        <pc:chgData name="TUDOR-ALEXANDRU ILENI" userId="S::tudor.ileni@ubbcluj.ro::d7b28f6b-7e8e-48e3-b06b-cc0a244d3028" providerId="AD" clId="Web-{B76B2802-62DD-4E9B-8D0D-B7E3A586CBFD}" dt="2023-11-02T09:51:08.473" v="35" actId="20577"/>
        <pc:sldMkLst>
          <pc:docMk/>
          <pc:sldMk cId="2806085550" sldId="272"/>
        </pc:sldMkLst>
        <pc:spChg chg="mod">
          <ac:chgData name="TUDOR-ALEXANDRU ILENI" userId="S::tudor.ileni@ubbcluj.ro::d7b28f6b-7e8e-48e3-b06b-cc0a244d3028" providerId="AD" clId="Web-{B76B2802-62DD-4E9B-8D0D-B7E3A586CBFD}" dt="2023-11-02T09:50:42.941" v="6" actId="20577"/>
          <ac:spMkLst>
            <pc:docMk/>
            <pc:sldMk cId="2806085550" sldId="272"/>
            <ac:spMk id="3" creationId="{05C0BCF7-1975-20C6-3A17-D4E7D8B25138}"/>
          </ac:spMkLst>
        </pc:spChg>
        <pc:spChg chg="add mod">
          <ac:chgData name="TUDOR-ALEXANDRU ILENI" userId="S::tudor.ileni@ubbcluj.ro::d7b28f6b-7e8e-48e3-b06b-cc0a244d3028" providerId="AD" clId="Web-{B76B2802-62DD-4E9B-8D0D-B7E3A586CBFD}" dt="2023-11-02T09:51:08.473" v="35" actId="20577"/>
          <ac:spMkLst>
            <pc:docMk/>
            <pc:sldMk cId="2806085550" sldId="272"/>
            <ac:spMk id="4" creationId="{868BE148-58DB-B8BC-B4E7-C1E13B8F77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1B711D-8EC3-4FAC-A73A-175BDF0C332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05E2810-DC01-4397-9983-2698A8BF0CE6}">
      <dgm:prSet/>
      <dgm:spPr/>
      <dgm:t>
        <a:bodyPr/>
        <a:lstStyle/>
        <a:p>
          <a:pPr rtl="0"/>
          <a:r>
            <a:rPr lang="en-US" b="0" dirty="0"/>
            <a:t>Define requirements and </a:t>
          </a:r>
          <a:r>
            <a:rPr lang="en-US" b="0" dirty="0">
              <a:latin typeface="Calibri Light" panose="020F0302020204030204"/>
            </a:rPr>
            <a:t>AI model</a:t>
          </a:r>
          <a:r>
            <a:rPr lang="en-US" b="0" dirty="0"/>
            <a:t> type (20p)</a:t>
          </a:r>
        </a:p>
      </dgm:t>
    </dgm:pt>
    <dgm:pt modelId="{F834FA97-2FB2-4F13-883F-68025920939E}" type="parTrans" cxnId="{1C54A8F5-8DEB-45BE-AC7F-DB7202601821}">
      <dgm:prSet/>
      <dgm:spPr/>
      <dgm:t>
        <a:bodyPr/>
        <a:lstStyle/>
        <a:p>
          <a:endParaRPr lang="en-US"/>
        </a:p>
      </dgm:t>
    </dgm:pt>
    <dgm:pt modelId="{98141E8E-D76D-4C3E-98DD-8DECF72293FD}" type="sibTrans" cxnId="{1C54A8F5-8DEB-45BE-AC7F-DB7202601821}">
      <dgm:prSet/>
      <dgm:spPr/>
      <dgm:t>
        <a:bodyPr/>
        <a:lstStyle/>
        <a:p>
          <a:endParaRPr lang="en-US"/>
        </a:p>
      </dgm:t>
    </dgm:pt>
    <dgm:pt modelId="{086D7433-F484-4085-9DD3-A2742C8754CD}">
      <dgm:prSet/>
      <dgm:spPr/>
      <dgm:t>
        <a:bodyPr/>
        <a:lstStyle/>
        <a:p>
          <a:pPr rtl="0"/>
          <a:r>
            <a:rPr lang="en-US" b="0" dirty="0"/>
            <a:t>At least 3 challenges</a:t>
          </a:r>
          <a:r>
            <a:rPr lang="en-US" b="0" dirty="0">
              <a:latin typeface="Calibri Light" panose="020F0302020204030204"/>
            </a:rPr>
            <a:t> or biases</a:t>
          </a:r>
          <a:r>
            <a:rPr lang="en-US" b="0" dirty="0"/>
            <a:t> (20p)</a:t>
          </a:r>
        </a:p>
      </dgm:t>
    </dgm:pt>
    <dgm:pt modelId="{393DB106-83D9-4382-8C44-565AF0CCA911}" type="parTrans" cxnId="{2A601EE4-0982-4345-BABF-A0B151F28A01}">
      <dgm:prSet/>
      <dgm:spPr/>
      <dgm:t>
        <a:bodyPr/>
        <a:lstStyle/>
        <a:p>
          <a:endParaRPr lang="en-US"/>
        </a:p>
      </dgm:t>
    </dgm:pt>
    <dgm:pt modelId="{0539F294-541C-41BD-AFAB-F2CDA5695929}" type="sibTrans" cxnId="{2A601EE4-0982-4345-BABF-A0B151F28A01}">
      <dgm:prSet/>
      <dgm:spPr/>
      <dgm:t>
        <a:bodyPr/>
        <a:lstStyle/>
        <a:p>
          <a:endParaRPr lang="en-US"/>
        </a:p>
      </dgm:t>
    </dgm:pt>
    <dgm:pt modelId="{5A975CA0-3978-45F6-83EC-73625F853659}">
      <dgm:prSet/>
      <dgm:spPr/>
      <dgm:t>
        <a:bodyPr/>
        <a:lstStyle/>
        <a:p>
          <a:r>
            <a:rPr lang="en-US" b="0" dirty="0"/>
            <a:t>How is aligned with the (at least 3) UNESCO principles (20p)</a:t>
          </a:r>
        </a:p>
      </dgm:t>
    </dgm:pt>
    <dgm:pt modelId="{82235B32-D186-47E4-8AB3-C32B4F9D978D}" type="parTrans" cxnId="{FB946F6F-28C3-48EC-AEE2-C90031A1B369}">
      <dgm:prSet/>
      <dgm:spPr/>
      <dgm:t>
        <a:bodyPr/>
        <a:lstStyle/>
        <a:p>
          <a:endParaRPr lang="en-US"/>
        </a:p>
      </dgm:t>
    </dgm:pt>
    <dgm:pt modelId="{8F8CE484-16D6-4033-B583-8676D0A8D95E}" type="sibTrans" cxnId="{FB946F6F-28C3-48EC-AEE2-C90031A1B369}">
      <dgm:prSet/>
      <dgm:spPr/>
      <dgm:t>
        <a:bodyPr/>
        <a:lstStyle/>
        <a:p>
          <a:endParaRPr lang="en-US"/>
        </a:p>
      </dgm:t>
    </dgm:pt>
    <dgm:pt modelId="{D1215227-3F56-4FB8-AA26-8F3682CF8FB1}">
      <dgm:prSet/>
      <dgm:spPr/>
      <dgm:t>
        <a:bodyPr/>
        <a:lstStyle/>
        <a:p>
          <a:r>
            <a:rPr lang="en-US" b="0" dirty="0"/>
            <a:t>Data acquisition and cleaning (</a:t>
          </a:r>
          <a:r>
            <a:rPr lang="en-US" b="0" dirty="0">
              <a:latin typeface="Calibri Light" panose="020F0302020204030204"/>
            </a:rPr>
            <a:t>10p</a:t>
          </a:r>
          <a:r>
            <a:rPr lang="en-US" b="0" dirty="0"/>
            <a:t>)</a:t>
          </a:r>
        </a:p>
      </dgm:t>
    </dgm:pt>
    <dgm:pt modelId="{7787A88A-3E79-4986-A8F0-9A7135D69C99}" type="parTrans" cxnId="{AB572A05-FF26-44DE-8DB1-733E89342FF5}">
      <dgm:prSet/>
      <dgm:spPr/>
      <dgm:t>
        <a:bodyPr/>
        <a:lstStyle/>
        <a:p>
          <a:endParaRPr lang="en-US"/>
        </a:p>
      </dgm:t>
    </dgm:pt>
    <dgm:pt modelId="{A492373F-B862-4350-B9CC-3F4732754DEB}" type="sibTrans" cxnId="{AB572A05-FF26-44DE-8DB1-733E89342FF5}">
      <dgm:prSet/>
      <dgm:spPr/>
      <dgm:t>
        <a:bodyPr/>
        <a:lstStyle/>
        <a:p>
          <a:endParaRPr lang="en-US"/>
        </a:p>
      </dgm:t>
    </dgm:pt>
    <dgm:pt modelId="{700E9C24-1E57-44AF-84CF-81F6B09AC0EF}">
      <dgm:prSet/>
      <dgm:spPr/>
      <dgm:t>
        <a:bodyPr/>
        <a:lstStyle/>
        <a:p>
          <a:r>
            <a:rPr lang="en-US" b="0" dirty="0"/>
            <a:t>Training and validation (specify the metrics) (</a:t>
          </a:r>
          <a:r>
            <a:rPr lang="en-US" b="0" dirty="0">
              <a:latin typeface="Calibri Light" panose="020F0302020204030204"/>
            </a:rPr>
            <a:t>10p</a:t>
          </a:r>
          <a:r>
            <a:rPr lang="en-US" b="0" dirty="0"/>
            <a:t>)</a:t>
          </a:r>
        </a:p>
      </dgm:t>
    </dgm:pt>
    <dgm:pt modelId="{89FC4221-9AF4-4139-BA55-753D6E935814}" type="parTrans" cxnId="{0542C5C2-8961-4EE2-A37D-A85B4EF4BE76}">
      <dgm:prSet/>
      <dgm:spPr/>
      <dgm:t>
        <a:bodyPr/>
        <a:lstStyle/>
        <a:p>
          <a:endParaRPr lang="en-US"/>
        </a:p>
      </dgm:t>
    </dgm:pt>
    <dgm:pt modelId="{EDF27125-96CE-401B-8693-0754194A44BC}" type="sibTrans" cxnId="{0542C5C2-8961-4EE2-A37D-A85B4EF4BE76}">
      <dgm:prSet/>
      <dgm:spPr/>
      <dgm:t>
        <a:bodyPr/>
        <a:lstStyle/>
        <a:p>
          <a:endParaRPr lang="en-US"/>
        </a:p>
      </dgm:t>
    </dgm:pt>
    <dgm:pt modelId="{D2D5ABC9-D437-4544-82AB-E9B81A1F1BF6}">
      <dgm:prSet phldr="0"/>
      <dgm:spPr/>
      <dgm:t>
        <a:bodyPr/>
        <a:lstStyle/>
        <a:p>
          <a:pPr rtl="0"/>
          <a:r>
            <a:rPr lang="en-US" b="0" dirty="0">
              <a:latin typeface="Calibri Light" panose="020F0302020204030204"/>
            </a:rPr>
            <a:t>Cost of implementation (10p)</a:t>
          </a:r>
        </a:p>
      </dgm:t>
    </dgm:pt>
    <dgm:pt modelId="{81B44DA3-A9CE-4996-A91A-C5181DEE19E3}" type="parTrans" cxnId="{ABD82223-8B1A-4774-BDF8-2193AD335A92}">
      <dgm:prSet/>
      <dgm:spPr/>
    </dgm:pt>
    <dgm:pt modelId="{6C2B197D-8E1E-447D-9BEC-022CD548F4B1}" type="sibTrans" cxnId="{ABD82223-8B1A-4774-BDF8-2193AD335A92}">
      <dgm:prSet/>
      <dgm:spPr/>
    </dgm:pt>
    <dgm:pt modelId="{D0AC63DC-7652-49F4-9947-7DF8B5766065}">
      <dgm:prSet phldr="0"/>
      <dgm:spPr/>
      <dgm:t>
        <a:bodyPr/>
        <a:lstStyle/>
        <a:p>
          <a:pPr rtl="0"/>
          <a:r>
            <a:rPr lang="en-US" b="0" dirty="0">
              <a:latin typeface="Calibri Light" panose="020F0302020204030204"/>
            </a:rPr>
            <a:t>User acceptance (10p)</a:t>
          </a:r>
        </a:p>
      </dgm:t>
    </dgm:pt>
    <dgm:pt modelId="{19E2369C-3586-4EF1-83BB-A634A41FADA8}" type="parTrans" cxnId="{964981E9-E86B-42B1-97AC-2728D5448A95}">
      <dgm:prSet/>
      <dgm:spPr/>
    </dgm:pt>
    <dgm:pt modelId="{35F52E4C-9954-439E-AAFB-E9E90D4E0C5D}" type="sibTrans" cxnId="{964981E9-E86B-42B1-97AC-2728D5448A95}">
      <dgm:prSet/>
      <dgm:spPr/>
    </dgm:pt>
    <dgm:pt modelId="{6E6443F5-4DA6-4FC2-AEC5-247ACD65C0D5}" type="pres">
      <dgm:prSet presAssocID="{AD1B711D-8EC3-4FAC-A73A-175BDF0C3323}" presName="vert0" presStyleCnt="0">
        <dgm:presLayoutVars>
          <dgm:dir/>
          <dgm:animOne val="branch"/>
          <dgm:animLvl val="lvl"/>
        </dgm:presLayoutVars>
      </dgm:prSet>
      <dgm:spPr/>
    </dgm:pt>
    <dgm:pt modelId="{4A09F342-3D48-4B76-816E-9BC531C46AD1}" type="pres">
      <dgm:prSet presAssocID="{005E2810-DC01-4397-9983-2698A8BF0CE6}" presName="thickLine" presStyleLbl="alignNode1" presStyleIdx="0" presStyleCnt="7"/>
      <dgm:spPr/>
    </dgm:pt>
    <dgm:pt modelId="{B5D704B7-5FAB-4362-89F5-D44A20DD7D1A}" type="pres">
      <dgm:prSet presAssocID="{005E2810-DC01-4397-9983-2698A8BF0CE6}" presName="horz1" presStyleCnt="0"/>
      <dgm:spPr/>
    </dgm:pt>
    <dgm:pt modelId="{45723C92-84F1-4860-BDAD-ABF68314BD97}" type="pres">
      <dgm:prSet presAssocID="{005E2810-DC01-4397-9983-2698A8BF0CE6}" presName="tx1" presStyleLbl="revTx" presStyleIdx="0" presStyleCnt="7"/>
      <dgm:spPr/>
    </dgm:pt>
    <dgm:pt modelId="{9DFDF6AB-1B24-40A6-8FAF-039F714D7556}" type="pres">
      <dgm:prSet presAssocID="{005E2810-DC01-4397-9983-2698A8BF0CE6}" presName="vert1" presStyleCnt="0"/>
      <dgm:spPr/>
    </dgm:pt>
    <dgm:pt modelId="{F18F7794-8FD7-4E6D-B1CC-D7BF49CDBB68}" type="pres">
      <dgm:prSet presAssocID="{086D7433-F484-4085-9DD3-A2742C8754CD}" presName="thickLine" presStyleLbl="alignNode1" presStyleIdx="1" presStyleCnt="7"/>
      <dgm:spPr/>
    </dgm:pt>
    <dgm:pt modelId="{12779DAF-7282-439C-A932-B4020B399B38}" type="pres">
      <dgm:prSet presAssocID="{086D7433-F484-4085-9DD3-A2742C8754CD}" presName="horz1" presStyleCnt="0"/>
      <dgm:spPr/>
    </dgm:pt>
    <dgm:pt modelId="{16C5F585-8E62-4E92-85F4-CACEE903B60F}" type="pres">
      <dgm:prSet presAssocID="{086D7433-F484-4085-9DD3-A2742C8754CD}" presName="tx1" presStyleLbl="revTx" presStyleIdx="1" presStyleCnt="7"/>
      <dgm:spPr/>
    </dgm:pt>
    <dgm:pt modelId="{488B8633-83D9-448A-92B3-D4325A00E0ED}" type="pres">
      <dgm:prSet presAssocID="{086D7433-F484-4085-9DD3-A2742C8754CD}" presName="vert1" presStyleCnt="0"/>
      <dgm:spPr/>
    </dgm:pt>
    <dgm:pt modelId="{D8439AF7-BB29-4FB9-8A3F-A5E63274BF71}" type="pres">
      <dgm:prSet presAssocID="{5A975CA0-3978-45F6-83EC-73625F853659}" presName="thickLine" presStyleLbl="alignNode1" presStyleIdx="2" presStyleCnt="7"/>
      <dgm:spPr/>
    </dgm:pt>
    <dgm:pt modelId="{3E246273-755B-4616-A870-BB44E50E6FC7}" type="pres">
      <dgm:prSet presAssocID="{5A975CA0-3978-45F6-83EC-73625F853659}" presName="horz1" presStyleCnt="0"/>
      <dgm:spPr/>
    </dgm:pt>
    <dgm:pt modelId="{FF3AFFF1-56FF-4D61-A633-786321602D88}" type="pres">
      <dgm:prSet presAssocID="{5A975CA0-3978-45F6-83EC-73625F853659}" presName="tx1" presStyleLbl="revTx" presStyleIdx="2" presStyleCnt="7"/>
      <dgm:spPr/>
    </dgm:pt>
    <dgm:pt modelId="{061AA1AD-A006-4122-AF87-7366D9AABA9B}" type="pres">
      <dgm:prSet presAssocID="{5A975CA0-3978-45F6-83EC-73625F853659}" presName="vert1" presStyleCnt="0"/>
      <dgm:spPr/>
    </dgm:pt>
    <dgm:pt modelId="{64D64168-8789-4C1F-A1EA-948BAB2106CD}" type="pres">
      <dgm:prSet presAssocID="{D2D5ABC9-D437-4544-82AB-E9B81A1F1BF6}" presName="thickLine" presStyleLbl="alignNode1" presStyleIdx="3" presStyleCnt="7"/>
      <dgm:spPr/>
    </dgm:pt>
    <dgm:pt modelId="{B530F9A2-26D5-4E16-8BC7-1F770979F37B}" type="pres">
      <dgm:prSet presAssocID="{D2D5ABC9-D437-4544-82AB-E9B81A1F1BF6}" presName="horz1" presStyleCnt="0"/>
      <dgm:spPr/>
    </dgm:pt>
    <dgm:pt modelId="{2789682A-DB84-425A-ABAE-D8ED230FFBDB}" type="pres">
      <dgm:prSet presAssocID="{D2D5ABC9-D437-4544-82AB-E9B81A1F1BF6}" presName="tx1" presStyleLbl="revTx" presStyleIdx="3" presStyleCnt="7"/>
      <dgm:spPr/>
    </dgm:pt>
    <dgm:pt modelId="{6E1424F5-DD25-44E4-9D99-C2AF2ADC5B3E}" type="pres">
      <dgm:prSet presAssocID="{D2D5ABC9-D437-4544-82AB-E9B81A1F1BF6}" presName="vert1" presStyleCnt="0"/>
      <dgm:spPr/>
    </dgm:pt>
    <dgm:pt modelId="{B7B3DEAE-B691-4D8A-97F5-28BA4F59AC47}" type="pres">
      <dgm:prSet presAssocID="{D0AC63DC-7652-49F4-9947-7DF8B5766065}" presName="thickLine" presStyleLbl="alignNode1" presStyleIdx="4" presStyleCnt="7"/>
      <dgm:spPr/>
    </dgm:pt>
    <dgm:pt modelId="{F4767B26-1AB9-4CBD-B61C-D1A62FB17B52}" type="pres">
      <dgm:prSet presAssocID="{D0AC63DC-7652-49F4-9947-7DF8B5766065}" presName="horz1" presStyleCnt="0"/>
      <dgm:spPr/>
    </dgm:pt>
    <dgm:pt modelId="{B9BDAFF1-D5DD-4F09-99E8-04BA905A8F87}" type="pres">
      <dgm:prSet presAssocID="{D0AC63DC-7652-49F4-9947-7DF8B5766065}" presName="tx1" presStyleLbl="revTx" presStyleIdx="4" presStyleCnt="7"/>
      <dgm:spPr/>
    </dgm:pt>
    <dgm:pt modelId="{2C0E2EDC-EF49-4CBB-AB92-A8012C01F617}" type="pres">
      <dgm:prSet presAssocID="{D0AC63DC-7652-49F4-9947-7DF8B5766065}" presName="vert1" presStyleCnt="0"/>
      <dgm:spPr/>
    </dgm:pt>
    <dgm:pt modelId="{10E2331C-4A73-4133-B71E-460BBE65F173}" type="pres">
      <dgm:prSet presAssocID="{D1215227-3F56-4FB8-AA26-8F3682CF8FB1}" presName="thickLine" presStyleLbl="alignNode1" presStyleIdx="5" presStyleCnt="7"/>
      <dgm:spPr/>
    </dgm:pt>
    <dgm:pt modelId="{1C1DFC36-6617-4910-8A32-53C28918CAAF}" type="pres">
      <dgm:prSet presAssocID="{D1215227-3F56-4FB8-AA26-8F3682CF8FB1}" presName="horz1" presStyleCnt="0"/>
      <dgm:spPr/>
    </dgm:pt>
    <dgm:pt modelId="{7E4457DC-9C74-4F0E-B993-98130B0B9F4A}" type="pres">
      <dgm:prSet presAssocID="{D1215227-3F56-4FB8-AA26-8F3682CF8FB1}" presName="tx1" presStyleLbl="revTx" presStyleIdx="5" presStyleCnt="7"/>
      <dgm:spPr/>
    </dgm:pt>
    <dgm:pt modelId="{C6887C69-9AA2-4D26-8400-2F64E187CBA4}" type="pres">
      <dgm:prSet presAssocID="{D1215227-3F56-4FB8-AA26-8F3682CF8FB1}" presName="vert1" presStyleCnt="0"/>
      <dgm:spPr/>
    </dgm:pt>
    <dgm:pt modelId="{688F1178-FC7E-4972-9C07-51C2D82F7BF7}" type="pres">
      <dgm:prSet presAssocID="{700E9C24-1E57-44AF-84CF-81F6B09AC0EF}" presName="thickLine" presStyleLbl="alignNode1" presStyleIdx="6" presStyleCnt="7"/>
      <dgm:spPr/>
    </dgm:pt>
    <dgm:pt modelId="{EB8578B3-166A-4D8C-BF2E-17C3FE9CB5F4}" type="pres">
      <dgm:prSet presAssocID="{700E9C24-1E57-44AF-84CF-81F6B09AC0EF}" presName="horz1" presStyleCnt="0"/>
      <dgm:spPr/>
    </dgm:pt>
    <dgm:pt modelId="{6C23EB23-3679-4466-BF24-FD46F0FEA008}" type="pres">
      <dgm:prSet presAssocID="{700E9C24-1E57-44AF-84CF-81F6B09AC0EF}" presName="tx1" presStyleLbl="revTx" presStyleIdx="6" presStyleCnt="7"/>
      <dgm:spPr/>
    </dgm:pt>
    <dgm:pt modelId="{3C6234E8-A784-4796-827A-6BE274375A47}" type="pres">
      <dgm:prSet presAssocID="{700E9C24-1E57-44AF-84CF-81F6B09AC0EF}" presName="vert1" presStyleCnt="0"/>
      <dgm:spPr/>
    </dgm:pt>
  </dgm:ptLst>
  <dgm:cxnLst>
    <dgm:cxn modelId="{AB572A05-FF26-44DE-8DB1-733E89342FF5}" srcId="{AD1B711D-8EC3-4FAC-A73A-175BDF0C3323}" destId="{D1215227-3F56-4FB8-AA26-8F3682CF8FB1}" srcOrd="5" destOrd="0" parTransId="{7787A88A-3E79-4986-A8F0-9A7135D69C99}" sibTransId="{A492373F-B862-4350-B9CC-3F4732754DEB}"/>
    <dgm:cxn modelId="{ABD82223-8B1A-4774-BDF8-2193AD335A92}" srcId="{AD1B711D-8EC3-4FAC-A73A-175BDF0C3323}" destId="{D2D5ABC9-D437-4544-82AB-E9B81A1F1BF6}" srcOrd="3" destOrd="0" parTransId="{81B44DA3-A9CE-4996-A91A-C5181DEE19E3}" sibTransId="{6C2B197D-8E1E-447D-9BEC-022CD548F4B1}"/>
    <dgm:cxn modelId="{655E4929-DC80-40DA-86D4-4B437D85C356}" type="presOf" srcId="{D2D5ABC9-D437-4544-82AB-E9B81A1F1BF6}" destId="{2789682A-DB84-425A-ABAE-D8ED230FFBDB}" srcOrd="0" destOrd="0" presId="urn:microsoft.com/office/officeart/2008/layout/LinedList"/>
    <dgm:cxn modelId="{FB946F6F-28C3-48EC-AEE2-C90031A1B369}" srcId="{AD1B711D-8EC3-4FAC-A73A-175BDF0C3323}" destId="{5A975CA0-3978-45F6-83EC-73625F853659}" srcOrd="2" destOrd="0" parTransId="{82235B32-D186-47E4-8AB3-C32B4F9D978D}" sibTransId="{8F8CE484-16D6-4033-B583-8676D0A8D95E}"/>
    <dgm:cxn modelId="{5815C252-FBCA-403F-8B1D-1382AACBAECF}" type="presOf" srcId="{D0AC63DC-7652-49F4-9947-7DF8B5766065}" destId="{B9BDAFF1-D5DD-4F09-99E8-04BA905A8F87}" srcOrd="0" destOrd="0" presId="urn:microsoft.com/office/officeart/2008/layout/LinedList"/>
    <dgm:cxn modelId="{444E6853-9DED-46E9-8F85-7FF249DB3833}" type="presOf" srcId="{D1215227-3F56-4FB8-AA26-8F3682CF8FB1}" destId="{7E4457DC-9C74-4F0E-B993-98130B0B9F4A}" srcOrd="0" destOrd="0" presId="urn:microsoft.com/office/officeart/2008/layout/LinedList"/>
    <dgm:cxn modelId="{CE978D86-A277-4F12-9E1C-7FD7BA5FFA00}" type="presOf" srcId="{005E2810-DC01-4397-9983-2698A8BF0CE6}" destId="{45723C92-84F1-4860-BDAD-ABF68314BD97}" srcOrd="0" destOrd="0" presId="urn:microsoft.com/office/officeart/2008/layout/LinedList"/>
    <dgm:cxn modelId="{1449EE89-0215-4C79-96AA-ECFB3EE5141E}" type="presOf" srcId="{700E9C24-1E57-44AF-84CF-81F6B09AC0EF}" destId="{6C23EB23-3679-4466-BF24-FD46F0FEA008}" srcOrd="0" destOrd="0" presId="urn:microsoft.com/office/officeart/2008/layout/LinedList"/>
    <dgm:cxn modelId="{0542C5C2-8961-4EE2-A37D-A85B4EF4BE76}" srcId="{AD1B711D-8EC3-4FAC-A73A-175BDF0C3323}" destId="{700E9C24-1E57-44AF-84CF-81F6B09AC0EF}" srcOrd="6" destOrd="0" parTransId="{89FC4221-9AF4-4139-BA55-753D6E935814}" sibTransId="{EDF27125-96CE-401B-8693-0754194A44BC}"/>
    <dgm:cxn modelId="{E2017AD4-AC1E-40F3-B582-68C32055BCA7}" type="presOf" srcId="{AD1B711D-8EC3-4FAC-A73A-175BDF0C3323}" destId="{6E6443F5-4DA6-4FC2-AEC5-247ACD65C0D5}" srcOrd="0" destOrd="0" presId="urn:microsoft.com/office/officeart/2008/layout/LinedList"/>
    <dgm:cxn modelId="{4DE87FD4-F023-4397-9477-41EDDAC37EC8}" type="presOf" srcId="{086D7433-F484-4085-9DD3-A2742C8754CD}" destId="{16C5F585-8E62-4E92-85F4-CACEE903B60F}" srcOrd="0" destOrd="0" presId="urn:microsoft.com/office/officeart/2008/layout/LinedList"/>
    <dgm:cxn modelId="{2A601EE4-0982-4345-BABF-A0B151F28A01}" srcId="{AD1B711D-8EC3-4FAC-A73A-175BDF0C3323}" destId="{086D7433-F484-4085-9DD3-A2742C8754CD}" srcOrd="1" destOrd="0" parTransId="{393DB106-83D9-4382-8C44-565AF0CCA911}" sibTransId="{0539F294-541C-41BD-AFAB-F2CDA5695929}"/>
    <dgm:cxn modelId="{964981E9-E86B-42B1-97AC-2728D5448A95}" srcId="{AD1B711D-8EC3-4FAC-A73A-175BDF0C3323}" destId="{D0AC63DC-7652-49F4-9947-7DF8B5766065}" srcOrd="4" destOrd="0" parTransId="{19E2369C-3586-4EF1-83BB-A634A41FADA8}" sibTransId="{35F52E4C-9954-439E-AAFB-E9E90D4E0C5D}"/>
    <dgm:cxn modelId="{D3C932EA-8291-4AE5-8550-988A3C8CBD43}" type="presOf" srcId="{5A975CA0-3978-45F6-83EC-73625F853659}" destId="{FF3AFFF1-56FF-4D61-A633-786321602D88}" srcOrd="0" destOrd="0" presId="urn:microsoft.com/office/officeart/2008/layout/LinedList"/>
    <dgm:cxn modelId="{1C54A8F5-8DEB-45BE-AC7F-DB7202601821}" srcId="{AD1B711D-8EC3-4FAC-A73A-175BDF0C3323}" destId="{005E2810-DC01-4397-9983-2698A8BF0CE6}" srcOrd="0" destOrd="0" parTransId="{F834FA97-2FB2-4F13-883F-68025920939E}" sibTransId="{98141E8E-D76D-4C3E-98DD-8DECF72293FD}"/>
    <dgm:cxn modelId="{7F1C0113-5E8A-4AA7-B051-619AC781F3FB}" type="presParOf" srcId="{6E6443F5-4DA6-4FC2-AEC5-247ACD65C0D5}" destId="{4A09F342-3D48-4B76-816E-9BC531C46AD1}" srcOrd="0" destOrd="0" presId="urn:microsoft.com/office/officeart/2008/layout/LinedList"/>
    <dgm:cxn modelId="{923383C7-100C-49B5-8A50-B3F6B7C4B0D9}" type="presParOf" srcId="{6E6443F5-4DA6-4FC2-AEC5-247ACD65C0D5}" destId="{B5D704B7-5FAB-4362-89F5-D44A20DD7D1A}" srcOrd="1" destOrd="0" presId="urn:microsoft.com/office/officeart/2008/layout/LinedList"/>
    <dgm:cxn modelId="{ECD9B7A9-124A-4C3F-9B95-FD11F7E7A64D}" type="presParOf" srcId="{B5D704B7-5FAB-4362-89F5-D44A20DD7D1A}" destId="{45723C92-84F1-4860-BDAD-ABF68314BD97}" srcOrd="0" destOrd="0" presId="urn:microsoft.com/office/officeart/2008/layout/LinedList"/>
    <dgm:cxn modelId="{D569DD4F-2FD4-4F31-99E3-EC2EA7274426}" type="presParOf" srcId="{B5D704B7-5FAB-4362-89F5-D44A20DD7D1A}" destId="{9DFDF6AB-1B24-40A6-8FAF-039F714D7556}" srcOrd="1" destOrd="0" presId="urn:microsoft.com/office/officeart/2008/layout/LinedList"/>
    <dgm:cxn modelId="{93D066C1-EBC4-4497-A7B4-88E538905683}" type="presParOf" srcId="{6E6443F5-4DA6-4FC2-AEC5-247ACD65C0D5}" destId="{F18F7794-8FD7-4E6D-B1CC-D7BF49CDBB68}" srcOrd="2" destOrd="0" presId="urn:microsoft.com/office/officeart/2008/layout/LinedList"/>
    <dgm:cxn modelId="{76CEF841-1BCA-404A-BDB2-77B6B272E599}" type="presParOf" srcId="{6E6443F5-4DA6-4FC2-AEC5-247ACD65C0D5}" destId="{12779DAF-7282-439C-A932-B4020B399B38}" srcOrd="3" destOrd="0" presId="urn:microsoft.com/office/officeart/2008/layout/LinedList"/>
    <dgm:cxn modelId="{122E1434-22D9-42D5-B6A2-C07D8D6DF040}" type="presParOf" srcId="{12779DAF-7282-439C-A932-B4020B399B38}" destId="{16C5F585-8E62-4E92-85F4-CACEE903B60F}" srcOrd="0" destOrd="0" presId="urn:microsoft.com/office/officeart/2008/layout/LinedList"/>
    <dgm:cxn modelId="{84487886-B4CF-4158-835A-B6D087E6E42C}" type="presParOf" srcId="{12779DAF-7282-439C-A932-B4020B399B38}" destId="{488B8633-83D9-448A-92B3-D4325A00E0ED}" srcOrd="1" destOrd="0" presId="urn:microsoft.com/office/officeart/2008/layout/LinedList"/>
    <dgm:cxn modelId="{D32E42FD-181D-438F-9B2B-5BC9E44A0AE7}" type="presParOf" srcId="{6E6443F5-4DA6-4FC2-AEC5-247ACD65C0D5}" destId="{D8439AF7-BB29-4FB9-8A3F-A5E63274BF71}" srcOrd="4" destOrd="0" presId="urn:microsoft.com/office/officeart/2008/layout/LinedList"/>
    <dgm:cxn modelId="{90B3E675-DC11-479E-9023-FE2BE31C41E8}" type="presParOf" srcId="{6E6443F5-4DA6-4FC2-AEC5-247ACD65C0D5}" destId="{3E246273-755B-4616-A870-BB44E50E6FC7}" srcOrd="5" destOrd="0" presId="urn:microsoft.com/office/officeart/2008/layout/LinedList"/>
    <dgm:cxn modelId="{0B1651D0-1AC0-474D-A761-69820F0801F5}" type="presParOf" srcId="{3E246273-755B-4616-A870-BB44E50E6FC7}" destId="{FF3AFFF1-56FF-4D61-A633-786321602D88}" srcOrd="0" destOrd="0" presId="urn:microsoft.com/office/officeart/2008/layout/LinedList"/>
    <dgm:cxn modelId="{92C8A6DB-7FD1-43AE-9941-53DCA105B375}" type="presParOf" srcId="{3E246273-755B-4616-A870-BB44E50E6FC7}" destId="{061AA1AD-A006-4122-AF87-7366D9AABA9B}" srcOrd="1" destOrd="0" presId="urn:microsoft.com/office/officeart/2008/layout/LinedList"/>
    <dgm:cxn modelId="{47DCDCCD-39D9-44E5-B7BF-2A58A011831B}" type="presParOf" srcId="{6E6443F5-4DA6-4FC2-AEC5-247ACD65C0D5}" destId="{64D64168-8789-4C1F-A1EA-948BAB2106CD}" srcOrd="6" destOrd="0" presId="urn:microsoft.com/office/officeart/2008/layout/LinedList"/>
    <dgm:cxn modelId="{CDD85595-3A51-4674-8564-3FE67CE407C5}" type="presParOf" srcId="{6E6443F5-4DA6-4FC2-AEC5-247ACD65C0D5}" destId="{B530F9A2-26D5-4E16-8BC7-1F770979F37B}" srcOrd="7" destOrd="0" presId="urn:microsoft.com/office/officeart/2008/layout/LinedList"/>
    <dgm:cxn modelId="{B717C885-32B0-4370-B1CD-7C8C36EAA60F}" type="presParOf" srcId="{B530F9A2-26D5-4E16-8BC7-1F770979F37B}" destId="{2789682A-DB84-425A-ABAE-D8ED230FFBDB}" srcOrd="0" destOrd="0" presId="urn:microsoft.com/office/officeart/2008/layout/LinedList"/>
    <dgm:cxn modelId="{E68C6F8A-B1CC-4E33-889F-6D6AC46ACB20}" type="presParOf" srcId="{B530F9A2-26D5-4E16-8BC7-1F770979F37B}" destId="{6E1424F5-DD25-44E4-9D99-C2AF2ADC5B3E}" srcOrd="1" destOrd="0" presId="urn:microsoft.com/office/officeart/2008/layout/LinedList"/>
    <dgm:cxn modelId="{CEF183C2-4256-4853-AAAE-8A6EC0958FF7}" type="presParOf" srcId="{6E6443F5-4DA6-4FC2-AEC5-247ACD65C0D5}" destId="{B7B3DEAE-B691-4D8A-97F5-28BA4F59AC47}" srcOrd="8" destOrd="0" presId="urn:microsoft.com/office/officeart/2008/layout/LinedList"/>
    <dgm:cxn modelId="{34379D80-6B2E-4C04-94BF-82F279AFC1E1}" type="presParOf" srcId="{6E6443F5-4DA6-4FC2-AEC5-247ACD65C0D5}" destId="{F4767B26-1AB9-4CBD-B61C-D1A62FB17B52}" srcOrd="9" destOrd="0" presId="urn:microsoft.com/office/officeart/2008/layout/LinedList"/>
    <dgm:cxn modelId="{71FA03C2-C211-40B8-9C7B-E2A81956BAF4}" type="presParOf" srcId="{F4767B26-1AB9-4CBD-B61C-D1A62FB17B52}" destId="{B9BDAFF1-D5DD-4F09-99E8-04BA905A8F87}" srcOrd="0" destOrd="0" presId="urn:microsoft.com/office/officeart/2008/layout/LinedList"/>
    <dgm:cxn modelId="{2E0D5D72-97E1-4710-900E-9F3A8B98B322}" type="presParOf" srcId="{F4767B26-1AB9-4CBD-B61C-D1A62FB17B52}" destId="{2C0E2EDC-EF49-4CBB-AB92-A8012C01F617}" srcOrd="1" destOrd="0" presId="urn:microsoft.com/office/officeart/2008/layout/LinedList"/>
    <dgm:cxn modelId="{EFBE2D0E-490C-421D-886F-C81D593D0E34}" type="presParOf" srcId="{6E6443F5-4DA6-4FC2-AEC5-247ACD65C0D5}" destId="{10E2331C-4A73-4133-B71E-460BBE65F173}" srcOrd="10" destOrd="0" presId="urn:microsoft.com/office/officeart/2008/layout/LinedList"/>
    <dgm:cxn modelId="{EAF261CE-BA7A-4046-BD5A-D9CC9F260ADE}" type="presParOf" srcId="{6E6443F5-4DA6-4FC2-AEC5-247ACD65C0D5}" destId="{1C1DFC36-6617-4910-8A32-53C28918CAAF}" srcOrd="11" destOrd="0" presId="urn:microsoft.com/office/officeart/2008/layout/LinedList"/>
    <dgm:cxn modelId="{221DC0F0-500D-46F5-9806-1D2A4EA379EC}" type="presParOf" srcId="{1C1DFC36-6617-4910-8A32-53C28918CAAF}" destId="{7E4457DC-9C74-4F0E-B993-98130B0B9F4A}" srcOrd="0" destOrd="0" presId="urn:microsoft.com/office/officeart/2008/layout/LinedList"/>
    <dgm:cxn modelId="{36E17AF5-A5FC-4F6C-BE2E-869E66445664}" type="presParOf" srcId="{1C1DFC36-6617-4910-8A32-53C28918CAAF}" destId="{C6887C69-9AA2-4D26-8400-2F64E187CBA4}" srcOrd="1" destOrd="0" presId="urn:microsoft.com/office/officeart/2008/layout/LinedList"/>
    <dgm:cxn modelId="{A1931464-7423-425C-87CD-B91382E208E4}" type="presParOf" srcId="{6E6443F5-4DA6-4FC2-AEC5-247ACD65C0D5}" destId="{688F1178-FC7E-4972-9C07-51C2D82F7BF7}" srcOrd="12" destOrd="0" presId="urn:microsoft.com/office/officeart/2008/layout/LinedList"/>
    <dgm:cxn modelId="{053A0C6C-3566-41DE-918F-6FA7042CE262}" type="presParOf" srcId="{6E6443F5-4DA6-4FC2-AEC5-247ACD65C0D5}" destId="{EB8578B3-166A-4D8C-BF2E-17C3FE9CB5F4}" srcOrd="13" destOrd="0" presId="urn:microsoft.com/office/officeart/2008/layout/LinedList"/>
    <dgm:cxn modelId="{39588857-F23C-4D48-B569-8991314284F0}" type="presParOf" srcId="{EB8578B3-166A-4D8C-BF2E-17C3FE9CB5F4}" destId="{6C23EB23-3679-4466-BF24-FD46F0FEA008}" srcOrd="0" destOrd="0" presId="urn:microsoft.com/office/officeart/2008/layout/LinedList"/>
    <dgm:cxn modelId="{854A85C3-FAC5-4B3E-831E-21680CCD3B6B}" type="presParOf" srcId="{EB8578B3-166A-4D8C-BF2E-17C3FE9CB5F4}" destId="{3C6234E8-A784-4796-827A-6BE274375A4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9F342-3D48-4B76-816E-9BC531C46AD1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23C92-84F1-4860-BDAD-ABF68314BD97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Define requirements and </a:t>
          </a:r>
          <a:r>
            <a:rPr lang="en-US" sz="2200" b="0" kern="1200" dirty="0">
              <a:latin typeface="Calibri Light" panose="020F0302020204030204"/>
            </a:rPr>
            <a:t>AI model</a:t>
          </a:r>
          <a:r>
            <a:rPr lang="en-US" sz="2200" b="0" kern="1200" dirty="0"/>
            <a:t> type (20p)</a:t>
          </a:r>
        </a:p>
      </dsp:txBody>
      <dsp:txXfrm>
        <a:off x="0" y="675"/>
        <a:ext cx="6900512" cy="790684"/>
      </dsp:txXfrm>
    </dsp:sp>
    <dsp:sp modelId="{F18F7794-8FD7-4E6D-B1CC-D7BF49CDBB68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5F585-8E62-4E92-85F4-CACEE903B60F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At least 3 challenges</a:t>
          </a:r>
          <a:r>
            <a:rPr lang="en-US" sz="2200" b="0" kern="1200" dirty="0">
              <a:latin typeface="Calibri Light" panose="020F0302020204030204"/>
            </a:rPr>
            <a:t> or biases</a:t>
          </a:r>
          <a:r>
            <a:rPr lang="en-US" sz="2200" b="0" kern="1200" dirty="0"/>
            <a:t> (20p)</a:t>
          </a:r>
        </a:p>
      </dsp:txBody>
      <dsp:txXfrm>
        <a:off x="0" y="791359"/>
        <a:ext cx="6900512" cy="790684"/>
      </dsp:txXfrm>
    </dsp:sp>
    <dsp:sp modelId="{D8439AF7-BB29-4FB9-8A3F-A5E63274BF7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3AFFF1-56FF-4D61-A633-786321602D88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How is aligned with the (at least 3) UNESCO principles (20p)</a:t>
          </a:r>
        </a:p>
      </dsp:txBody>
      <dsp:txXfrm>
        <a:off x="0" y="1582044"/>
        <a:ext cx="6900512" cy="790684"/>
      </dsp:txXfrm>
    </dsp:sp>
    <dsp:sp modelId="{64D64168-8789-4C1F-A1EA-948BAB2106CD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9682A-DB84-425A-ABAE-D8ED230FFBDB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 Light" panose="020F0302020204030204"/>
            </a:rPr>
            <a:t>Cost of implementation (10p)</a:t>
          </a:r>
        </a:p>
      </dsp:txBody>
      <dsp:txXfrm>
        <a:off x="0" y="2372728"/>
        <a:ext cx="6900512" cy="790684"/>
      </dsp:txXfrm>
    </dsp:sp>
    <dsp:sp modelId="{B7B3DEAE-B691-4D8A-97F5-28BA4F59AC47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BDAFF1-D5DD-4F09-99E8-04BA905A8F87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 Light" panose="020F0302020204030204"/>
            </a:rPr>
            <a:t>User acceptance (10p)</a:t>
          </a:r>
        </a:p>
      </dsp:txBody>
      <dsp:txXfrm>
        <a:off x="0" y="3163412"/>
        <a:ext cx="6900512" cy="790684"/>
      </dsp:txXfrm>
    </dsp:sp>
    <dsp:sp modelId="{10E2331C-4A73-4133-B71E-460BBE65F173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457DC-9C74-4F0E-B993-98130B0B9F4A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Data acquisition and cleaning (</a:t>
          </a:r>
          <a:r>
            <a:rPr lang="en-US" sz="2200" b="0" kern="1200" dirty="0">
              <a:latin typeface="Calibri Light" panose="020F0302020204030204"/>
            </a:rPr>
            <a:t>10p</a:t>
          </a:r>
          <a:r>
            <a:rPr lang="en-US" sz="2200" b="0" kern="1200" dirty="0"/>
            <a:t>)</a:t>
          </a:r>
        </a:p>
      </dsp:txBody>
      <dsp:txXfrm>
        <a:off x="0" y="3954096"/>
        <a:ext cx="6900512" cy="790684"/>
      </dsp:txXfrm>
    </dsp:sp>
    <dsp:sp modelId="{688F1178-FC7E-4972-9C07-51C2D82F7BF7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3EB23-3679-4466-BF24-FD46F0FEA008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/>
            <a:t>Training and validation (specify the metrics) (</a:t>
          </a:r>
          <a:r>
            <a:rPr lang="en-US" sz="2200" b="0" kern="1200" dirty="0">
              <a:latin typeface="Calibri Light" panose="020F0302020204030204"/>
            </a:rPr>
            <a:t>10p</a:t>
          </a:r>
          <a:r>
            <a:rPr lang="en-US" sz="2200" b="0" kern="1200" dirty="0"/>
            <a:t>)</a:t>
          </a:r>
        </a:p>
      </dsp:txBody>
      <dsp:txXfrm>
        <a:off x="0" y="4744781"/>
        <a:ext cx="6900512" cy="790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9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2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7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8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2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5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7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8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3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4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eniTudor/trainSaveEvaluateMode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paperswithcode.com/dataset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rinstitute.utoronto.ca/news/power-and-prediction-avi-goldfarb-on-the-disruptive-economics-of-ai" TargetMode="External"/><Relationship Id="rId7" Type="http://schemas.openxmlformats.org/officeDocument/2006/relationships/hyperlink" Target="https://www.linkedin.com/pulse/challenges-implementing-ai-case-muller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esco.org/en/artificial-intelligence/recommendation-ethics" TargetMode="External"/><Relationship Id="rId5" Type="http://schemas.openxmlformats.org/officeDocument/2006/relationships/hyperlink" Target="https://ideausher.com/blog/how-to-build-an-ai-application/" TargetMode="External"/><Relationship Id="rId4" Type="http://schemas.openxmlformats.org/officeDocument/2006/relationships/hyperlink" Target="https://www.forbes.com/sites/bernardmarr/2023/05/10/15-amazing-real-world-applications-of-ai-everyone-should-know-about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>
                <a:latin typeface="Arial"/>
                <a:cs typeface="Arial"/>
              </a:rPr>
              <a:t>Power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Innovation using AI</a:t>
            </a:r>
          </a:p>
          <a:p>
            <a:pPr algn="l"/>
            <a:r>
              <a:rPr lang="en-US" dirty="0">
                <a:ea typeface="Calibri"/>
                <a:cs typeface="Calibri"/>
              </a:rPr>
              <a:t>Seminary 3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978C-8FCB-4F61-BFF4-B62E1E8F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 dirty="0">
                <a:latin typeface="Calibri Light"/>
                <a:ea typeface="Calibri Light"/>
                <a:cs typeface="Calibri Light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F503-3593-5E9B-FBFB-AF518C78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Where are we?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Applications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Challenges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Light"/>
                <a:ea typeface="Calibri Light"/>
                <a:cs typeface="Calibri Light"/>
              </a:rPr>
              <a:t>Ethics</a:t>
            </a:r>
          </a:p>
          <a:p>
            <a:pPr marL="514350" indent="-514350">
              <a:buAutoNum type="arabicPeriod"/>
            </a:pPr>
            <a:r>
              <a:rPr lang="en-US" dirty="0">
                <a:latin typeface="Calibri Light"/>
                <a:ea typeface="+mn-lt"/>
                <a:cs typeface="+mn-lt"/>
              </a:rPr>
              <a:t>Milestones</a:t>
            </a:r>
          </a:p>
        </p:txBody>
      </p:sp>
      <p:pic>
        <p:nvPicPr>
          <p:cNvPr id="5" name="Picture 4" descr="White stones balanced in a stack">
            <a:extLst>
              <a:ext uri="{FF2B5EF4-FFF2-40B4-BE49-F238E27FC236}">
                <a16:creationId xmlns:a16="http://schemas.microsoft.com/office/drawing/2014/main" id="{77F3650F-3289-718B-0682-4537907E7C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149" r="-3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6132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A1337-38CF-3850-E8C1-BA1772E2C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Where are we?</a:t>
            </a:r>
          </a:p>
        </p:txBody>
      </p:sp>
      <p:pic>
        <p:nvPicPr>
          <p:cNvPr id="4" name="Picture 3" descr="A book cover with a circular object&#10;&#10;Description automatically generated">
            <a:extLst>
              <a:ext uri="{FF2B5EF4-FFF2-40B4-BE49-F238E27FC236}">
                <a16:creationId xmlns:a16="http://schemas.microsoft.com/office/drawing/2014/main" id="{AFF7DF25-7CA6-8AA2-4887-7E844AD772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355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1D74-FD2F-DB61-1745-21EA256A4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Calibri Light"/>
                <a:ea typeface="+mn-lt"/>
                <a:cs typeface="+mn-lt"/>
              </a:rPr>
              <a:t>"Power and Prediction" by Ajay Agrawal, Joshua Gans, and Avi Goldfarb</a:t>
            </a:r>
          </a:p>
          <a:p>
            <a:r>
              <a:rPr lang="en-US" sz="2200" dirty="0">
                <a:latin typeface="Calibri Light"/>
                <a:ea typeface="+mn-lt"/>
                <a:cs typeface="+mn-lt"/>
              </a:rPr>
              <a:t>In the Between Times </a:t>
            </a:r>
            <a:endParaRPr lang="en-US" sz="2200" dirty="0">
              <a:ea typeface="+mn-lt"/>
              <a:cs typeface="+mn-lt"/>
            </a:endParaRP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Electricity from 1880 to 1920</a:t>
            </a: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Computers from 1960 to 1980</a:t>
            </a: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AI, 2012 – DL can recognize images better</a:t>
            </a:r>
          </a:p>
        </p:txBody>
      </p:sp>
    </p:spTree>
    <p:extLst>
      <p:ext uri="{BB962C8B-B14F-4D97-AF65-F5344CB8AC3E}">
        <p14:creationId xmlns:p14="http://schemas.microsoft.com/office/powerpoint/2010/main" val="251497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E66B9-1781-A88E-30B8-FD5F0F0A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Where to apply?</a:t>
            </a:r>
            <a:endParaRPr lang="en-US" sz="5400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1E27EE5A-A3C4-126A-1329-7B229E808E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801" r="6960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D3F8F-5166-FEA5-25D3-4BE7845B2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813" y="2531452"/>
            <a:ext cx="6894576" cy="40765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 Light"/>
                <a:ea typeface="Calibri"/>
                <a:cs typeface="Calibri"/>
              </a:rPr>
              <a:t>Today AI is not artificial general intelligence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 … it is a prediction technology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Predictions </a:t>
            </a:r>
            <a:r>
              <a:rPr lang="en-US" sz="2400" b="1" dirty="0">
                <a:latin typeface="Calibri Light"/>
                <a:ea typeface="Calibri"/>
                <a:cs typeface="Calibri"/>
              </a:rPr>
              <a:t>help </a:t>
            </a:r>
            <a:r>
              <a:rPr lang="en-US" sz="2400" dirty="0">
                <a:latin typeface="Calibri Light"/>
                <a:ea typeface="Calibri"/>
                <a:cs typeface="Calibri"/>
              </a:rPr>
              <a:t>to make decision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Decisions are made by </a:t>
            </a:r>
            <a:r>
              <a:rPr lang="en-US" sz="2400" b="1" dirty="0">
                <a:latin typeface="Calibri Light"/>
                <a:ea typeface="Calibri"/>
                <a:cs typeface="Calibri"/>
              </a:rPr>
              <a:t>humans</a:t>
            </a:r>
          </a:p>
          <a:p>
            <a:r>
              <a:rPr lang="en-US" sz="2400" dirty="0">
                <a:latin typeface="Calibri Light"/>
                <a:ea typeface="Calibri"/>
                <a:cs typeface="Calibri"/>
              </a:rPr>
              <a:t>Examples:</a:t>
            </a:r>
          </a:p>
          <a:p>
            <a:pPr lvl="1"/>
            <a:r>
              <a:rPr lang="en-US" dirty="0">
                <a:latin typeface="Calibri Light"/>
                <a:ea typeface="Calibri"/>
                <a:cs typeface="Calibri"/>
              </a:rPr>
              <a:t>Insurance costs</a:t>
            </a:r>
          </a:p>
          <a:p>
            <a:pPr lvl="1"/>
            <a:r>
              <a:rPr lang="en-US" dirty="0">
                <a:latin typeface="Calibri Light"/>
                <a:ea typeface="Calibri"/>
                <a:cs typeface="Calibri"/>
              </a:rPr>
              <a:t>Advertising</a:t>
            </a:r>
          </a:p>
          <a:p>
            <a:pPr lvl="1"/>
            <a:r>
              <a:rPr lang="en-US" dirty="0">
                <a:latin typeface="Calibri Light"/>
                <a:ea typeface="Calibri"/>
                <a:cs typeface="Calibri"/>
              </a:rPr>
              <a:t>Patients' triage/diagnostics</a:t>
            </a:r>
          </a:p>
          <a:p>
            <a:pPr lvl="1"/>
            <a:r>
              <a:rPr lang="en-US" dirty="0">
                <a:latin typeface="Calibri Light"/>
                <a:ea typeface="Calibri"/>
                <a:cs typeface="Calibri"/>
              </a:rPr>
              <a:t>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5960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755ED-7FAF-C7EE-416B-59FF5DC5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Challenges</a:t>
            </a:r>
            <a:endParaRPr lang="en-US" sz="540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35C515E1-4C4E-70F3-7A25-A1C66CDE4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07" r="37292" b="-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2642-33D2-BAF2-77C2-A5DCA0F62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 Light"/>
                <a:ea typeface="+mn-lt"/>
                <a:cs typeface="+mn-lt"/>
              </a:rPr>
              <a:t>Data quality and availability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Computing power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Integration with existing systems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Deep-learning algorithms are opaque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Security flaws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Lack of expertise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Costs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Ethical and legal considerations </a:t>
            </a:r>
          </a:p>
          <a:p>
            <a:pPr lvl="1"/>
            <a:r>
              <a:rPr lang="en-US" dirty="0">
                <a:latin typeface="Calibri Light"/>
                <a:ea typeface="+mn-lt"/>
                <a:cs typeface="+mn-lt"/>
              </a:rPr>
              <a:t>(data privacy and biases)</a:t>
            </a:r>
          </a:p>
        </p:txBody>
      </p:sp>
    </p:spTree>
    <p:extLst>
      <p:ext uri="{BB962C8B-B14F-4D97-AF65-F5344CB8AC3E}">
        <p14:creationId xmlns:p14="http://schemas.microsoft.com/office/powerpoint/2010/main" val="40507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7F3F8D25-39BA-1CBD-903F-175AFD2FE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22" r="1" b="1"/>
          <a:stretch/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6E929-4F79-1AE9-C31D-5E314A5D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7"/>
            <a:ext cx="3633746" cy="1588422"/>
          </a:xfrm>
        </p:spPr>
        <p:txBody>
          <a:bodyPr anchor="b">
            <a:normAutofit/>
          </a:bodyPr>
          <a:lstStyle/>
          <a:p>
            <a:r>
              <a:rPr lang="en-US" sz="3600" b="1">
                <a:ea typeface="Calibri Light"/>
                <a:cs typeface="Calibri Light"/>
              </a:rPr>
              <a:t>Ethics-</a:t>
            </a:r>
            <a:r>
              <a:rPr lang="en-US" sz="3600" b="1">
                <a:latin typeface="Calibri Light"/>
                <a:ea typeface="Calibri"/>
                <a:cs typeface="Calibri"/>
              </a:rPr>
              <a:t>Concerns</a:t>
            </a:r>
            <a:endParaRPr lang="en-US" sz="3600" b="1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D4EB-CBC6-0E42-42B1-3FF34677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9" y="2722729"/>
            <a:ext cx="3900941" cy="27000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ea typeface="Calibri"/>
                <a:cs typeface="Calibri"/>
              </a:rPr>
              <a:t>AI may have embedded bias</a:t>
            </a:r>
          </a:p>
          <a:p>
            <a:r>
              <a:rPr lang="en-US" sz="2000" dirty="0">
                <a:ea typeface="Calibri"/>
                <a:cs typeface="Calibri"/>
              </a:rPr>
              <a:t>Climate degradation</a:t>
            </a:r>
          </a:p>
          <a:p>
            <a:r>
              <a:rPr lang="en-US" sz="2000" dirty="0">
                <a:ea typeface="Calibri"/>
                <a:cs typeface="Calibri"/>
              </a:rPr>
              <a:t>Human rights</a:t>
            </a:r>
          </a:p>
          <a:p>
            <a:pPr lvl="1"/>
            <a:r>
              <a:rPr lang="en-US" sz="1200" dirty="0">
                <a:ea typeface="+mn-lt"/>
                <a:cs typeface="+mn-lt"/>
              </a:rPr>
              <a:t>Surveillance</a:t>
            </a:r>
          </a:p>
          <a:p>
            <a:pPr lvl="1"/>
            <a:r>
              <a:rPr lang="en-US" sz="1200" dirty="0">
                <a:ea typeface="+mn-lt"/>
                <a:cs typeface="+mn-lt"/>
              </a:rPr>
              <a:t>News feed algorithm (wave of violence faced by Rohingya Muslims in Myanmar)</a:t>
            </a:r>
            <a:endParaRPr lang="en-US" sz="12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Inequalities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1200" dirty="0">
                <a:solidFill>
                  <a:srgbClr val="4A4A4A"/>
                </a:solidFill>
                <a:ea typeface="+mn-lt"/>
                <a:cs typeface="+mn-lt"/>
              </a:rPr>
              <a:t>Women, minority groups, marginalized  people.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1200" dirty="0">
                <a:solidFill>
                  <a:srgbClr val="4A4A4A"/>
                </a:solidFill>
                <a:ea typeface="Calibri"/>
                <a:cs typeface="Calibri"/>
              </a:rPr>
              <a:t>Bank loans</a:t>
            </a:r>
          </a:p>
          <a:p>
            <a:pPr lvl="1"/>
            <a:r>
              <a:rPr lang="en-US" sz="1200" dirty="0">
                <a:solidFill>
                  <a:srgbClr val="4A4A4A"/>
                </a:solidFill>
                <a:ea typeface="Calibri"/>
                <a:cs typeface="Calibri"/>
              </a:rPr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421393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showing the cost of a benchmark&#10;&#10;Description automatically generated">
            <a:extLst>
              <a:ext uri="{FF2B5EF4-FFF2-40B4-BE49-F238E27FC236}">
                <a16:creationId xmlns:a16="http://schemas.microsoft.com/office/drawing/2014/main" id="{502C9138-F026-50E0-E8F1-CA8469FA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67" y="287207"/>
            <a:ext cx="7051981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B3B8C-ECF8-ED19-6971-A01FECBBF288}"/>
              </a:ext>
            </a:extLst>
          </p:cNvPr>
          <p:cNvSpPr txBox="1"/>
          <p:nvPr/>
        </p:nvSpPr>
        <p:spPr>
          <a:xfrm>
            <a:off x="4631376" y="6481948"/>
            <a:ext cx="244433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111111"/>
                </a:solidFill>
                <a:ea typeface="+mn-lt"/>
                <a:cs typeface="+mn-lt"/>
              </a:rPr>
              <a:t> Image: spglobal.com.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397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F06DE-1ACE-BAE0-38DF-0C29E581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Ethics-UNESCO </a:t>
            </a: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core principles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7D03-F66E-D111-4353-2FF5C9A8A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7519" y="649480"/>
            <a:ext cx="7552531" cy="5705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Risk assessment should be used to prevent harms</a:t>
            </a:r>
            <a:endParaRPr lang="en-US" sz="2000" b="1" dirty="0">
              <a:latin typeface="Calibri Light"/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Unwanted harms (safety risks) as well as vulnerabilities to attack (security risks) should be avoided 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Privacy must be protected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International law &amp; national sovereignty must be respected in the use of data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AI systems should be auditable and traceable.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+mn-lt"/>
                <a:cs typeface="+mn-lt"/>
              </a:rPr>
              <a:t>Ethical deployment of AI systems depends on their transparency &amp; </a:t>
            </a:r>
            <a:r>
              <a:rPr lang="en-US" sz="2000" b="1" err="1">
                <a:latin typeface="Calibri Light"/>
                <a:ea typeface="+mn-lt"/>
                <a:cs typeface="+mn-lt"/>
              </a:rPr>
              <a:t>explainability</a:t>
            </a:r>
            <a:endParaRPr lang="en-US" sz="2000" b="1">
              <a:latin typeface="Calibri Light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AI systems do not displace ultimate human responsibility and accountability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AI technologies should be assessed against their impacts on ‘sustainability’,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Public understanding of AI and data should be promoted</a:t>
            </a:r>
          </a:p>
          <a:p>
            <a:pPr marL="457200" indent="-457200">
              <a:buAutoNum type="arabicPeriod"/>
            </a:pPr>
            <a:r>
              <a:rPr lang="en-US" sz="2000" b="1" dirty="0">
                <a:latin typeface="Calibri Light"/>
                <a:ea typeface="Calibri Light"/>
                <a:cs typeface="Calibri Light"/>
              </a:rPr>
              <a:t>AI actors should promote social justice, fairness, and non-discrimination</a:t>
            </a:r>
          </a:p>
        </p:txBody>
      </p:sp>
    </p:spTree>
    <p:extLst>
      <p:ext uri="{BB962C8B-B14F-4D97-AF65-F5344CB8AC3E}">
        <p14:creationId xmlns:p14="http://schemas.microsoft.com/office/powerpoint/2010/main" val="26797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DCF5A-DDCA-23E8-3D19-3281A587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Train an AI model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0BCF7-1975-20C6-3A17-D4E7D8B2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Steps: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Requirements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collection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cleaning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Model training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Validation</a:t>
            </a:r>
          </a:p>
          <a:p>
            <a:pPr>
              <a:buFont typeface="Arial"/>
              <a:buChar char="•"/>
            </a:pPr>
            <a:r>
              <a:rPr lang="en-US" sz="2200" strike="sngStrike" dirty="0">
                <a:latin typeface="Arial"/>
                <a:ea typeface="Calibri"/>
                <a:cs typeface="Arial"/>
              </a:rPr>
              <a:t>Deploy</a:t>
            </a:r>
          </a:p>
          <a:p>
            <a:pPr>
              <a:buFont typeface="Arial"/>
              <a:buChar char="•"/>
            </a:pPr>
            <a:r>
              <a:rPr lang="en-US" sz="2200" strike="sngStrike" dirty="0">
                <a:latin typeface="Arial"/>
                <a:ea typeface="Calibri"/>
                <a:cs typeface="Arial"/>
              </a:rPr>
              <a:t>Integrate in app</a:t>
            </a:r>
            <a:endParaRPr lang="en-US" sz="2200" strike="sngStrike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9C9E75-5B1B-1411-0C33-B159DADCE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89" r="3" b="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8BE148-58DB-B8BC-B4E7-C1E13B8F773A}"/>
              </a:ext>
            </a:extLst>
          </p:cNvPr>
          <p:cNvSpPr txBox="1"/>
          <p:nvPr/>
        </p:nvSpPr>
        <p:spPr>
          <a:xfrm>
            <a:off x="-3464" y="6430241"/>
            <a:ext cx="73065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Seminary Code: </a:t>
            </a:r>
            <a:r>
              <a:rPr lang="en-US" sz="1600" dirty="0">
                <a:ea typeface="+mn-lt"/>
                <a:cs typeface="+mn-lt"/>
                <a:hlinkClick r:id="rId3"/>
              </a:rPr>
              <a:t>https://github.com/ileniTudor/trainSaveEvaluateModel</a:t>
            </a:r>
            <a:endParaRPr lang="en-U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6085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10898-3E4E-5422-52F6-8E7D2F8E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marL="742950" indent="-742950">
              <a:buAutoNum type="arabicPeriod"/>
            </a:pPr>
            <a:r>
              <a:rPr lang="en-US" sz="4200">
                <a:latin typeface="Arial"/>
                <a:cs typeface="Arial"/>
              </a:rPr>
              <a:t>Requirements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0BD8-8DBA-C0A9-CD74-1603B8461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55316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Input/output</a:t>
            </a:r>
          </a:p>
          <a:p>
            <a:r>
              <a:rPr lang="en-US" sz="2000" dirty="0">
                <a:latin typeface="Arial"/>
                <a:cs typeface="Arial"/>
              </a:rPr>
              <a:t>What data do I need (privacy issues)</a:t>
            </a:r>
          </a:p>
          <a:p>
            <a:r>
              <a:rPr lang="en-US" sz="2000" dirty="0">
                <a:latin typeface="Arial"/>
                <a:cs typeface="Arial"/>
              </a:rPr>
              <a:t>Metrics</a:t>
            </a:r>
          </a:p>
          <a:p>
            <a:r>
              <a:rPr lang="en-US" sz="2000" dirty="0">
                <a:latin typeface="Arial"/>
                <a:cs typeface="Arial"/>
              </a:rPr>
              <a:t>How is the problem solved now? 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Is it accurate?</a:t>
            </a:r>
            <a:endParaRPr lang="en-US" sz="1600">
              <a:cs typeface="Calibri"/>
            </a:endParaRPr>
          </a:p>
          <a:p>
            <a:r>
              <a:rPr lang="en-US" sz="2000">
                <a:latin typeface="Arial"/>
                <a:cs typeface="Arial"/>
              </a:rPr>
              <a:t>Non-functional requirements?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Power, latency?</a:t>
            </a:r>
            <a:endParaRPr lang="en-US"/>
          </a:p>
          <a:p>
            <a:r>
              <a:rPr lang="en-US" sz="2000" dirty="0">
                <a:latin typeface="Arial"/>
                <a:cs typeface="Arial"/>
              </a:rPr>
              <a:t>Cost?</a:t>
            </a:r>
            <a:endParaRPr lang="en-US" sz="2000" dirty="0"/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BC094CC8-7622-3182-3B1B-1FED4D934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2" r="5854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2336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50B5-212D-047D-FDD0-FA14D29F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>
                <a:cs typeface="Calibri Light"/>
              </a:rPr>
              <a:t>Data collection</a:t>
            </a:r>
            <a:endParaRPr lang="en-US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8846-BB5A-0CD0-2B7F-AF9B35269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5634181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latin typeface="Arial"/>
                <a:cs typeface="Arial"/>
                <a:hlinkClick r:id="rId2"/>
              </a:rPr>
              <a:t>https://paperswithcode.com/datasets</a:t>
            </a:r>
            <a:endParaRPr lang="en-US" sz="2400">
              <a:latin typeface="Arial"/>
              <a:cs typeface="Arial"/>
            </a:endParaRPr>
          </a:p>
          <a:p>
            <a:r>
              <a:rPr lang="en-US" sz="2400">
                <a:latin typeface="Arial"/>
                <a:cs typeface="Arial"/>
                <a:hlinkClick r:id="rId3"/>
              </a:rPr>
              <a:t>https://www.kaggle.com/datasets</a:t>
            </a:r>
            <a:endParaRPr lang="en-US" sz="2400">
              <a:latin typeface="Arial"/>
              <a:cs typeface="Arial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75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9709C-FF2B-2DFD-DDAC-5874D682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2. 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3AE5-D907-3D28-019A-6C871B29A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37" y="1959486"/>
            <a:ext cx="6201130" cy="4289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sz="2000" dirty="0">
                <a:latin typeface="Arial"/>
                <a:cs typeface="Arial"/>
              </a:rPr>
              <a:t>Handle missing data</a:t>
            </a:r>
          </a:p>
          <a:p>
            <a:pPr lvl="2"/>
            <a:r>
              <a:rPr lang="en-US" sz="1600" dirty="0">
                <a:latin typeface="Arial Nova"/>
                <a:cs typeface="Arial"/>
              </a:rPr>
              <a:t>Dropping rows</a:t>
            </a:r>
          </a:p>
          <a:p>
            <a:pPr lvl="2"/>
            <a:r>
              <a:rPr lang="en-US" sz="1600" dirty="0">
                <a:latin typeface="Arial Nova"/>
                <a:cs typeface="Arial"/>
              </a:rPr>
              <a:t>Fill with mean value of the column</a:t>
            </a:r>
          </a:p>
          <a:p>
            <a:pPr lvl="2"/>
            <a:r>
              <a:rPr lang="en-US" sz="1600" dirty="0">
                <a:latin typeface="Arial Nova"/>
                <a:cs typeface="Arial"/>
              </a:rPr>
              <a:t>Fill with a random value</a:t>
            </a:r>
          </a:p>
          <a:p>
            <a:pPr lvl="2"/>
            <a:r>
              <a:rPr lang="en-US" sz="1600" dirty="0">
                <a:solidFill>
                  <a:srgbClr val="05192D"/>
                </a:solidFill>
                <a:latin typeface="Arial Nova"/>
                <a:ea typeface="+mn-lt"/>
                <a:cs typeface="+mn-lt"/>
              </a:rPr>
              <a:t>Multiple imputation prediction (KNN, ANN)</a:t>
            </a:r>
            <a:endParaRPr lang="en-US" sz="1600" dirty="0">
              <a:latin typeface="Arial Nova"/>
              <a:cs typeface="Arial"/>
            </a:endParaRPr>
          </a:p>
          <a:p>
            <a:pPr lvl="1"/>
            <a:r>
              <a:rPr lang="en-US" sz="2000" dirty="0">
                <a:latin typeface="Arial"/>
                <a:cs typeface="Arial"/>
              </a:rPr>
              <a:t>Remove unnecessary columns</a:t>
            </a:r>
          </a:p>
          <a:p>
            <a:pPr lvl="2"/>
            <a:r>
              <a:rPr lang="en-US" sz="1600" dirty="0">
                <a:latin typeface="Arial Nova"/>
                <a:ea typeface="+mn-lt"/>
                <a:cs typeface="+mn-lt"/>
              </a:rPr>
              <a:t>Variables that only have a single value</a:t>
            </a:r>
            <a:endParaRPr lang="en-US" sz="1600" dirty="0">
              <a:latin typeface="Arial Nova"/>
              <a:cs typeface="Arial"/>
            </a:endParaRPr>
          </a:p>
          <a:p>
            <a:pPr lvl="2"/>
            <a:r>
              <a:rPr lang="en-US" sz="1600" dirty="0">
                <a:latin typeface="Arial Nova"/>
                <a:ea typeface="+mn-lt"/>
                <a:cs typeface="+mn-lt"/>
              </a:rPr>
              <a:t>Variables with very few unique values</a:t>
            </a:r>
          </a:p>
          <a:p>
            <a:pPr lvl="2"/>
            <a:r>
              <a:rPr lang="en-US" sz="1600" dirty="0">
                <a:latin typeface="Arial Nova"/>
                <a:ea typeface="+mn-lt"/>
                <a:cs typeface="+mn-lt"/>
              </a:rPr>
              <a:t>Duplicate observations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Transform any categorical features to numbers/vectors</a:t>
            </a:r>
          </a:p>
          <a:p>
            <a:pPr lvl="1"/>
            <a:r>
              <a:rPr lang="en-US" sz="2000" dirty="0">
                <a:latin typeface="Arial"/>
                <a:cs typeface="Arial"/>
              </a:rPr>
              <a:t>Scale numerical features</a:t>
            </a:r>
            <a:endParaRPr lang="en-US" sz="2000" dirty="0"/>
          </a:p>
        </p:txBody>
      </p:sp>
      <p:pic>
        <p:nvPicPr>
          <p:cNvPr id="5" name="Picture 4" descr="Data Collection Form: The Ultimate Guide for 2023">
            <a:extLst>
              <a:ext uri="{FF2B5EF4-FFF2-40B4-BE49-F238E27FC236}">
                <a16:creationId xmlns:a16="http://schemas.microsoft.com/office/drawing/2014/main" id="{79ECF5E2-85E2-3893-47DE-D28BA85A1D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59" r="25633" b="-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3086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8847A-4A1B-B098-B511-AFE8EEF3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 dirty="0">
                <a:ea typeface="+mj-lt"/>
                <a:cs typeface="+mj-lt"/>
              </a:rPr>
              <a:t>Train Validation </a:t>
            </a:r>
            <a:r>
              <a:rPr lang="en-US" sz="5000" strike="sngStrike" dirty="0">
                <a:ea typeface="+mj-lt"/>
                <a:cs typeface="+mj-lt"/>
              </a:rPr>
              <a:t>Deploy</a:t>
            </a:r>
            <a:endParaRPr lang="en-US" sz="5000" strike="sngStrike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439B6-92A6-2379-A5E1-AEF41C74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Arial"/>
                <a:cs typeface="Arial"/>
              </a:rPr>
              <a:t>Training</a:t>
            </a:r>
          </a:p>
          <a:p>
            <a:r>
              <a:rPr lang="en-US" sz="2200" dirty="0">
                <a:latin typeface="Arial"/>
                <a:cs typeface="Arial"/>
              </a:rPr>
              <a:t>Validation</a:t>
            </a:r>
          </a:p>
          <a:p>
            <a:r>
              <a:rPr lang="en-US" sz="2200" strike="sngStrike" dirty="0">
                <a:latin typeface="Arial"/>
                <a:cs typeface="Arial"/>
              </a:rPr>
              <a:t>Deploy</a:t>
            </a:r>
          </a:p>
          <a:p>
            <a:pPr lvl="1"/>
            <a:r>
              <a:rPr lang="en-US" sz="2200" strike="sngStrike" dirty="0">
                <a:latin typeface="Arial"/>
                <a:cs typeface="Arial"/>
              </a:rPr>
              <a:t>cloud</a:t>
            </a:r>
          </a:p>
          <a:p>
            <a:pPr lvl="1"/>
            <a:r>
              <a:rPr lang="en-US" sz="2200" strike="sngStrike" dirty="0">
                <a:latin typeface="Arial"/>
                <a:cs typeface="Arial"/>
              </a:rPr>
              <a:t>local</a:t>
            </a:r>
          </a:p>
          <a:p>
            <a:pPr lvl="1"/>
            <a:r>
              <a:rPr lang="en-US" sz="2200" strike="sngStrike" dirty="0">
                <a:latin typeface="Arial"/>
                <a:cs typeface="Arial"/>
              </a:rPr>
              <a:t>edge</a:t>
            </a:r>
            <a:endParaRPr lang="en-US" sz="2200" strike="sngStrike" dirty="0">
              <a:ea typeface="Calibri"/>
              <a:cs typeface="Calibri"/>
            </a:endParaRPr>
          </a:p>
        </p:txBody>
      </p:sp>
      <p:pic>
        <p:nvPicPr>
          <p:cNvPr id="5" name="Picture 4" descr="Person in a tunnel">
            <a:extLst>
              <a:ext uri="{FF2B5EF4-FFF2-40B4-BE49-F238E27FC236}">
                <a16:creationId xmlns:a16="http://schemas.microsoft.com/office/drawing/2014/main" id="{F952D12F-FD58-15DE-FA78-6AD84DD18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r="13448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637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E1C3A7F2-6DF2-9A37-E4C5-9839B398A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74" r="-2" b="517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D498C7-CB27-7034-D04B-82DF5F719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Game Time</a:t>
            </a:r>
          </a:p>
        </p:txBody>
      </p:sp>
    </p:spTree>
    <p:extLst>
      <p:ext uri="{BB962C8B-B14F-4D97-AF65-F5344CB8AC3E}">
        <p14:creationId xmlns:p14="http://schemas.microsoft.com/office/powerpoint/2010/main" val="17369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9388-CE4A-11DF-E0BD-10B7E26E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Game Setup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57599-CF5E-B31E-908E-4838298D7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4" y="2470245"/>
            <a:ext cx="5334006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cs typeface="Calibri"/>
              </a:rPr>
              <a:t>Students are divided in 3 or 4 groups</a:t>
            </a:r>
          </a:p>
          <a:p>
            <a:r>
              <a:rPr lang="en-US" sz="2000" dirty="0">
                <a:cs typeface="Calibri"/>
              </a:rPr>
              <a:t>Each group is assigned a business scenario</a:t>
            </a:r>
          </a:p>
          <a:p>
            <a:r>
              <a:rPr lang="en-US" sz="2000" dirty="0">
                <a:cs typeface="Calibri"/>
              </a:rPr>
              <a:t>Write on the blackboard </a:t>
            </a:r>
            <a:r>
              <a:rPr lang="en-US" sz="2000" dirty="0">
                <a:ea typeface="+mn-lt"/>
                <a:cs typeface="+mn-lt"/>
              </a:rPr>
              <a:t>an innovative AI solution</a:t>
            </a:r>
          </a:p>
          <a:p>
            <a:r>
              <a:rPr lang="en-US" sz="2000" dirty="0">
                <a:cs typeface="Calibri"/>
              </a:rPr>
              <a:t>Create a jury (2+1)</a:t>
            </a:r>
          </a:p>
          <a:p>
            <a:r>
              <a:rPr lang="en-US" sz="2000" dirty="0">
                <a:cs typeface="Calibri"/>
              </a:rPr>
              <a:t>Focus on </a:t>
            </a:r>
            <a:r>
              <a:rPr lang="en-US" sz="2000" b="1" dirty="0">
                <a:cs typeface="Calibri"/>
              </a:rPr>
              <a:t>use case, challenges, ethics (UNESCO principles), user acceptance, cost of implementation, data acquisition, training</a:t>
            </a:r>
          </a:p>
          <a:p>
            <a:r>
              <a:rPr lang="en-US" sz="2000" dirty="0">
                <a:cs typeface="Calibri"/>
              </a:rPr>
              <a:t>Present in 2 minutes using the blackboard</a:t>
            </a:r>
            <a:endParaRPr lang="en-US" sz="2000" b="1"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CAA7B856-149D-BD2B-9E9C-A7B9E2387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7878" y="1548705"/>
            <a:ext cx="3758045" cy="37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33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Light bulb on yellow background with sketched light beams and cord">
            <a:extLst>
              <a:ext uri="{FF2B5EF4-FFF2-40B4-BE49-F238E27FC236}">
                <a16:creationId xmlns:a16="http://schemas.microsoft.com/office/drawing/2014/main" id="{B58F5D0E-D690-5E75-724A-15968AAB3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17" r="9892" b="3"/>
          <a:stretch/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0ECF9-E37D-9632-E84B-1662E107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Game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7BD09-9BE0-6201-4C67-8AA890258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084" y="1933907"/>
            <a:ext cx="7213167" cy="41687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ea typeface="+mn-lt"/>
                <a:cs typeface="+mn-lt"/>
              </a:rPr>
              <a:t>An e-commerce startup looking to improve customer recommendations.</a:t>
            </a:r>
            <a:endParaRPr lang="en-US" sz="2000">
              <a:cs typeface="Calibri" panose="020F0502020204030204"/>
            </a:endParaRP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healthcare app aiming to provide personalized health advice.</a:t>
            </a:r>
            <a:endParaRPr lang="en-US" sz="2000">
              <a:cs typeface="Calibri" panose="020F0502020204030204"/>
            </a:endParaRP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financial service firm needing to detect fraudulent transactions.</a:t>
            </a:r>
            <a:endParaRPr lang="en-US" sz="2000">
              <a:cs typeface="Calibri" panose="020F0502020204030204"/>
            </a:endParaRP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retail store chain wants to optimize its inventory management.</a:t>
            </a:r>
            <a:endParaRPr lang="en-US" sz="2000" dirty="0">
              <a:cs typeface="Calibri"/>
            </a:endParaRP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city planning department aims to use AI to improve traffic management, public safety, and energy efficiency.</a:t>
            </a:r>
            <a:endParaRPr lang="en-US" sz="2000" dirty="0">
              <a:cs typeface="Calibri"/>
            </a:endParaRP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fitness startup wants to integrate AI to offer personalized workout plans, nutrition advice, and mental health support.</a:t>
            </a:r>
          </a:p>
          <a:p>
            <a:pPr>
              <a:buAutoNum type="arabicPeriod"/>
            </a:pPr>
            <a:r>
              <a:rPr lang="en-US" sz="2000" dirty="0">
                <a:ea typeface="+mn-lt"/>
                <a:cs typeface="+mn-lt"/>
              </a:rPr>
              <a:t>  A farming cooperative aims to implement AI for precision agriculture to increase crop yields and reduce resource use.</a:t>
            </a:r>
            <a:endParaRPr lang="en-US" sz="2000" dirty="0">
              <a:cs typeface="Calibri"/>
            </a:endParaRPr>
          </a:p>
          <a:p>
            <a:pPr>
              <a:buAutoNum type="arabicPeriod"/>
            </a:pP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816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02144-E849-1F87-1627-100A9B32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>
                <a:cs typeface="Calibri Light"/>
              </a:rPr>
              <a:t>Jury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B6EE4E-7D57-3EA4-97A8-B72A5905C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08271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142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06E3A-BD59-5FAC-3D5A-4E99D6F0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Wrap-Up </a:t>
            </a:r>
            <a:br>
              <a:rPr lang="en-US" sz="4000">
                <a:cs typeface="Calibri Light"/>
              </a:rPr>
            </a:br>
            <a:r>
              <a:rPr lang="en-US" sz="4000">
                <a:cs typeface="Calibri Light"/>
              </a:rPr>
              <a:t>Innovation using 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A684-F63E-CA25-3258-00AA20007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Personalized Customer Experiences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Chatbots and Virtual Assistants</a:t>
            </a:r>
          </a:p>
          <a:p>
            <a:r>
              <a:rPr lang="en-US" sz="2000">
                <a:ea typeface="+mn-lt"/>
                <a:cs typeface="+mn-lt"/>
              </a:rPr>
              <a:t>Robotic Process Automation (RPA):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Automate repetitive tasks</a:t>
            </a:r>
          </a:p>
          <a:p>
            <a:r>
              <a:rPr lang="en-US" sz="2000">
                <a:ea typeface="+mn-lt"/>
                <a:cs typeface="+mn-lt"/>
              </a:rPr>
              <a:t>Enhanced Decision-Making</a:t>
            </a:r>
          </a:p>
          <a:p>
            <a:r>
              <a:rPr lang="en-US" sz="2000">
                <a:ea typeface="+mn-lt"/>
                <a:cs typeface="+mn-lt"/>
              </a:rPr>
              <a:t>Customer Insights and Market Research</a:t>
            </a:r>
          </a:p>
          <a:p>
            <a:r>
              <a:rPr lang="en-US" sz="2000">
                <a:ea typeface="+mn-lt"/>
                <a:cs typeface="+mn-lt"/>
              </a:rPr>
              <a:t>Enhanced Security and Fraud Detection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D1729BAA-10D3-0D8D-A8A9-A7BEFA25A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80" r="21377" b="6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5150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DBBEB-2B2E-CA87-64AC-2B02A9BC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Calibri Light"/>
                <a:ea typeface="Calibri"/>
                <a:cs typeface="Calibri"/>
              </a:rPr>
              <a:t>Milestones</a:t>
            </a:r>
          </a:p>
        </p:txBody>
      </p:sp>
      <p:pic>
        <p:nvPicPr>
          <p:cNvPr id="5" name="Picture 4" descr="Multi-coloured paper-craft art">
            <a:extLst>
              <a:ext uri="{FF2B5EF4-FFF2-40B4-BE49-F238E27FC236}">
                <a16:creationId xmlns:a16="http://schemas.microsoft.com/office/drawing/2014/main" id="{23EADBB7-BC07-398F-4EAD-AD1A3F1340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18" r="28495" b="-3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5A7C-3759-4792-59D2-D2709BC0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 dirty="0">
                <a:latin typeface="Calibri Light"/>
                <a:ea typeface="Calibri Light"/>
                <a:cs typeface="Calibri Light"/>
              </a:rPr>
              <a:t>One page</a:t>
            </a:r>
            <a:r>
              <a:rPr lang="en-US" sz="2200" dirty="0">
                <a:latin typeface="Calibri Light"/>
                <a:ea typeface="Calibri Light"/>
                <a:cs typeface="Calibri Light"/>
              </a:rPr>
              <a:t> essay how you (will) use AI in your project</a:t>
            </a: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Define your goals (2p)</a:t>
            </a:r>
            <a:endParaRPr lang="en-US" sz="2200" dirty="0">
              <a:latin typeface="Calibri Light"/>
              <a:ea typeface="Calibri Light"/>
              <a:cs typeface="Calibri Light"/>
            </a:endParaRP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Choose a programming language and framework (2p)</a:t>
            </a:r>
            <a:endParaRPr lang="en-US" sz="2200" dirty="0">
              <a:latin typeface="Calibri Light"/>
              <a:ea typeface="Calibri Light"/>
              <a:cs typeface="Calibri Light"/>
            </a:endParaRP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Collecting/cleaning data (2p)</a:t>
            </a:r>
            <a:endParaRPr lang="en-US" sz="2200" dirty="0">
              <a:latin typeface="Calibri Light"/>
              <a:ea typeface="Calibri Light"/>
              <a:cs typeface="Calibri Light"/>
            </a:endParaRP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Training the algorithm (1p)</a:t>
            </a:r>
            <a:endParaRPr lang="en-US" sz="2200" dirty="0">
              <a:latin typeface="Calibri Light"/>
              <a:ea typeface="Calibri Light"/>
              <a:cs typeface="Calibri Light"/>
            </a:endParaRPr>
          </a:p>
          <a:p>
            <a:pPr lvl="1"/>
            <a:r>
              <a:rPr lang="en-US" sz="2200" dirty="0">
                <a:latin typeface="Calibri Light"/>
                <a:ea typeface="+mn-lt"/>
                <a:cs typeface="+mn-lt"/>
              </a:rPr>
              <a:t>Validation dataset and testing (2p)</a:t>
            </a:r>
            <a:endParaRPr lang="en-US" sz="2200" dirty="0">
              <a:latin typeface="Calibri Light"/>
              <a:ea typeface="Calibri Light"/>
              <a:cs typeface="Calibri Light"/>
            </a:endParaRPr>
          </a:p>
          <a:p>
            <a:pPr lvl="1"/>
            <a:endParaRPr lang="en-US" sz="2200">
              <a:latin typeface="Calibri Light"/>
              <a:ea typeface="Calibri Light"/>
              <a:cs typeface="Calibri Light"/>
            </a:endParaRPr>
          </a:p>
          <a:p>
            <a:pPr lvl="1"/>
            <a:endParaRPr lang="en-US" sz="220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64964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3978C-8FCB-4F61-BFF4-B62E1E8F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rial Nova"/>
              </a:rPr>
              <a:t>References</a:t>
            </a:r>
            <a:endParaRPr lang="en-US" sz="5400"/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4313EC37-BC1B-60D9-0333-B7A7DA6CC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98" r="51816" b="-3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F503-3593-5E9B-FBFB-AF518C78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7007464" cy="398707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3"/>
              </a:rPr>
              <a:t>https://srinstitute.utoronto.ca/news/power-and-prediction-avi-goldfarb-on-the-disruptive-economics-of-ai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4"/>
              </a:rPr>
              <a:t>https://www.forbes.com/sites/bernardmarr/2023/05/10/15-amazing-real-world-applications-of-ai-everyone-should-know-about/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5"/>
              </a:rPr>
              <a:t>https://ideausher.com/blog/how-to-build-an-ai-application/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6"/>
              </a:rPr>
              <a:t>https://www.unesco.org/en/artificial-intelligence/recommendation-ethics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7"/>
              </a:rPr>
              <a:t>https://www.linkedin.com/pulse/challenges-implementing-ai-case-muller/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</a:rPr>
              <a:t>https://www.datacamp.com/tutorial/techniques-to-handle-missing-data-values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1911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8A66-EF26-69D6-BBC6-DBA6BE3A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034A-08F2-0A6A-5B2C-6592DCDEF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81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82289-EA74-DA25-64C8-FF20A3F3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Applications</a:t>
            </a:r>
            <a:endParaRPr lang="en-US" sz="5400"/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77149-89A2-6DF8-E50C-66FBAAD2B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latin typeface="Calibri Light"/>
                <a:ea typeface="Calibri Light"/>
                <a:cs typeface="Calibri Light"/>
              </a:rPr>
              <a:t>Healthcare</a:t>
            </a:r>
          </a:p>
          <a:p>
            <a:r>
              <a:rPr lang="en-US" sz="2000">
                <a:latin typeface="Calibri Light"/>
                <a:ea typeface="Calibri"/>
                <a:cs typeface="Calibri"/>
              </a:rPr>
              <a:t>   personalized medicine</a:t>
            </a:r>
          </a:p>
          <a:p>
            <a:r>
              <a:rPr lang="en-US" sz="2000" dirty="0">
                <a:latin typeface="Calibri Light"/>
                <a:ea typeface="Calibri"/>
                <a:cs typeface="Calibri"/>
              </a:rPr>
              <a:t>   drug discovery</a:t>
            </a:r>
          </a:p>
          <a:p>
            <a:r>
              <a:rPr lang="en-US" sz="2000">
                <a:latin typeface="Calibri Light"/>
                <a:ea typeface="+mn-lt"/>
                <a:cs typeface="+mn-lt"/>
              </a:rPr>
              <a:t>   telemedicine</a:t>
            </a:r>
          </a:p>
          <a:p>
            <a:r>
              <a:rPr lang="en-US" sz="2000">
                <a:latin typeface="Calibri Light"/>
                <a:ea typeface="+mn-lt"/>
                <a:cs typeface="+mn-lt"/>
              </a:rPr>
              <a:t>   integration of wearable devices</a:t>
            </a:r>
          </a:p>
          <a:p>
            <a:r>
              <a:rPr lang="en-US" sz="2000">
                <a:latin typeface="Calibri Light"/>
                <a:ea typeface="Calibri"/>
                <a:cs typeface="Calibri"/>
              </a:rPr>
              <a:t>   improve mental health care</a:t>
            </a:r>
          </a:p>
          <a:p>
            <a:r>
              <a:rPr lang="en-US" sz="2400" b="1" dirty="0">
                <a:latin typeface="Calibri Light"/>
                <a:ea typeface="Calibri"/>
                <a:cs typeface="Calibri"/>
              </a:rPr>
              <a:t>Customer service</a:t>
            </a:r>
          </a:p>
          <a:p>
            <a:r>
              <a:rPr lang="en-US" sz="2000">
                <a:latin typeface="Calibri Light"/>
                <a:ea typeface="+mn-lt"/>
                <a:cs typeface="+mn-lt"/>
              </a:rPr>
              <a:t>   virtual assistants</a:t>
            </a:r>
            <a:endParaRPr lang="en-US" sz="2000">
              <a:latin typeface="Calibri Light"/>
              <a:ea typeface="Calibri"/>
              <a:cs typeface="Calibri"/>
            </a:endParaRPr>
          </a:p>
          <a:p>
            <a:r>
              <a:rPr lang="en-US" sz="2000">
                <a:latin typeface="Calibri Light"/>
                <a:ea typeface="+mn-lt"/>
                <a:cs typeface="+mn-lt"/>
              </a:rPr>
              <a:t>   sentiment analysis allows to better understand customer</a:t>
            </a:r>
            <a:endParaRPr lang="en-US" sz="2000">
              <a:latin typeface="Calibri Light"/>
              <a:ea typeface="Calibri"/>
              <a:cs typeface="Calibri"/>
            </a:endParaRPr>
          </a:p>
          <a:p>
            <a:r>
              <a:rPr lang="en-US" sz="2000">
                <a:latin typeface="Calibri Light"/>
                <a:ea typeface="+mn-lt"/>
                <a:cs typeface="+mn-lt"/>
              </a:rPr>
              <a:t>   customized product recommendations</a:t>
            </a:r>
            <a:endParaRPr lang="en-US" sz="2000">
              <a:latin typeface="Calibri Light"/>
              <a:ea typeface="Calibri"/>
              <a:cs typeface="Calibri"/>
            </a:endParaRPr>
          </a:p>
          <a:p>
            <a:pPr lvl="1"/>
            <a:endParaRPr lang="en-US" sz="2000" dirty="0">
              <a:latin typeface="Calibri Light"/>
              <a:ea typeface="Calibri"/>
              <a:cs typeface="Calibri"/>
            </a:endParaRPr>
          </a:p>
          <a:p>
            <a:endParaRPr lang="en-US" sz="2000" dirty="0">
              <a:latin typeface="Calibri Light"/>
              <a:ea typeface="Calibri"/>
              <a:cs typeface="Calibri"/>
            </a:endParaRPr>
          </a:p>
        </p:txBody>
      </p:sp>
      <p:pic>
        <p:nvPicPr>
          <p:cNvPr id="5" name="Picture 4" descr="Assorted pills and tablets">
            <a:extLst>
              <a:ext uri="{FF2B5EF4-FFF2-40B4-BE49-F238E27FC236}">
                <a16:creationId xmlns:a16="http://schemas.microsoft.com/office/drawing/2014/main" id="{CE1D37DC-D338-6B89-A78C-4BFFEBCC1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41" r="14643" b="2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0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39838-50BE-9357-9324-91F4BD03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Applications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D897-7E42-6B5B-1220-BF14AB171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84751"/>
            <a:ext cx="4243589" cy="37628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Calibri Light"/>
                <a:ea typeface="Calibri"/>
                <a:cs typeface="Calibri"/>
              </a:rPr>
              <a:t>Finance</a:t>
            </a:r>
            <a:endParaRPr lang="en-US" sz="20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fraud detection</a:t>
            </a:r>
            <a:endParaRPr lang="en-US" sz="18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algorithmic trading</a:t>
            </a: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credit scoring</a:t>
            </a: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risk assessment</a:t>
            </a:r>
          </a:p>
          <a:p>
            <a:endParaRPr lang="en-US" sz="2000" b="1" dirty="0">
              <a:latin typeface="Calibri Light"/>
              <a:ea typeface="Calibri"/>
              <a:cs typeface="Calibri"/>
            </a:endParaRPr>
          </a:p>
          <a:p>
            <a:r>
              <a:rPr lang="en-US" sz="2000" b="1" dirty="0">
                <a:latin typeface="Calibri Light"/>
                <a:ea typeface="Calibri"/>
                <a:cs typeface="Calibri"/>
              </a:rPr>
              <a:t>Manufacturing</a:t>
            </a:r>
            <a:endParaRPr lang="en-US" sz="20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quality control</a:t>
            </a:r>
            <a:endParaRPr lang="en-US" sz="18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predictive maintenance</a:t>
            </a:r>
            <a:endParaRPr lang="en-US" sz="18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supply chain optimization</a:t>
            </a:r>
            <a:endParaRPr lang="en-US" sz="1800" b="1" dirty="0">
              <a:latin typeface="Calibri Light"/>
              <a:ea typeface="Calibri"/>
              <a:cs typeface="Calibri"/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7506F596-1B56-4545-5D80-CADF9A59D3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43" r="14603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156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FE91E-714E-7D75-5C90-343F4023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Applications</a:t>
            </a:r>
          </a:p>
        </p:txBody>
      </p:sp>
      <p:pic>
        <p:nvPicPr>
          <p:cNvPr id="5" name="Picture 4" descr="Drone flying over a field">
            <a:extLst>
              <a:ext uri="{FF2B5EF4-FFF2-40B4-BE49-F238E27FC236}">
                <a16:creationId xmlns:a16="http://schemas.microsoft.com/office/drawing/2014/main" id="{D519554C-A922-CDFF-5960-9F35A37F1B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92" r="24222" b="-3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4246C-BCF6-6E7C-23E2-298CDEC6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Calibri Light"/>
                <a:ea typeface="Calibri Light"/>
                <a:cs typeface="Calibri Light"/>
              </a:rPr>
              <a:t>Transportation</a:t>
            </a:r>
            <a:endParaRPr lang="en-US" sz="2000" b="1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self-driving cars</a:t>
            </a:r>
            <a:endParaRPr lang="en-US" sz="1800" b="1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intelligent traffic management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optimization saves time and fuel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drone delivery</a:t>
            </a:r>
          </a:p>
          <a:p>
            <a:r>
              <a:rPr lang="en-US" sz="2000" b="1" dirty="0">
                <a:latin typeface="Calibri Light"/>
                <a:ea typeface="Calibri Light"/>
                <a:cs typeface="Calibri Light"/>
              </a:rPr>
              <a:t>Agriculture</a:t>
            </a:r>
            <a:endParaRPr lang="en-US" sz="20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monitor crops</a:t>
            </a:r>
            <a:endParaRPr lang="en-US" sz="1800" b="1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keep pests at bay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optimize irrigation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improve fertilization </a:t>
            </a:r>
          </a:p>
          <a:p>
            <a:pPr marL="0" indent="0">
              <a:buNone/>
            </a:pP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endParaRPr lang="en-US" sz="180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8433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88884-3008-F3C8-6CD4-A9A4FFED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Calibri Light"/>
                <a:cs typeface="Calibri Light"/>
              </a:rPr>
              <a:t>Applications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B5CA7-ED74-5D3C-79C3-2D2A99692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469366" cy="39039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Calibri Light"/>
                <a:ea typeface="Calibri Light"/>
                <a:cs typeface="Calibri Light"/>
              </a:rPr>
              <a:t>Entertainment</a:t>
            </a: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AI-generated content</a:t>
            </a:r>
            <a:endParaRPr lang="en-US" sz="18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personalized and engaging entertainment</a:t>
            </a: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virtual concerts </a:t>
            </a: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b="1" dirty="0">
                <a:latin typeface="Calibri Light"/>
                <a:ea typeface="Calibri Light"/>
                <a:cs typeface="Calibri Light"/>
              </a:rPr>
              <a:t>Human Resources</a:t>
            </a: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 workforce planning</a:t>
            </a:r>
            <a:endParaRPr lang="en-US" sz="1800" b="1">
              <a:latin typeface="Calibri Light"/>
              <a:ea typeface="Calibri"/>
              <a:cs typeface="Calibri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 recruitment processes </a:t>
            </a:r>
            <a:endParaRPr lang="en-US" sz="1800" dirty="0">
              <a:latin typeface="Calibri Light"/>
              <a:ea typeface="Calibri Light"/>
              <a:cs typeface="Calibri Light"/>
            </a:endParaRPr>
          </a:p>
          <a:p>
            <a:r>
              <a:rPr lang="en-US" sz="1800" dirty="0">
                <a:latin typeface="Calibri Light"/>
                <a:ea typeface="Calibri"/>
                <a:cs typeface="Calibri"/>
              </a:rPr>
              <a:t>    monitor employee performance</a:t>
            </a:r>
          </a:p>
          <a:p>
            <a:r>
              <a:rPr lang="en-US" sz="1800" dirty="0">
                <a:latin typeface="Calibri Light"/>
                <a:ea typeface="Calibri Light"/>
                <a:cs typeface="Calibri Light"/>
              </a:rPr>
              <a:t>    inclusive hiring processes</a:t>
            </a:r>
            <a:endParaRPr lang="en-US" sz="15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500">
              <a:latin typeface="Calibri Light"/>
              <a:ea typeface="Calibri Light"/>
              <a:cs typeface="Calibri Light"/>
            </a:endParaRPr>
          </a:p>
        </p:txBody>
      </p:sp>
      <p:pic>
        <p:nvPicPr>
          <p:cNvPr id="5" name="Picture 4" descr="One in a crowd">
            <a:extLst>
              <a:ext uri="{FF2B5EF4-FFF2-40B4-BE49-F238E27FC236}">
                <a16:creationId xmlns:a16="http://schemas.microsoft.com/office/drawing/2014/main" id="{ACD88B12-A56F-DC8E-D549-0631C836D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5" r="8751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44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7AA7BBF-FC9C-40FF-99F4-BB18286575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8c896a-2c7a-453c-a372-c5a9d9967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957032-F9D2-48A5-93AC-847A285F1E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1F32F-74F6-4919-9AE3-5D8FB12E241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 and prediction</vt:lpstr>
      <vt:lpstr>Contents</vt:lpstr>
      <vt:lpstr>Where are we?</vt:lpstr>
      <vt:lpstr>Where to apply?</vt:lpstr>
      <vt:lpstr>Challenges</vt:lpstr>
      <vt:lpstr>Ethics-Concerns</vt:lpstr>
      <vt:lpstr>PowerPoint Presentation</vt:lpstr>
      <vt:lpstr>Ethics-UNESCO core principles</vt:lpstr>
      <vt:lpstr>Train an AI model</vt:lpstr>
      <vt:lpstr>Requirements</vt:lpstr>
      <vt:lpstr>Data collection</vt:lpstr>
      <vt:lpstr>2. Data cleaning</vt:lpstr>
      <vt:lpstr>Train Validation Deploy</vt:lpstr>
      <vt:lpstr>Game Time</vt:lpstr>
      <vt:lpstr>Game Setup</vt:lpstr>
      <vt:lpstr>Game challenges</vt:lpstr>
      <vt:lpstr>Jury</vt:lpstr>
      <vt:lpstr>Wrap-Up  Innovation using AI</vt:lpstr>
      <vt:lpstr>Milestones</vt:lpstr>
      <vt:lpstr>References</vt:lpstr>
      <vt:lpstr>PowerPoint Presentation</vt:lpstr>
      <vt:lpstr>Applications</vt:lpstr>
      <vt:lpstr>Applications</vt:lpstr>
      <vt:lpstr>Applications</vt:lpstr>
      <vt:lpstr>Applications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666</cp:revision>
  <dcterms:created xsi:type="dcterms:W3CDTF">2023-09-25T03:55:10Z</dcterms:created>
  <dcterms:modified xsi:type="dcterms:W3CDTF">2024-07-26T06:00:59Z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