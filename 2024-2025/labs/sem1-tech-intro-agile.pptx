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256" r:id="rId5"/>
    <p:sldId id="275" r:id="rId6"/>
    <p:sldId id="277" r:id="rId7"/>
    <p:sldId id="284" r:id="rId8"/>
    <p:sldId id="285" r:id="rId9"/>
    <p:sldId id="287" r:id="rId10"/>
    <p:sldId id="283" r:id="rId11"/>
    <p:sldId id="286" r:id="rId12"/>
    <p:sldId id="288" r:id="rId13"/>
    <p:sldId id="278" r:id="rId14"/>
    <p:sldId id="258" r:id="rId15"/>
    <p:sldId id="259" r:id="rId16"/>
    <p:sldId id="260" r:id="rId17"/>
    <p:sldId id="266" r:id="rId18"/>
    <p:sldId id="261" r:id="rId19"/>
    <p:sldId id="267" r:id="rId20"/>
    <p:sldId id="262" r:id="rId21"/>
    <p:sldId id="279" r:id="rId22"/>
    <p:sldId id="269" r:id="rId23"/>
    <p:sldId id="280" r:id="rId24"/>
    <p:sldId id="281" r:id="rId25"/>
    <p:sldId id="282" r:id="rId26"/>
    <p:sldId id="271" r:id="rId27"/>
    <p:sldId id="25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8CD9A-108D-4493-A0BE-978E571FD9FF}" v="45" dt="2024-10-03T20:16:37.033"/>
    <p1510:client id="{DEE8A51B-2660-4DDC-84F6-F0667207EDBF}" v="19" dt="2024-10-03T19:58:35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A06172B8-00FF-4040-9B35-059179761D2B}"/>
    <pc:docChg chg="addSld delSld modSld">
      <pc:chgData name="TUDOR-ALEXANDRU ILENI" userId="S::tudor.ileni@ubbcluj.ro::d7b28f6b-7e8e-48e3-b06b-cc0a244d3028" providerId="AD" clId="Web-{A06172B8-00FF-4040-9B35-059179761D2B}" dt="2023-10-04T07:15:01.679" v="49"/>
      <pc:docMkLst>
        <pc:docMk/>
      </pc:docMkLst>
      <pc:sldChg chg="addSp delSp modSp addAnim">
        <pc:chgData name="TUDOR-ALEXANDRU ILENI" userId="S::tudor.ileni@ubbcluj.ro::d7b28f6b-7e8e-48e3-b06b-cc0a244d3028" providerId="AD" clId="Web-{A06172B8-00FF-4040-9B35-059179761D2B}" dt="2023-10-04T07:15:01.679" v="49"/>
        <pc:sldMkLst>
          <pc:docMk/>
          <pc:sldMk cId="3692473304" sldId="256"/>
        </pc:sldMkLst>
        <pc:spChg chg="mod">
          <ac:chgData name="TUDOR-ALEXANDRU ILENI" userId="S::tudor.ileni@ubbcluj.ro::d7b28f6b-7e8e-48e3-b06b-cc0a244d3028" providerId="AD" clId="Web-{A06172B8-00FF-4040-9B35-059179761D2B}" dt="2023-10-04T07:15:01.679" v="48"/>
          <ac:spMkLst>
            <pc:docMk/>
            <pc:sldMk cId="3692473304" sldId="256"/>
            <ac:spMk id="2" creationId="{2077E0D1-3F21-AA6F-1DEB-EFF4EA104E44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15:01.679" v="48"/>
          <ac:spMkLst>
            <pc:docMk/>
            <pc:sldMk cId="3692473304" sldId="256"/>
            <ac:spMk id="9" creationId="{A3363022-C969-41E9-8EB2-E4C94908C1FA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15:01.679" v="48"/>
          <ac:spMkLst>
            <pc:docMk/>
            <pc:sldMk cId="3692473304" sldId="256"/>
            <ac:spMk id="11" creationId="{8D1AD6B3-BE88-4CEB-BA17-790657CC4729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15:01.679" v="48"/>
          <ac:spMkLst>
            <pc:docMk/>
            <pc:sldMk cId="3692473304" sldId="256"/>
            <ac:spMk id="21" creationId="{9B6CD22E-2269-419F-9E81-016EA035D4C1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15:01.679" v="48"/>
          <ac:spMkLst>
            <pc:docMk/>
            <pc:sldMk cId="3692473304" sldId="256"/>
            <ac:spMk id="23" creationId="{AA607D34-E2A9-4595-9DB2-5472E077CA49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15:01.679" v="48"/>
          <ac:spMkLst>
            <pc:docMk/>
            <pc:sldMk cId="3692473304" sldId="256"/>
            <ac:spMk id="25" creationId="{63DAB858-5A0C-4AFF-AAC6-705EDF8DB733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15:01.679" v="48"/>
          <ac:spMkLst>
            <pc:docMk/>
            <pc:sldMk cId="3692473304" sldId="256"/>
            <ac:spMk id="27" creationId="{8FFD9892-EDE5-4886-A313-66099DA8C8F1}"/>
          </ac:spMkLst>
        </pc:spChg>
        <pc:grpChg chg="del">
          <ac:chgData name="TUDOR-ALEXANDRU ILENI" userId="S::tudor.ileni@ubbcluj.ro::d7b28f6b-7e8e-48e3-b06b-cc0a244d3028" providerId="AD" clId="Web-{A06172B8-00FF-4040-9B35-059179761D2B}" dt="2023-10-04T07:15:01.679" v="48"/>
          <ac:grpSpMkLst>
            <pc:docMk/>
            <pc:sldMk cId="3692473304" sldId="256"/>
            <ac:grpSpMk id="13" creationId="{89D1390B-7E13-4B4F-9CB2-391063412E54}"/>
          </ac:grpSpMkLst>
        </pc:grpChg>
      </pc:sldChg>
      <pc:sldChg chg="addSp delSp modSp">
        <pc:chgData name="TUDOR-ALEXANDRU ILENI" userId="S::tudor.ileni@ubbcluj.ro::d7b28f6b-7e8e-48e3-b06b-cc0a244d3028" providerId="AD" clId="Web-{A06172B8-00FF-4040-9B35-059179761D2B}" dt="2023-10-04T07:02:23.807" v="22"/>
        <pc:sldMkLst>
          <pc:docMk/>
          <pc:sldMk cId="1939292437" sldId="259"/>
        </pc:sldMkLst>
        <pc:spChg chg="mod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2" creationId="{36F34A37-D748-D557-CE1D-2105AACD5A36}"/>
          </ac:spMkLst>
        </pc:spChg>
        <pc:spChg chg="mod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3" creationId="{15852460-22B6-1E2F-F3A0-5FD6E21BC4F8}"/>
          </ac:spMkLst>
        </pc:spChg>
        <pc:spChg chg="mod ord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5" creationId="{E953C3D4-B32C-71F7-759F-E14C1303EB86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10" creationId="{C4285719-470E-454C-AF62-8323075F1F5B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12" creationId="{CD9FE4EF-C4D8-49A0-B2FF-81D8DB7D8A24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14" creationId="{4300840D-0A0B-4512-BACA-B439D5B9C57C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16" creationId="{D2B78728-A580-49A7-84F9-6EF6F583ADE0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18" creationId="{38FAA1A1-D861-433F-88FA-1E9D6FD31D11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20" creationId="{8D71EDA1-87BF-4D5D-AB79-F346FD19278A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25" creationId="{2B97F24A-32CE-4C1C-A50D-3016B394DCFB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2:23.807" v="22"/>
          <ac:spMkLst>
            <pc:docMk/>
            <pc:sldMk cId="1939292437" sldId="259"/>
            <ac:spMk id="27" creationId="{CD8B4F24-440B-49E9-B85D-733523DC064B}"/>
          </ac:spMkLst>
        </pc:spChg>
        <pc:picChg chg="mod">
          <ac:chgData name="TUDOR-ALEXANDRU ILENI" userId="S::tudor.ileni@ubbcluj.ro::d7b28f6b-7e8e-48e3-b06b-cc0a244d3028" providerId="AD" clId="Web-{A06172B8-00FF-4040-9B35-059179761D2B}" dt="2023-10-04T07:02:23.807" v="22"/>
          <ac:picMkLst>
            <pc:docMk/>
            <pc:sldMk cId="1939292437" sldId="259"/>
            <ac:picMk id="4" creationId="{38057804-1644-BE38-8361-78D883E7E41C}"/>
          </ac:picMkLst>
        </pc:picChg>
      </pc:sldChg>
      <pc:sldChg chg="addSp delSp modSp">
        <pc:chgData name="TUDOR-ALEXANDRU ILENI" userId="S::tudor.ileni@ubbcluj.ro::d7b28f6b-7e8e-48e3-b06b-cc0a244d3028" providerId="AD" clId="Web-{A06172B8-00FF-4040-9B35-059179761D2B}" dt="2023-10-04T07:03:10.450" v="32" actId="1076"/>
        <pc:sldMkLst>
          <pc:docMk/>
          <pc:sldMk cId="3818099138" sldId="260"/>
        </pc:sldMkLst>
        <pc:spChg chg="mod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2" creationId="{EA390D7C-4F19-5B2B-39A5-F471CDC89A20}"/>
          </ac:spMkLst>
        </pc:spChg>
        <pc:spChg chg="mod">
          <ac:chgData name="TUDOR-ALEXANDRU ILENI" userId="S::tudor.ileni@ubbcluj.ro::d7b28f6b-7e8e-48e3-b06b-cc0a244d3028" providerId="AD" clId="Web-{A06172B8-00FF-4040-9B35-059179761D2B}" dt="2023-10-04T07:03:10.450" v="32" actId="1076"/>
          <ac:spMkLst>
            <pc:docMk/>
            <pc:sldMk cId="3818099138" sldId="260"/>
            <ac:spMk id="5" creationId="{F711A9C1-F6A5-1766-8B4A-B3E44EBD7486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11" creationId="{C4285719-470E-454C-AF62-8323075F1F5B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13" creationId="{CD9FE4EF-C4D8-49A0-B2FF-81D8DB7D8A24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15" creationId="{4300840D-0A0B-4512-BACA-B439D5B9C57C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17" creationId="{D2B78728-A580-49A7-84F9-6EF6F583ADE0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19" creationId="{38FAA1A1-D861-433F-88FA-1E9D6FD31D11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21" creationId="{8D71EDA1-87BF-4D5D-AB79-F346FD19278A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26" creationId="{2B97F24A-32CE-4C1C-A50D-3016B394DCFB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2:35.245" v="23"/>
          <ac:spMkLst>
            <pc:docMk/>
            <pc:sldMk cId="3818099138" sldId="260"/>
            <ac:spMk id="28" creationId="{CD8B4F24-440B-49E9-B85D-733523DC064B}"/>
          </ac:spMkLst>
        </pc:spChg>
        <pc:picChg chg="mod ord">
          <ac:chgData name="TUDOR-ALEXANDRU ILENI" userId="S::tudor.ileni@ubbcluj.ro::d7b28f6b-7e8e-48e3-b06b-cc0a244d3028" providerId="AD" clId="Web-{A06172B8-00FF-4040-9B35-059179761D2B}" dt="2023-10-04T07:02:35.245" v="23"/>
          <ac:picMkLst>
            <pc:docMk/>
            <pc:sldMk cId="3818099138" sldId="260"/>
            <ac:picMk id="4" creationId="{0445AACC-4197-3BAA-4993-D4ADC9E22F70}"/>
          </ac:picMkLst>
        </pc:picChg>
      </pc:sldChg>
      <pc:sldChg chg="modSp">
        <pc:chgData name="TUDOR-ALEXANDRU ILENI" userId="S::tudor.ileni@ubbcluj.ro::d7b28f6b-7e8e-48e3-b06b-cc0a244d3028" providerId="AD" clId="Web-{A06172B8-00FF-4040-9B35-059179761D2B}" dt="2023-10-04T07:06:01.175" v="39" actId="14100"/>
        <pc:sldMkLst>
          <pc:docMk/>
          <pc:sldMk cId="4161264507" sldId="262"/>
        </pc:sldMkLst>
        <pc:spChg chg="mod">
          <ac:chgData name="TUDOR-ALEXANDRU ILENI" userId="S::tudor.ileni@ubbcluj.ro::d7b28f6b-7e8e-48e3-b06b-cc0a244d3028" providerId="AD" clId="Web-{A06172B8-00FF-4040-9B35-059179761D2B}" dt="2023-10-04T07:05:55.268" v="37" actId="1076"/>
          <ac:spMkLst>
            <pc:docMk/>
            <pc:sldMk cId="4161264507" sldId="262"/>
            <ac:spMk id="6" creationId="{4C26D5CC-CC39-5182-67B6-04A06DA461BB}"/>
          </ac:spMkLst>
        </pc:spChg>
        <pc:picChg chg="mod">
          <ac:chgData name="TUDOR-ALEXANDRU ILENI" userId="S::tudor.ileni@ubbcluj.ro::d7b28f6b-7e8e-48e3-b06b-cc0a244d3028" providerId="AD" clId="Web-{A06172B8-00FF-4040-9B35-059179761D2B}" dt="2023-10-04T07:06:01.175" v="39" actId="14100"/>
          <ac:picMkLst>
            <pc:docMk/>
            <pc:sldMk cId="4161264507" sldId="262"/>
            <ac:picMk id="5" creationId="{0C5C1296-B249-64AB-DD8D-C186CCCD6C9F}"/>
          </ac:picMkLst>
        </pc:picChg>
      </pc:sldChg>
      <pc:sldChg chg="addSp delSp modSp">
        <pc:chgData name="TUDOR-ALEXANDRU ILENI" userId="S::tudor.ileni@ubbcluj.ro::d7b28f6b-7e8e-48e3-b06b-cc0a244d3028" providerId="AD" clId="Web-{A06172B8-00FF-4040-9B35-059179761D2B}" dt="2023-10-04T07:03:34.607" v="36" actId="1076"/>
        <pc:sldMkLst>
          <pc:docMk/>
          <pc:sldMk cId="3992556289" sldId="266"/>
        </pc:sldMkLst>
        <pc:spChg chg="mod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2" creationId="{EA390D7C-4F19-5B2B-39A5-F471CDC89A20}"/>
          </ac:spMkLst>
        </pc:spChg>
        <pc:spChg chg="mod ord">
          <ac:chgData name="TUDOR-ALEXANDRU ILENI" userId="S::tudor.ileni@ubbcluj.ro::d7b28f6b-7e8e-48e3-b06b-cc0a244d3028" providerId="AD" clId="Web-{A06172B8-00FF-4040-9B35-059179761D2B}" dt="2023-10-04T07:03:34.607" v="36" actId="1076"/>
          <ac:spMkLst>
            <pc:docMk/>
            <pc:sldMk cId="3992556289" sldId="266"/>
            <ac:spMk id="5" creationId="{F711A9C1-F6A5-1766-8B4A-B3E44EBD7486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11" creationId="{C4285719-470E-454C-AF62-8323075F1F5B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13" creationId="{CD9FE4EF-C4D8-49A0-B2FF-81D8DB7D8A24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15" creationId="{4300840D-0A0B-4512-BACA-B439D5B9C57C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17" creationId="{D2B78728-A580-49A7-84F9-6EF6F583ADE0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19" creationId="{38FAA1A1-D861-433F-88FA-1E9D6FD31D11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21" creationId="{8D71EDA1-87BF-4D5D-AB79-F346FD19278A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26" creationId="{A8908DB7-C3A6-4FCB-9820-CEE02B398C4A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3:22.888" v="33"/>
          <ac:spMkLst>
            <pc:docMk/>
            <pc:sldMk cId="3992556289" sldId="266"/>
            <ac:spMk id="28" creationId="{535742DD-1B16-4E9D-B715-0D74B4574A68}"/>
          </ac:spMkLst>
        </pc:spChg>
        <pc:picChg chg="mod">
          <ac:chgData name="TUDOR-ALEXANDRU ILENI" userId="S::tudor.ileni@ubbcluj.ro::d7b28f6b-7e8e-48e3-b06b-cc0a244d3028" providerId="AD" clId="Web-{A06172B8-00FF-4040-9B35-059179761D2B}" dt="2023-10-04T07:03:22.888" v="33"/>
          <ac:picMkLst>
            <pc:docMk/>
            <pc:sldMk cId="3992556289" sldId="266"/>
            <ac:picMk id="3" creationId="{E3621379-8A9C-899A-98E7-24271B6B12B3}"/>
          </ac:picMkLst>
        </pc:picChg>
      </pc:sldChg>
      <pc:sldChg chg="modSp">
        <pc:chgData name="TUDOR-ALEXANDRU ILENI" userId="S::tudor.ileni@ubbcluj.ro::d7b28f6b-7e8e-48e3-b06b-cc0a244d3028" providerId="AD" clId="Web-{A06172B8-00FF-4040-9B35-059179761D2B}" dt="2023-10-04T07:07:40.350" v="46" actId="20577"/>
        <pc:sldMkLst>
          <pc:docMk/>
          <pc:sldMk cId="1151003647" sldId="268"/>
        </pc:sldMkLst>
        <pc:spChg chg="mod">
          <ac:chgData name="TUDOR-ALEXANDRU ILENI" userId="S::tudor.ileni@ubbcluj.ro::d7b28f6b-7e8e-48e3-b06b-cc0a244d3028" providerId="AD" clId="Web-{A06172B8-00FF-4040-9B35-059179761D2B}" dt="2023-10-04T07:07:40.350" v="46" actId="20577"/>
          <ac:spMkLst>
            <pc:docMk/>
            <pc:sldMk cId="1151003647" sldId="268"/>
            <ac:spMk id="7" creationId="{B5AA6477-7CA5-C007-5F3B-859A08401B07}"/>
          </ac:spMkLst>
        </pc:spChg>
        <pc:picChg chg="mod">
          <ac:chgData name="TUDOR-ALEXANDRU ILENI" userId="S::tudor.ileni@ubbcluj.ro::d7b28f6b-7e8e-48e3-b06b-cc0a244d3028" providerId="AD" clId="Web-{A06172B8-00FF-4040-9B35-059179761D2B}" dt="2023-10-04T07:06:37.285" v="40" actId="1076"/>
          <ac:picMkLst>
            <pc:docMk/>
            <pc:sldMk cId="1151003647" sldId="268"/>
            <ac:picMk id="8" creationId="{86E46E9F-30B1-CFDC-0C3C-E011C9EE4AF2}"/>
          </ac:picMkLst>
        </pc:picChg>
      </pc:sldChg>
      <pc:sldChg chg="modSp">
        <pc:chgData name="TUDOR-ALEXANDRU ILENI" userId="S::tudor.ileni@ubbcluj.ro::d7b28f6b-7e8e-48e3-b06b-cc0a244d3028" providerId="AD" clId="Web-{A06172B8-00FF-4040-9B35-059179761D2B}" dt="2023-10-04T07:13:31.254" v="47" actId="14100"/>
        <pc:sldMkLst>
          <pc:docMk/>
          <pc:sldMk cId="2461551157" sldId="269"/>
        </pc:sldMkLst>
        <pc:spChg chg="mod">
          <ac:chgData name="TUDOR-ALEXANDRU ILENI" userId="S::tudor.ileni@ubbcluj.ro::d7b28f6b-7e8e-48e3-b06b-cc0a244d3028" providerId="AD" clId="Web-{A06172B8-00FF-4040-9B35-059179761D2B}" dt="2023-10-04T07:13:31.254" v="47" actId="14100"/>
          <ac:spMkLst>
            <pc:docMk/>
            <pc:sldMk cId="2461551157" sldId="269"/>
            <ac:spMk id="7" creationId="{B5AA6477-7CA5-C007-5F3B-859A08401B07}"/>
          </ac:spMkLst>
        </pc:spChg>
      </pc:sldChg>
      <pc:sldChg chg="delSp modSp del">
        <pc:chgData name="TUDOR-ALEXANDRU ILENI" userId="S::tudor.ileni@ubbcluj.ro::d7b28f6b-7e8e-48e3-b06b-cc0a244d3028" providerId="AD" clId="Web-{A06172B8-00FF-4040-9B35-059179761D2B}" dt="2023-10-04T07:00:51.179" v="20"/>
        <pc:sldMkLst>
          <pc:docMk/>
          <pc:sldMk cId="317959422" sldId="272"/>
        </pc:sldMkLst>
        <pc:spChg chg="mod">
          <ac:chgData name="TUDOR-ALEXANDRU ILENI" userId="S::tudor.ileni@ubbcluj.ro::d7b28f6b-7e8e-48e3-b06b-cc0a244d3028" providerId="AD" clId="Web-{A06172B8-00FF-4040-9B35-059179761D2B}" dt="2023-10-04T07:00:35.131" v="15" actId="20577"/>
          <ac:spMkLst>
            <pc:docMk/>
            <pc:sldMk cId="317959422" sldId="272"/>
            <ac:spMk id="2" creationId="{2077E0D1-3F21-AA6F-1DEB-EFF4EA104E44}"/>
          </ac:spMkLst>
        </pc:spChg>
        <pc:picChg chg="del">
          <ac:chgData name="TUDOR-ALEXANDRU ILENI" userId="S::tudor.ileni@ubbcluj.ro::d7b28f6b-7e8e-48e3-b06b-cc0a244d3028" providerId="AD" clId="Web-{A06172B8-00FF-4040-9B35-059179761D2B}" dt="2023-10-04T07:00:28.897" v="13"/>
          <ac:picMkLst>
            <pc:docMk/>
            <pc:sldMk cId="317959422" sldId="272"/>
            <ac:picMk id="4" creationId="{FEF77060-6BD7-11A8-2173-76B767168CAB}"/>
          </ac:picMkLst>
        </pc:picChg>
      </pc:sldChg>
      <pc:sldChg chg="del">
        <pc:chgData name="TUDOR-ALEXANDRU ILENI" userId="S::tudor.ileni@ubbcluj.ro::d7b28f6b-7e8e-48e3-b06b-cc0a244d3028" providerId="AD" clId="Web-{A06172B8-00FF-4040-9B35-059179761D2B}" dt="2023-10-04T06:58:41.362" v="0"/>
        <pc:sldMkLst>
          <pc:docMk/>
          <pc:sldMk cId="2082918171" sldId="273"/>
        </pc:sldMkLst>
      </pc:sldChg>
      <pc:sldChg chg="del">
        <pc:chgData name="TUDOR-ALEXANDRU ILENI" userId="S::tudor.ileni@ubbcluj.ro::d7b28f6b-7e8e-48e3-b06b-cc0a244d3028" providerId="AD" clId="Web-{A06172B8-00FF-4040-9B35-059179761D2B}" dt="2023-10-04T06:58:43.018" v="1"/>
        <pc:sldMkLst>
          <pc:docMk/>
          <pc:sldMk cId="3869535965" sldId="274"/>
        </pc:sldMkLst>
      </pc:sldChg>
      <pc:sldChg chg="modSp">
        <pc:chgData name="TUDOR-ALEXANDRU ILENI" userId="S::tudor.ileni@ubbcluj.ro::d7b28f6b-7e8e-48e3-b06b-cc0a244d3028" providerId="AD" clId="Web-{A06172B8-00FF-4040-9B35-059179761D2B}" dt="2023-10-04T06:59:04.722" v="10" actId="20577"/>
        <pc:sldMkLst>
          <pc:docMk/>
          <pc:sldMk cId="169571179" sldId="275"/>
        </pc:sldMkLst>
        <pc:spChg chg="mod">
          <ac:chgData name="TUDOR-ALEXANDRU ILENI" userId="S::tudor.ileni@ubbcluj.ro::d7b28f6b-7e8e-48e3-b06b-cc0a244d3028" providerId="AD" clId="Web-{A06172B8-00FF-4040-9B35-059179761D2B}" dt="2023-10-04T06:59:04.722" v="10" actId="20577"/>
          <ac:spMkLst>
            <pc:docMk/>
            <pc:sldMk cId="169571179" sldId="275"/>
            <ac:spMk id="3" creationId="{850BA976-22EE-DD41-5597-9BAD9AC9D1EC}"/>
          </ac:spMkLst>
        </pc:spChg>
      </pc:sldChg>
      <pc:sldChg chg="addSp modSp mod setBg">
        <pc:chgData name="TUDOR-ALEXANDRU ILENI" userId="S::tudor.ileni@ubbcluj.ro::d7b28f6b-7e8e-48e3-b06b-cc0a244d3028" providerId="AD" clId="Web-{A06172B8-00FF-4040-9B35-059179761D2B}" dt="2023-10-04T06:59:59.161" v="11"/>
        <pc:sldMkLst>
          <pc:docMk/>
          <pc:sldMk cId="1691846106" sldId="277"/>
        </pc:sldMkLst>
        <pc:spChg chg="mod">
          <ac:chgData name="TUDOR-ALEXANDRU ILENI" userId="S::tudor.ileni@ubbcluj.ro::d7b28f6b-7e8e-48e3-b06b-cc0a244d3028" providerId="AD" clId="Web-{A06172B8-00FF-4040-9B35-059179761D2B}" dt="2023-10-04T06:59:59.161" v="11"/>
          <ac:spMkLst>
            <pc:docMk/>
            <pc:sldMk cId="1691846106" sldId="277"/>
            <ac:spMk id="2" creationId="{4F16A3F5-C316-BE81-D695-09FE51AED494}"/>
          </ac:spMkLst>
        </pc:spChg>
        <pc:spChg chg="mod">
          <ac:chgData name="TUDOR-ALEXANDRU ILENI" userId="S::tudor.ileni@ubbcluj.ro::d7b28f6b-7e8e-48e3-b06b-cc0a244d3028" providerId="AD" clId="Web-{A06172B8-00FF-4040-9B35-059179761D2B}" dt="2023-10-04T06:59:59.161" v="11"/>
          <ac:spMkLst>
            <pc:docMk/>
            <pc:sldMk cId="1691846106" sldId="277"/>
            <ac:spMk id="3" creationId="{0F585042-1469-4C0F-31AB-BF2EECF46866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6:59:59.161" v="11"/>
          <ac:spMkLst>
            <pc:docMk/>
            <pc:sldMk cId="1691846106" sldId="277"/>
            <ac:spMk id="8" creationId="{777A147A-9ED8-46B4-8660-1B3C2AA880B5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6:59:59.161" v="11"/>
          <ac:spMkLst>
            <pc:docMk/>
            <pc:sldMk cId="1691846106" sldId="277"/>
            <ac:spMk id="10" creationId="{5D6C15A0-C087-4593-8414-2B4EC1CDC3DE}"/>
          </ac:spMkLst>
        </pc:spChg>
      </pc:sldChg>
      <pc:sldChg chg="addSp delSp modSp new mod setBg">
        <pc:chgData name="TUDOR-ALEXANDRU ILENI" userId="S::tudor.ileni@ubbcluj.ro::d7b28f6b-7e8e-48e3-b06b-cc0a244d3028" providerId="AD" clId="Web-{A06172B8-00FF-4040-9B35-059179761D2B}" dt="2023-10-04T07:00:54.648" v="21"/>
        <pc:sldMkLst>
          <pc:docMk/>
          <pc:sldMk cId="732288800" sldId="278"/>
        </pc:sldMkLst>
        <pc:spChg chg="mod">
          <ac:chgData name="TUDOR-ALEXANDRU ILENI" userId="S::tudor.ileni@ubbcluj.ro::d7b28f6b-7e8e-48e3-b06b-cc0a244d3028" providerId="AD" clId="Web-{A06172B8-00FF-4040-9B35-059179761D2B}" dt="2023-10-04T07:00:54.648" v="21"/>
          <ac:spMkLst>
            <pc:docMk/>
            <pc:sldMk cId="732288800" sldId="278"/>
            <ac:spMk id="2" creationId="{5FFD5566-11BD-E09A-A8B3-BEE166896A6F}"/>
          </ac:spMkLst>
        </pc:spChg>
        <pc:spChg chg="del">
          <ac:chgData name="TUDOR-ALEXANDRU ILENI" userId="S::tudor.ileni@ubbcluj.ro::d7b28f6b-7e8e-48e3-b06b-cc0a244d3028" providerId="AD" clId="Web-{A06172B8-00FF-4040-9B35-059179761D2B}" dt="2023-10-04T07:00:32.131" v="14"/>
          <ac:spMkLst>
            <pc:docMk/>
            <pc:sldMk cId="732288800" sldId="278"/>
            <ac:spMk id="3" creationId="{D95FFFFB-239B-A15A-997F-1BD952CCBA55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0:54.648" v="21"/>
          <ac:spMkLst>
            <pc:docMk/>
            <pc:sldMk cId="732288800" sldId="278"/>
            <ac:spMk id="9" creationId="{665DBBEF-238B-476B-96AB-8AAC3224ECEA}"/>
          </ac:spMkLst>
        </pc:spChg>
        <pc:spChg chg="add">
          <ac:chgData name="TUDOR-ALEXANDRU ILENI" userId="S::tudor.ileni@ubbcluj.ro::d7b28f6b-7e8e-48e3-b06b-cc0a244d3028" providerId="AD" clId="Web-{A06172B8-00FF-4040-9B35-059179761D2B}" dt="2023-10-04T07:00:54.648" v="21"/>
          <ac:spMkLst>
            <pc:docMk/>
            <pc:sldMk cId="732288800" sldId="278"/>
            <ac:spMk id="11" creationId="{3FCFB1DE-0B7E-48CC-BA90-B2AB0889F9D6}"/>
          </ac:spMkLst>
        </pc:spChg>
        <pc:picChg chg="add mod ord">
          <ac:chgData name="TUDOR-ALEXANDRU ILENI" userId="S::tudor.ileni@ubbcluj.ro::d7b28f6b-7e8e-48e3-b06b-cc0a244d3028" providerId="AD" clId="Web-{A06172B8-00FF-4040-9B35-059179761D2B}" dt="2023-10-04T07:00:54.648" v="21"/>
          <ac:picMkLst>
            <pc:docMk/>
            <pc:sldMk cId="732288800" sldId="278"/>
            <ac:picMk id="4" creationId="{195339F1-5D29-5D57-0955-2C1B47A24863}"/>
          </ac:picMkLst>
        </pc:picChg>
      </pc:sldChg>
    </pc:docChg>
  </pc:docChgLst>
  <pc:docChgLst>
    <pc:chgData name="TUDOR-ALEXANDRU ILENI" userId="S::tudor.ileni@ubbcluj.ro::d7b28f6b-7e8e-48e3-b06b-cc0a244d3028" providerId="AD" clId="Web-{49A75A61-1B53-42A2-A711-1AA0368DFEDF}"/>
    <pc:docChg chg="modSld">
      <pc:chgData name="TUDOR-ALEXANDRU ILENI" userId="S::tudor.ileni@ubbcluj.ro::d7b28f6b-7e8e-48e3-b06b-cc0a244d3028" providerId="AD" clId="Web-{49A75A61-1B53-42A2-A711-1AA0368DFEDF}" dt="2023-09-26T09:07:43.148" v="3" actId="20577"/>
      <pc:docMkLst>
        <pc:docMk/>
      </pc:docMkLst>
      <pc:sldChg chg="modSp">
        <pc:chgData name="TUDOR-ALEXANDRU ILENI" userId="S::tudor.ileni@ubbcluj.ro::d7b28f6b-7e8e-48e3-b06b-cc0a244d3028" providerId="AD" clId="Web-{49A75A61-1B53-42A2-A711-1AA0368DFEDF}" dt="2023-09-26T09:07:43.148" v="3" actId="20577"/>
        <pc:sldMkLst>
          <pc:docMk/>
          <pc:sldMk cId="2082918171" sldId="273"/>
        </pc:sldMkLst>
        <pc:graphicFrameChg chg="modGraphic">
          <ac:chgData name="TUDOR-ALEXANDRU ILENI" userId="S::tudor.ileni@ubbcluj.ro::d7b28f6b-7e8e-48e3-b06b-cc0a244d3028" providerId="AD" clId="Web-{49A75A61-1B53-42A2-A711-1AA0368DFEDF}" dt="2023-09-26T09:07:43.148" v="3" actId="20577"/>
          <ac:graphicFrameMkLst>
            <pc:docMk/>
            <pc:sldMk cId="2082918171" sldId="273"/>
            <ac:graphicFrameMk id="21" creationId="{6C9C2125-C2D6-B933-5634-F185217196BB}"/>
          </ac:graphicFrameMkLst>
        </pc:graphicFrameChg>
      </pc:sldChg>
    </pc:docChg>
  </pc:docChgLst>
  <pc:docChgLst>
    <pc:chgData name="Tudor-Alexandru Ileni" userId="S::tudor.ileni@ubbcluj.ro::d7b28f6b-7e8e-48e3-b06b-cc0a244d3028" providerId="AD" clId="Web-{DEE8A51B-2660-4DDC-84F6-F0667207EDBF}"/>
    <pc:docChg chg="addSld modSld">
      <pc:chgData name="Tudor-Alexandru Ileni" userId="S::tudor.ileni@ubbcluj.ro::d7b28f6b-7e8e-48e3-b06b-cc0a244d3028" providerId="AD" clId="Web-{DEE8A51B-2660-4DDC-84F6-F0667207EDBF}" dt="2024-10-03T19:58:35.478" v="18"/>
      <pc:docMkLst>
        <pc:docMk/>
      </pc:docMkLst>
      <pc:sldChg chg="addSp modSp new mod setBg">
        <pc:chgData name="Tudor-Alexandru Ileni" userId="S::tudor.ileni@ubbcluj.ro::d7b28f6b-7e8e-48e3-b06b-cc0a244d3028" providerId="AD" clId="Web-{DEE8A51B-2660-4DDC-84F6-F0667207EDBF}" dt="2024-10-03T19:58:35.478" v="18"/>
        <pc:sldMkLst>
          <pc:docMk/>
          <pc:sldMk cId="3483956786" sldId="288"/>
        </pc:sldMkLst>
        <pc:spChg chg="mod">
          <ac:chgData name="Tudor-Alexandru Ileni" userId="S::tudor.ileni@ubbcluj.ro::d7b28f6b-7e8e-48e3-b06b-cc0a244d3028" providerId="AD" clId="Web-{DEE8A51B-2660-4DDC-84F6-F0667207EDBF}" dt="2024-10-03T19:58:35.478" v="18"/>
          <ac:spMkLst>
            <pc:docMk/>
            <pc:sldMk cId="3483956786" sldId="288"/>
            <ac:spMk id="2" creationId="{3735D137-2F67-EEBE-9E66-A1705FD8ED4F}"/>
          </ac:spMkLst>
        </pc:spChg>
        <pc:spChg chg="mod">
          <ac:chgData name="Tudor-Alexandru Ileni" userId="S::tudor.ileni@ubbcluj.ro::d7b28f6b-7e8e-48e3-b06b-cc0a244d3028" providerId="AD" clId="Web-{DEE8A51B-2660-4DDC-84F6-F0667207EDBF}" dt="2024-10-03T19:58:35.478" v="18"/>
          <ac:spMkLst>
            <pc:docMk/>
            <pc:sldMk cId="3483956786" sldId="288"/>
            <ac:spMk id="3" creationId="{022F5578-3D03-9A4F-7253-094F0E14FE1C}"/>
          </ac:spMkLst>
        </pc:spChg>
        <pc:spChg chg="add">
          <ac:chgData name="Tudor-Alexandru Ileni" userId="S::tudor.ileni@ubbcluj.ro::d7b28f6b-7e8e-48e3-b06b-cc0a244d3028" providerId="AD" clId="Web-{DEE8A51B-2660-4DDC-84F6-F0667207EDBF}" dt="2024-10-03T19:58:35.478" v="18"/>
          <ac:spMkLst>
            <pc:docMk/>
            <pc:sldMk cId="3483956786" sldId="288"/>
            <ac:spMk id="9" creationId="{0671A8AE-40A1-4631-A6B8-581AFF065482}"/>
          </ac:spMkLst>
        </pc:spChg>
        <pc:spChg chg="add">
          <ac:chgData name="Tudor-Alexandru Ileni" userId="S::tudor.ileni@ubbcluj.ro::d7b28f6b-7e8e-48e3-b06b-cc0a244d3028" providerId="AD" clId="Web-{DEE8A51B-2660-4DDC-84F6-F0667207EDBF}" dt="2024-10-03T19:58:35.478" v="18"/>
          <ac:spMkLst>
            <pc:docMk/>
            <pc:sldMk cId="3483956786" sldId="288"/>
            <ac:spMk id="11" creationId="{AB58EF07-17C2-48CF-ABB0-EEF1F17CB8F0}"/>
          </ac:spMkLst>
        </pc:spChg>
        <pc:spChg chg="add">
          <ac:chgData name="Tudor-Alexandru Ileni" userId="S::tudor.ileni@ubbcluj.ro::d7b28f6b-7e8e-48e3-b06b-cc0a244d3028" providerId="AD" clId="Web-{DEE8A51B-2660-4DDC-84F6-F0667207EDBF}" dt="2024-10-03T19:58:35.478" v="18"/>
          <ac:spMkLst>
            <pc:docMk/>
            <pc:sldMk cId="3483956786" sldId="288"/>
            <ac:spMk id="13" creationId="{AF2F604E-43BE-4DC3-B983-E071523364F8}"/>
          </ac:spMkLst>
        </pc:spChg>
        <pc:spChg chg="add">
          <ac:chgData name="Tudor-Alexandru Ileni" userId="S::tudor.ileni@ubbcluj.ro::d7b28f6b-7e8e-48e3-b06b-cc0a244d3028" providerId="AD" clId="Web-{DEE8A51B-2660-4DDC-84F6-F0667207EDBF}" dt="2024-10-03T19:58:35.478" v="18"/>
          <ac:spMkLst>
            <pc:docMk/>
            <pc:sldMk cId="3483956786" sldId="288"/>
            <ac:spMk id="15" creationId="{08C9B587-E65E-4B52-B37C-ABEBB6E87928}"/>
          </ac:spMkLst>
        </pc:spChg>
        <pc:picChg chg="add">
          <ac:chgData name="Tudor-Alexandru Ileni" userId="S::tudor.ileni@ubbcluj.ro::d7b28f6b-7e8e-48e3-b06b-cc0a244d3028" providerId="AD" clId="Web-{DEE8A51B-2660-4DDC-84F6-F0667207EDBF}" dt="2024-10-03T19:58:35.478" v="18"/>
          <ac:picMkLst>
            <pc:docMk/>
            <pc:sldMk cId="3483956786" sldId="288"/>
            <ac:picMk id="5" creationId="{E3FC6FF1-8C6B-91E5-6A6D-7A2DF4796386}"/>
          </ac:picMkLst>
        </pc:picChg>
      </pc:sldChg>
    </pc:docChg>
  </pc:docChgLst>
  <pc:docChgLst>
    <pc:chgData name="TUDOR-ALEXANDRU ILENI" userId="S::tudor.ileni@ubbcluj.ro::d7b28f6b-7e8e-48e3-b06b-cc0a244d3028" providerId="AD" clId="Web-{2978F1A2-D035-4FD1-C4A0-5F7F384E0EAD}"/>
    <pc:docChg chg="addSld delSld modSld">
      <pc:chgData name="TUDOR-ALEXANDRU ILENI" userId="S::tudor.ileni@ubbcluj.ro::d7b28f6b-7e8e-48e3-b06b-cc0a244d3028" providerId="AD" clId="Web-{2978F1A2-D035-4FD1-C4A0-5F7F384E0EAD}" dt="2023-08-21T06:18:45.615" v="461" actId="1076"/>
      <pc:docMkLst>
        <pc:docMk/>
      </pc:docMkLst>
      <pc:sldChg chg="addSp delSp modSp mod setBg">
        <pc:chgData name="TUDOR-ALEXANDRU ILENI" userId="S::tudor.ileni@ubbcluj.ro::d7b28f6b-7e8e-48e3-b06b-cc0a244d3028" providerId="AD" clId="Web-{2978F1A2-D035-4FD1-C4A0-5F7F384E0EAD}" dt="2023-08-21T06:18:45.615" v="461" actId="1076"/>
        <pc:sldMkLst>
          <pc:docMk/>
          <pc:sldMk cId="3692473304" sldId="256"/>
        </pc:sldMkLst>
        <pc:spChg chg="mod">
          <ac:chgData name="TUDOR-ALEXANDRU ILENI" userId="S::tudor.ileni@ubbcluj.ro::d7b28f6b-7e8e-48e3-b06b-cc0a244d3028" providerId="AD" clId="Web-{2978F1A2-D035-4FD1-C4A0-5F7F384E0EAD}" dt="2023-08-21T06:18:45.615" v="461" actId="1076"/>
          <ac:spMkLst>
            <pc:docMk/>
            <pc:sldMk cId="3692473304" sldId="256"/>
            <ac:spMk id="2" creationId="{2077E0D1-3F21-AA6F-1DEB-EFF4EA104E44}"/>
          </ac:spMkLst>
        </pc:spChg>
        <pc:spChg chg="add del mod">
          <ac:chgData name="TUDOR-ALEXANDRU ILENI" userId="S::tudor.ileni@ubbcluj.ro::d7b28f6b-7e8e-48e3-b06b-cc0a244d3028" providerId="AD" clId="Web-{2978F1A2-D035-4FD1-C4A0-5F7F384E0EAD}" dt="2023-08-21T06:17:48.378" v="435"/>
          <ac:spMkLst>
            <pc:docMk/>
            <pc:sldMk cId="3692473304" sldId="256"/>
            <ac:spMk id="5" creationId="{68A81E07-D962-7AC4-0F5D-E8BD116BFAC0}"/>
          </ac:spMkLst>
        </pc:spChg>
        <pc:spChg chg="add mod">
          <ac:chgData name="TUDOR-ALEXANDRU ILENI" userId="S::tudor.ileni@ubbcluj.ro::d7b28f6b-7e8e-48e3-b06b-cc0a244d3028" providerId="AD" clId="Web-{2978F1A2-D035-4FD1-C4A0-5F7F384E0EAD}" dt="2023-08-21T06:18:23.848" v="460" actId="1076"/>
          <ac:spMkLst>
            <pc:docMk/>
            <pc:sldMk cId="3692473304" sldId="256"/>
            <ac:spMk id="6" creationId="{02F94CC1-FCB9-D7B7-7922-FE10F458C8CF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6:17:24.346" v="431"/>
          <ac:spMkLst>
            <pc:docMk/>
            <pc:sldMk cId="3692473304" sldId="256"/>
            <ac:spMk id="9" creationId="{A3363022-C969-41E9-8EB2-E4C94908C1FA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6:17:24.346" v="431"/>
          <ac:spMkLst>
            <pc:docMk/>
            <pc:sldMk cId="3692473304" sldId="256"/>
            <ac:spMk id="11" creationId="{8D1AD6B3-BE88-4CEB-BA17-790657CC4729}"/>
          </ac:spMkLst>
        </pc:spChg>
        <pc:grpChg chg="add">
          <ac:chgData name="TUDOR-ALEXANDRU ILENI" userId="S::tudor.ileni@ubbcluj.ro::d7b28f6b-7e8e-48e3-b06b-cc0a244d3028" providerId="AD" clId="Web-{2978F1A2-D035-4FD1-C4A0-5F7F384E0EAD}" dt="2023-08-21T06:17:24.346" v="431"/>
          <ac:grpSpMkLst>
            <pc:docMk/>
            <pc:sldMk cId="3692473304" sldId="256"/>
            <ac:grpSpMk id="13" creationId="{89D1390B-7E13-4B4F-9CB2-391063412E54}"/>
          </ac:grpSpMkLst>
        </pc:grpChg>
        <pc:picChg chg="add del mod">
          <ac:chgData name="TUDOR-ALEXANDRU ILENI" userId="S::tudor.ileni@ubbcluj.ro::d7b28f6b-7e8e-48e3-b06b-cc0a244d3028" providerId="AD" clId="Web-{2978F1A2-D035-4FD1-C4A0-5F7F384E0EAD}" dt="2023-08-21T06:17:09.392" v="425"/>
          <ac:picMkLst>
            <pc:docMk/>
            <pc:sldMk cId="3692473304" sldId="256"/>
            <ac:picMk id="3" creationId="{27D2940C-06BD-409A-CADD-D37F35010EC7}"/>
          </ac:picMkLst>
        </pc:picChg>
        <pc:picChg chg="add mod">
          <ac:chgData name="TUDOR-ALEXANDRU ILENI" userId="S::tudor.ileni@ubbcluj.ro::d7b28f6b-7e8e-48e3-b06b-cc0a244d3028" providerId="AD" clId="Web-{2978F1A2-D035-4FD1-C4A0-5F7F384E0EAD}" dt="2023-08-21T06:17:24.346" v="431"/>
          <ac:picMkLst>
            <pc:docMk/>
            <pc:sldMk cId="3692473304" sldId="256"/>
            <ac:picMk id="4" creationId="{FEF77060-6BD7-11A8-2173-76B767168CAB}"/>
          </ac:picMkLst>
        </pc:picChg>
      </pc:sldChg>
      <pc:sldChg chg="modSp">
        <pc:chgData name="TUDOR-ALEXANDRU ILENI" userId="S::tudor.ileni@ubbcluj.ro::d7b28f6b-7e8e-48e3-b06b-cc0a244d3028" providerId="AD" clId="Web-{2978F1A2-D035-4FD1-C4A0-5F7F384E0EAD}" dt="2023-08-21T06:16:21.297" v="417" actId="20577"/>
        <pc:sldMkLst>
          <pc:docMk/>
          <pc:sldMk cId="908880249" sldId="257"/>
        </pc:sldMkLst>
        <pc:spChg chg="mod">
          <ac:chgData name="TUDOR-ALEXANDRU ILENI" userId="S::tudor.ileni@ubbcluj.ro::d7b28f6b-7e8e-48e3-b06b-cc0a244d3028" providerId="AD" clId="Web-{2978F1A2-D035-4FD1-C4A0-5F7F384E0EAD}" dt="2023-08-21T06:16:21.297" v="417" actId="20577"/>
          <ac:spMkLst>
            <pc:docMk/>
            <pc:sldMk cId="908880249" sldId="257"/>
            <ac:spMk id="3" creationId="{C570EE8A-F0E1-A7DB-DB0B-9FA08A76DB87}"/>
          </ac:spMkLst>
        </pc:spChg>
      </pc:sldChg>
      <pc:sldChg chg="modSp">
        <pc:chgData name="TUDOR-ALEXANDRU ILENI" userId="S::tudor.ileni@ubbcluj.ro::d7b28f6b-7e8e-48e3-b06b-cc0a244d3028" providerId="AD" clId="Web-{2978F1A2-D035-4FD1-C4A0-5F7F384E0EAD}" dt="2023-08-21T05:33:41.154" v="15" actId="20577"/>
        <pc:sldMkLst>
          <pc:docMk/>
          <pc:sldMk cId="1939292437" sldId="259"/>
        </pc:sldMkLst>
        <pc:spChg chg="mod">
          <ac:chgData name="TUDOR-ALEXANDRU ILENI" userId="S::tudor.ileni@ubbcluj.ro::d7b28f6b-7e8e-48e3-b06b-cc0a244d3028" providerId="AD" clId="Web-{2978F1A2-D035-4FD1-C4A0-5F7F384E0EAD}" dt="2023-08-21T05:33:41.154" v="15" actId="20577"/>
          <ac:spMkLst>
            <pc:docMk/>
            <pc:sldMk cId="1939292437" sldId="259"/>
            <ac:spMk id="3" creationId="{15852460-22B6-1E2F-F3A0-5FD6E21BC4F8}"/>
          </ac:spMkLst>
        </pc:spChg>
        <pc:picChg chg="mod">
          <ac:chgData name="TUDOR-ALEXANDRU ILENI" userId="S::tudor.ileni@ubbcluj.ro::d7b28f6b-7e8e-48e3-b06b-cc0a244d3028" providerId="AD" clId="Web-{2978F1A2-D035-4FD1-C4A0-5F7F384E0EAD}" dt="2023-08-21T05:33:03.794" v="12" actId="14100"/>
          <ac:picMkLst>
            <pc:docMk/>
            <pc:sldMk cId="1939292437" sldId="259"/>
            <ac:picMk id="4" creationId="{38057804-1644-BE38-8361-78D883E7E41C}"/>
          </ac:picMkLst>
        </pc:picChg>
      </pc:sldChg>
      <pc:sldChg chg="modSp">
        <pc:chgData name="TUDOR-ALEXANDRU ILENI" userId="S::tudor.ileni@ubbcluj.ro::d7b28f6b-7e8e-48e3-b06b-cc0a244d3028" providerId="AD" clId="Web-{2978F1A2-D035-4FD1-C4A0-5F7F384E0EAD}" dt="2023-08-21T05:34:13.624" v="18" actId="1076"/>
        <pc:sldMkLst>
          <pc:docMk/>
          <pc:sldMk cId="3818099138" sldId="260"/>
        </pc:sldMkLst>
        <pc:picChg chg="mod">
          <ac:chgData name="TUDOR-ALEXANDRU ILENI" userId="S::tudor.ileni@ubbcluj.ro::d7b28f6b-7e8e-48e3-b06b-cc0a244d3028" providerId="AD" clId="Web-{2978F1A2-D035-4FD1-C4A0-5F7F384E0EAD}" dt="2023-08-21T05:34:13.624" v="18" actId="1076"/>
          <ac:picMkLst>
            <pc:docMk/>
            <pc:sldMk cId="3818099138" sldId="260"/>
            <ac:picMk id="4" creationId="{0445AACC-4197-3BAA-4993-D4ADC9E22F70}"/>
          </ac:picMkLst>
        </pc:picChg>
      </pc:sldChg>
      <pc:sldChg chg="addSp delSp modSp mod setBg">
        <pc:chgData name="TUDOR-ALEXANDRU ILENI" userId="S::tudor.ileni@ubbcluj.ro::d7b28f6b-7e8e-48e3-b06b-cc0a244d3028" providerId="AD" clId="Web-{2978F1A2-D035-4FD1-C4A0-5F7F384E0EAD}" dt="2023-08-21T05:37:53.867" v="27" actId="20577"/>
        <pc:sldMkLst>
          <pc:docMk/>
          <pc:sldMk cId="746043392" sldId="261"/>
        </pc:sldMkLst>
        <pc:spChg chg="mod">
          <ac:chgData name="TUDOR-ALEXANDRU ILENI" userId="S::tudor.ileni@ubbcluj.ro::d7b28f6b-7e8e-48e3-b06b-cc0a244d3028" providerId="AD" clId="Web-{2978F1A2-D035-4FD1-C4A0-5F7F384E0EAD}" dt="2023-08-21T05:37:53.867" v="27" actId="20577"/>
          <ac:spMkLst>
            <pc:docMk/>
            <pc:sldMk cId="746043392" sldId="261"/>
            <ac:spMk id="2" creationId="{2662EF58-8DD4-E572-4DB8-B67CA2D2D1B2}"/>
          </ac:spMkLst>
        </pc:spChg>
        <pc:spChg chg="del mod">
          <ac:chgData name="TUDOR-ALEXANDRU ILENI" userId="S::tudor.ileni@ubbcluj.ro::d7b28f6b-7e8e-48e3-b06b-cc0a244d3028" providerId="AD" clId="Web-{2978F1A2-D035-4FD1-C4A0-5F7F384E0EAD}" dt="2023-08-21T05:37:41.226" v="24"/>
          <ac:spMkLst>
            <pc:docMk/>
            <pc:sldMk cId="746043392" sldId="261"/>
            <ac:spMk id="3" creationId="{9B282E11-3D52-CB7D-90AD-92F48B2E8056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37:41.226" v="24"/>
          <ac:spMkLst>
            <pc:docMk/>
            <pc:sldMk cId="746043392" sldId="261"/>
            <ac:spMk id="9" creationId="{53B021B3-DE93-4AB7-8A18-CF5F1CED88B8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37:41.226" v="24"/>
          <ac:spMkLst>
            <pc:docMk/>
            <pc:sldMk cId="746043392" sldId="261"/>
            <ac:spMk id="11" creationId="{52D502E5-F6B4-4D58-B4AE-FC466FF15EE8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37:41.226" v="24"/>
          <ac:spMkLst>
            <pc:docMk/>
            <pc:sldMk cId="746043392" sldId="261"/>
            <ac:spMk id="13" creationId="{9DECDBF4-02B6-4BB4-B65B-B8107AD6A9E8}"/>
          </ac:spMkLst>
        </pc:spChg>
        <pc:graphicFrameChg chg="add">
          <ac:chgData name="TUDOR-ALEXANDRU ILENI" userId="S::tudor.ileni@ubbcluj.ro::d7b28f6b-7e8e-48e3-b06b-cc0a244d3028" providerId="AD" clId="Web-{2978F1A2-D035-4FD1-C4A0-5F7F384E0EAD}" dt="2023-08-21T05:37:41.226" v="24"/>
          <ac:graphicFrameMkLst>
            <pc:docMk/>
            <pc:sldMk cId="746043392" sldId="261"/>
            <ac:graphicFrameMk id="5" creationId="{714E29DC-3E5C-EAF6-538E-70EE7A8E2F92}"/>
          </ac:graphicFrameMkLst>
        </pc:graphicFrameChg>
      </pc:sldChg>
      <pc:sldChg chg="addSp delSp modSp mod setBg">
        <pc:chgData name="TUDOR-ALEXANDRU ILENI" userId="S::tudor.ileni@ubbcluj.ro::d7b28f6b-7e8e-48e3-b06b-cc0a244d3028" providerId="AD" clId="Web-{2978F1A2-D035-4FD1-C4A0-5F7F384E0EAD}" dt="2023-08-21T05:47:45.217" v="110" actId="20577"/>
        <pc:sldMkLst>
          <pc:docMk/>
          <pc:sldMk cId="4161264507" sldId="262"/>
        </pc:sldMkLst>
        <pc:spChg chg="mod">
          <ac:chgData name="TUDOR-ALEXANDRU ILENI" userId="S::tudor.ileni@ubbcluj.ro::d7b28f6b-7e8e-48e3-b06b-cc0a244d3028" providerId="AD" clId="Web-{2978F1A2-D035-4FD1-C4A0-5F7F384E0EAD}" dt="2023-08-21T05:46:29.183" v="83"/>
          <ac:spMkLst>
            <pc:docMk/>
            <pc:sldMk cId="4161264507" sldId="262"/>
            <ac:spMk id="2" creationId="{AF940734-3658-F584-7B00-4207FA37C649}"/>
          </ac:spMkLst>
        </pc:spChg>
        <pc:spChg chg="del mod">
          <ac:chgData name="TUDOR-ALEXANDRU ILENI" userId="S::tudor.ileni@ubbcluj.ro::d7b28f6b-7e8e-48e3-b06b-cc0a244d3028" providerId="AD" clId="Web-{2978F1A2-D035-4FD1-C4A0-5F7F384E0EAD}" dt="2023-08-21T05:43:09.097" v="72"/>
          <ac:spMkLst>
            <pc:docMk/>
            <pc:sldMk cId="4161264507" sldId="262"/>
            <ac:spMk id="3" creationId="{081A6521-FC7A-220C-0A05-3FF4E0AC4F1C}"/>
          </ac:spMkLst>
        </pc:spChg>
        <pc:spChg chg="add mod">
          <ac:chgData name="TUDOR-ALEXANDRU ILENI" userId="S::tudor.ileni@ubbcluj.ro::d7b28f6b-7e8e-48e3-b06b-cc0a244d3028" providerId="AD" clId="Web-{2978F1A2-D035-4FD1-C4A0-5F7F384E0EAD}" dt="2023-08-21T05:46:50.215" v="99" actId="1076"/>
          <ac:spMkLst>
            <pc:docMk/>
            <pc:sldMk cId="4161264507" sldId="262"/>
            <ac:spMk id="4" creationId="{693DE2A3-3A2B-14EC-A502-BDE37B5E27E3}"/>
          </ac:spMkLst>
        </pc:spChg>
        <pc:spChg chg="add mod">
          <ac:chgData name="TUDOR-ALEXANDRU ILENI" userId="S::tudor.ileni@ubbcluj.ro::d7b28f6b-7e8e-48e3-b06b-cc0a244d3028" providerId="AD" clId="Web-{2978F1A2-D035-4FD1-C4A0-5F7F384E0EAD}" dt="2023-08-21T05:47:45.217" v="110" actId="20577"/>
          <ac:spMkLst>
            <pc:docMk/>
            <pc:sldMk cId="4161264507" sldId="262"/>
            <ac:spMk id="6" creationId="{4C26D5CC-CC39-5182-67B6-04A06DA461BB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46:29.183" v="83"/>
          <ac:spMkLst>
            <pc:docMk/>
            <pc:sldMk cId="4161264507" sldId="262"/>
            <ac:spMk id="11" creationId="{16AC3602-3348-4F31-9E43-076B03514ECB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46:29.183" v="83"/>
          <ac:spMkLst>
            <pc:docMk/>
            <pc:sldMk cId="4161264507" sldId="262"/>
            <ac:spMk id="13" creationId="{394094B0-A6C9-44BE-9042-66EF0612F625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46:29.183" v="83"/>
          <ac:spMkLst>
            <pc:docMk/>
            <pc:sldMk cId="4161264507" sldId="262"/>
            <ac:spMk id="15" creationId="{64C2CA96-0B16-4AA7-B340-33044D238597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46:29.183" v="83"/>
          <ac:spMkLst>
            <pc:docMk/>
            <pc:sldMk cId="4161264507" sldId="262"/>
            <ac:spMk id="17" creationId="{1D50D7A8-F1D5-4306-8A9B-DD7A73EB8BCE}"/>
          </ac:spMkLst>
        </pc:spChg>
        <pc:picChg chg="add mod ord">
          <ac:chgData name="TUDOR-ALEXANDRU ILENI" userId="S::tudor.ileni@ubbcluj.ro::d7b28f6b-7e8e-48e3-b06b-cc0a244d3028" providerId="AD" clId="Web-{2978F1A2-D035-4FD1-C4A0-5F7F384E0EAD}" dt="2023-08-21T05:46:54.981" v="101" actId="1076"/>
          <ac:picMkLst>
            <pc:docMk/>
            <pc:sldMk cId="4161264507" sldId="262"/>
            <ac:picMk id="5" creationId="{0C5C1296-B249-64AB-DD8D-C186CCCD6C9F}"/>
          </ac:picMkLst>
        </pc:picChg>
      </pc:sldChg>
      <pc:sldChg chg="del">
        <pc:chgData name="TUDOR-ALEXANDRU ILENI" userId="S::tudor.ileni@ubbcluj.ro::d7b28f6b-7e8e-48e3-b06b-cc0a244d3028" providerId="AD" clId="Web-{2978F1A2-D035-4FD1-C4A0-5F7F384E0EAD}" dt="2023-08-21T06:06:23.556" v="323"/>
        <pc:sldMkLst>
          <pc:docMk/>
          <pc:sldMk cId="1029051459" sldId="263"/>
        </pc:sldMkLst>
      </pc:sldChg>
      <pc:sldChg chg="del">
        <pc:chgData name="TUDOR-ALEXANDRU ILENI" userId="S::tudor.ileni@ubbcluj.ro::d7b28f6b-7e8e-48e3-b06b-cc0a244d3028" providerId="AD" clId="Web-{2978F1A2-D035-4FD1-C4A0-5F7F384E0EAD}" dt="2023-08-21T06:08:03.153" v="343"/>
        <pc:sldMkLst>
          <pc:docMk/>
          <pc:sldMk cId="2371036111" sldId="264"/>
        </pc:sldMkLst>
      </pc:sldChg>
      <pc:sldChg chg="del">
        <pc:chgData name="TUDOR-ALEXANDRU ILENI" userId="S::tudor.ileni@ubbcluj.ro::d7b28f6b-7e8e-48e3-b06b-cc0a244d3028" providerId="AD" clId="Web-{2978F1A2-D035-4FD1-C4A0-5F7F384E0EAD}" dt="2023-08-21T05:34:22.796" v="19"/>
        <pc:sldMkLst>
          <pc:docMk/>
          <pc:sldMk cId="208469648" sldId="265"/>
        </pc:sldMkLst>
      </pc:sldChg>
      <pc:sldChg chg="modSp">
        <pc:chgData name="TUDOR-ALEXANDRU ILENI" userId="S::tudor.ileni@ubbcluj.ro::d7b28f6b-7e8e-48e3-b06b-cc0a244d3028" providerId="AD" clId="Web-{2978F1A2-D035-4FD1-C4A0-5F7F384E0EAD}" dt="2023-08-21T05:32:48.855" v="11" actId="14100"/>
        <pc:sldMkLst>
          <pc:docMk/>
          <pc:sldMk cId="3992556289" sldId="266"/>
        </pc:sldMkLst>
        <pc:spChg chg="mod">
          <ac:chgData name="TUDOR-ALEXANDRU ILENI" userId="S::tudor.ileni@ubbcluj.ro::d7b28f6b-7e8e-48e3-b06b-cc0a244d3028" providerId="AD" clId="Web-{2978F1A2-D035-4FD1-C4A0-5F7F384E0EAD}" dt="2023-08-21T05:32:48.855" v="11" actId="14100"/>
          <ac:spMkLst>
            <pc:docMk/>
            <pc:sldMk cId="3992556289" sldId="266"/>
            <ac:spMk id="2" creationId="{EA390D7C-4F19-5B2B-39A5-F471CDC89A20}"/>
          </ac:spMkLst>
        </pc:spChg>
        <pc:picChg chg="mod">
          <ac:chgData name="TUDOR-ALEXANDRU ILENI" userId="S::tudor.ileni@ubbcluj.ro::d7b28f6b-7e8e-48e3-b06b-cc0a244d3028" providerId="AD" clId="Web-{2978F1A2-D035-4FD1-C4A0-5F7F384E0EAD}" dt="2023-08-21T05:32:30.167" v="1" actId="1076"/>
          <ac:picMkLst>
            <pc:docMk/>
            <pc:sldMk cId="3992556289" sldId="266"/>
            <ac:picMk id="3" creationId="{E3621379-8A9C-899A-98E7-24271B6B12B3}"/>
          </ac:picMkLst>
        </pc:picChg>
      </pc:sldChg>
      <pc:sldChg chg="addSp delSp modSp new mod setBg">
        <pc:chgData name="TUDOR-ALEXANDRU ILENI" userId="S::tudor.ileni@ubbcluj.ro::d7b28f6b-7e8e-48e3-b06b-cc0a244d3028" providerId="AD" clId="Web-{2978F1A2-D035-4FD1-C4A0-5F7F384E0EAD}" dt="2023-08-21T05:41:15.452" v="36" actId="20577"/>
        <pc:sldMkLst>
          <pc:docMk/>
          <pc:sldMk cId="2000864319" sldId="267"/>
        </pc:sldMkLst>
        <pc:spChg chg="mod">
          <ac:chgData name="TUDOR-ALEXANDRU ILENI" userId="S::tudor.ileni@ubbcluj.ro::d7b28f6b-7e8e-48e3-b06b-cc0a244d3028" providerId="AD" clId="Web-{2978F1A2-D035-4FD1-C4A0-5F7F384E0EAD}" dt="2023-08-21T05:41:15.452" v="36" actId="20577"/>
          <ac:spMkLst>
            <pc:docMk/>
            <pc:sldMk cId="2000864319" sldId="267"/>
            <ac:spMk id="2" creationId="{90451AC8-C040-3E9F-8435-6F604B6473B9}"/>
          </ac:spMkLst>
        </pc:spChg>
        <pc:spChg chg="del mod">
          <ac:chgData name="TUDOR-ALEXANDRU ILENI" userId="S::tudor.ileni@ubbcluj.ro::d7b28f6b-7e8e-48e3-b06b-cc0a244d3028" providerId="AD" clId="Web-{2978F1A2-D035-4FD1-C4A0-5F7F384E0EAD}" dt="2023-08-21T05:39:49.668" v="32"/>
          <ac:spMkLst>
            <pc:docMk/>
            <pc:sldMk cId="2000864319" sldId="267"/>
            <ac:spMk id="3" creationId="{568F9AAF-894C-6A07-4590-09CDC7C01B25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39:49.668" v="32"/>
          <ac:spMkLst>
            <pc:docMk/>
            <pc:sldMk cId="2000864319" sldId="267"/>
            <ac:spMk id="9" creationId="{53B021B3-DE93-4AB7-8A18-CF5F1CED88B8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39:49.668" v="32"/>
          <ac:spMkLst>
            <pc:docMk/>
            <pc:sldMk cId="2000864319" sldId="267"/>
            <ac:spMk id="11" creationId="{52D502E5-F6B4-4D58-B4AE-FC466FF15EE8}"/>
          </ac:spMkLst>
        </pc:spChg>
        <pc:spChg chg="add">
          <ac:chgData name="TUDOR-ALEXANDRU ILENI" userId="S::tudor.ileni@ubbcluj.ro::d7b28f6b-7e8e-48e3-b06b-cc0a244d3028" providerId="AD" clId="Web-{2978F1A2-D035-4FD1-C4A0-5F7F384E0EAD}" dt="2023-08-21T05:39:49.668" v="32"/>
          <ac:spMkLst>
            <pc:docMk/>
            <pc:sldMk cId="2000864319" sldId="267"/>
            <ac:spMk id="13" creationId="{9DECDBF4-02B6-4BB4-B65B-B8107AD6A9E8}"/>
          </ac:spMkLst>
        </pc:spChg>
        <pc:graphicFrameChg chg="add modGraphic">
          <ac:chgData name="TUDOR-ALEXANDRU ILENI" userId="S::tudor.ileni@ubbcluj.ro::d7b28f6b-7e8e-48e3-b06b-cc0a244d3028" providerId="AD" clId="Web-{2978F1A2-D035-4FD1-C4A0-5F7F384E0EAD}" dt="2023-08-21T05:41:03.030" v="35" actId="20577"/>
          <ac:graphicFrameMkLst>
            <pc:docMk/>
            <pc:sldMk cId="2000864319" sldId="267"/>
            <ac:graphicFrameMk id="5" creationId="{FBA71DC5-9896-9E69-02ED-89BE2A1A5FCF}"/>
          </ac:graphicFrameMkLst>
        </pc:graphicFrameChg>
      </pc:sldChg>
      <pc:sldChg chg="addSp delSp modSp add replId">
        <pc:chgData name="TUDOR-ALEXANDRU ILENI" userId="S::tudor.ileni@ubbcluj.ro::d7b28f6b-7e8e-48e3-b06b-cc0a244d3028" providerId="AD" clId="Web-{2978F1A2-D035-4FD1-C4A0-5F7F384E0EAD}" dt="2023-08-21T06:08:40.155" v="346" actId="20577"/>
        <pc:sldMkLst>
          <pc:docMk/>
          <pc:sldMk cId="1151003647" sldId="268"/>
        </pc:sldMkLst>
        <pc:spChg chg="mod">
          <ac:chgData name="TUDOR-ALEXANDRU ILENI" userId="S::tudor.ileni@ubbcluj.ro::d7b28f6b-7e8e-48e3-b06b-cc0a244d3028" providerId="AD" clId="Web-{2978F1A2-D035-4FD1-C4A0-5F7F384E0EAD}" dt="2023-08-21T05:49:42.721" v="121" actId="20577"/>
          <ac:spMkLst>
            <pc:docMk/>
            <pc:sldMk cId="1151003647" sldId="268"/>
            <ac:spMk id="2" creationId="{AF940734-3658-F584-7B00-4207FA37C649}"/>
          </ac:spMkLst>
        </pc:spChg>
        <pc:spChg chg="mod">
          <ac:chgData name="TUDOR-ALEXANDRU ILENI" userId="S::tudor.ileni@ubbcluj.ro::d7b28f6b-7e8e-48e3-b06b-cc0a244d3028" providerId="AD" clId="Web-{2978F1A2-D035-4FD1-C4A0-5F7F384E0EAD}" dt="2023-08-21T05:57:36.661" v="196" actId="14100"/>
          <ac:spMkLst>
            <pc:docMk/>
            <pc:sldMk cId="1151003647" sldId="268"/>
            <ac:spMk id="4" creationId="{693DE2A3-3A2B-14EC-A502-BDE37B5E27E3}"/>
          </ac:spMkLst>
        </pc:spChg>
        <pc:spChg chg="del mod">
          <ac:chgData name="TUDOR-ALEXANDRU ILENI" userId="S::tudor.ileni@ubbcluj.ro::d7b28f6b-7e8e-48e3-b06b-cc0a244d3028" providerId="AD" clId="Web-{2978F1A2-D035-4FD1-C4A0-5F7F384E0EAD}" dt="2023-08-21T05:53:57.606" v="142"/>
          <ac:spMkLst>
            <pc:docMk/>
            <pc:sldMk cId="1151003647" sldId="268"/>
            <ac:spMk id="6" creationId="{4C26D5CC-CC39-5182-67B6-04A06DA461BB}"/>
          </ac:spMkLst>
        </pc:spChg>
        <pc:spChg chg="add mod">
          <ac:chgData name="TUDOR-ALEXANDRU ILENI" userId="S::tudor.ileni@ubbcluj.ro::d7b28f6b-7e8e-48e3-b06b-cc0a244d3028" providerId="AD" clId="Web-{2978F1A2-D035-4FD1-C4A0-5F7F384E0EAD}" dt="2023-08-21T06:08:40.155" v="346" actId="20577"/>
          <ac:spMkLst>
            <pc:docMk/>
            <pc:sldMk cId="1151003647" sldId="268"/>
            <ac:spMk id="7" creationId="{B5AA6477-7CA5-C007-5F3B-859A08401B07}"/>
          </ac:spMkLst>
        </pc:spChg>
        <pc:picChg chg="del">
          <ac:chgData name="TUDOR-ALEXANDRU ILENI" userId="S::tudor.ileni@ubbcluj.ro::d7b28f6b-7e8e-48e3-b06b-cc0a244d3028" providerId="AD" clId="Web-{2978F1A2-D035-4FD1-C4A0-5F7F384E0EAD}" dt="2023-08-21T05:50:51.396" v="138"/>
          <ac:picMkLst>
            <pc:docMk/>
            <pc:sldMk cId="1151003647" sldId="268"/>
            <ac:picMk id="5" creationId="{0C5C1296-B249-64AB-DD8D-C186CCCD6C9F}"/>
          </ac:picMkLst>
        </pc:picChg>
        <pc:picChg chg="add mod">
          <ac:chgData name="TUDOR-ALEXANDRU ILENI" userId="S::tudor.ileni@ubbcluj.ro::d7b28f6b-7e8e-48e3-b06b-cc0a244d3028" providerId="AD" clId="Web-{2978F1A2-D035-4FD1-C4A0-5F7F384E0EAD}" dt="2023-08-21T06:03:50.144" v="305" actId="1076"/>
          <ac:picMkLst>
            <pc:docMk/>
            <pc:sldMk cId="1151003647" sldId="268"/>
            <ac:picMk id="8" creationId="{86E46E9F-30B1-CFDC-0C3C-E011C9EE4AF2}"/>
          </ac:picMkLst>
        </pc:picChg>
      </pc:sldChg>
      <pc:sldChg chg="addSp delSp modSp add replId">
        <pc:chgData name="TUDOR-ALEXANDRU ILENI" userId="S::tudor.ileni@ubbcluj.ro::d7b28f6b-7e8e-48e3-b06b-cc0a244d3028" providerId="AD" clId="Web-{2978F1A2-D035-4FD1-C4A0-5F7F384E0EAD}" dt="2023-08-21T06:16:13.156" v="415" actId="14100"/>
        <pc:sldMkLst>
          <pc:docMk/>
          <pc:sldMk cId="2461551157" sldId="269"/>
        </pc:sldMkLst>
        <pc:spChg chg="mod">
          <ac:chgData name="TUDOR-ALEXANDRU ILENI" userId="S::tudor.ileni@ubbcluj.ro::d7b28f6b-7e8e-48e3-b06b-cc0a244d3028" providerId="AD" clId="Web-{2978F1A2-D035-4FD1-C4A0-5F7F384E0EAD}" dt="2023-08-21T06:06:32.572" v="328" actId="20577"/>
          <ac:spMkLst>
            <pc:docMk/>
            <pc:sldMk cId="2461551157" sldId="269"/>
            <ac:spMk id="2" creationId="{AF940734-3658-F584-7B00-4207FA37C649}"/>
          </ac:spMkLst>
        </pc:spChg>
        <pc:spChg chg="mod">
          <ac:chgData name="TUDOR-ALEXANDRU ILENI" userId="S::tudor.ileni@ubbcluj.ro::d7b28f6b-7e8e-48e3-b06b-cc0a244d3028" providerId="AD" clId="Web-{2978F1A2-D035-4FD1-C4A0-5F7F384E0EAD}" dt="2023-08-21T06:07:42.121" v="341" actId="14100"/>
          <ac:spMkLst>
            <pc:docMk/>
            <pc:sldMk cId="2461551157" sldId="269"/>
            <ac:spMk id="4" creationId="{693DE2A3-3A2B-14EC-A502-BDE37B5E27E3}"/>
          </ac:spMkLst>
        </pc:spChg>
        <pc:spChg chg="mod">
          <ac:chgData name="TUDOR-ALEXANDRU ILENI" userId="S::tudor.ileni@ubbcluj.ro::d7b28f6b-7e8e-48e3-b06b-cc0a244d3028" providerId="AD" clId="Web-{2978F1A2-D035-4FD1-C4A0-5F7F384E0EAD}" dt="2023-08-21T06:16:13.156" v="415" actId="14100"/>
          <ac:spMkLst>
            <pc:docMk/>
            <pc:sldMk cId="2461551157" sldId="269"/>
            <ac:spMk id="7" creationId="{B5AA6477-7CA5-C007-5F3B-859A08401B07}"/>
          </ac:spMkLst>
        </pc:spChg>
        <pc:picChg chg="add mod">
          <ac:chgData name="TUDOR-ALEXANDRU ILENI" userId="S::tudor.ileni@ubbcluj.ro::d7b28f6b-7e8e-48e3-b06b-cc0a244d3028" providerId="AD" clId="Web-{2978F1A2-D035-4FD1-C4A0-5F7F384E0EAD}" dt="2023-08-21T06:16:09.749" v="414" actId="1076"/>
          <ac:picMkLst>
            <pc:docMk/>
            <pc:sldMk cId="2461551157" sldId="269"/>
            <ac:picMk id="3" creationId="{AD099450-F13F-6AC9-DF1E-0EE8C0E90301}"/>
          </ac:picMkLst>
        </pc:picChg>
        <pc:picChg chg="del">
          <ac:chgData name="TUDOR-ALEXANDRU ILENI" userId="S::tudor.ileni@ubbcluj.ro::d7b28f6b-7e8e-48e3-b06b-cc0a244d3028" providerId="AD" clId="Web-{2978F1A2-D035-4FD1-C4A0-5F7F384E0EAD}" dt="2023-08-21T06:06:36.478" v="330"/>
          <ac:picMkLst>
            <pc:docMk/>
            <pc:sldMk cId="2461551157" sldId="269"/>
            <ac:picMk id="8" creationId="{86E46E9F-30B1-CFDC-0C3C-E011C9EE4AF2}"/>
          </ac:picMkLst>
        </pc:picChg>
      </pc:sldChg>
    </pc:docChg>
  </pc:docChgLst>
  <pc:docChgLst>
    <pc:chgData name="Tudor-Alexandru Ileni" userId="S::tudor.ileni@ubbcluj.ro::d7b28f6b-7e8e-48e3-b06b-cc0a244d3028" providerId="AD" clId="Web-{78D20F62-EFB4-1D81-3A01-CE988ADA265D}"/>
    <pc:docChg chg="addSld modSld">
      <pc:chgData name="Tudor-Alexandru Ileni" userId="S::tudor.ileni@ubbcluj.ro::d7b28f6b-7e8e-48e3-b06b-cc0a244d3028" providerId="AD" clId="Web-{78D20F62-EFB4-1D81-3A01-CE988ADA265D}" dt="2024-07-22T06:09:25.090" v="73"/>
      <pc:docMkLst>
        <pc:docMk/>
      </pc:docMkLst>
      <pc:sldChg chg="addSp modSp new mod setBg modNotes">
        <pc:chgData name="Tudor-Alexandru Ileni" userId="S::tudor.ileni@ubbcluj.ro::d7b28f6b-7e8e-48e3-b06b-cc0a244d3028" providerId="AD" clId="Web-{78D20F62-EFB4-1D81-3A01-CE988ADA265D}" dt="2024-07-22T06:09:25.090" v="73"/>
        <pc:sldMkLst>
          <pc:docMk/>
          <pc:sldMk cId="3931409504" sldId="282"/>
        </pc:sldMkLst>
        <pc:spChg chg="mod">
          <ac:chgData name="Tudor-Alexandru Ileni" userId="S::tudor.ileni@ubbcluj.ro::d7b28f6b-7e8e-48e3-b06b-cc0a244d3028" providerId="AD" clId="Web-{78D20F62-EFB4-1D81-3A01-CE988ADA265D}" dt="2024-07-22T05:22:37.734" v="72"/>
          <ac:spMkLst>
            <pc:docMk/>
            <pc:sldMk cId="3931409504" sldId="282"/>
            <ac:spMk id="2" creationId="{B42AF8A1-C6C6-3CB6-0791-474350EF7B5D}"/>
          </ac:spMkLst>
        </pc:spChg>
        <pc:spChg chg="mod">
          <ac:chgData name="Tudor-Alexandru Ileni" userId="S::tudor.ileni@ubbcluj.ro::d7b28f6b-7e8e-48e3-b06b-cc0a244d3028" providerId="AD" clId="Web-{78D20F62-EFB4-1D81-3A01-CE988ADA265D}" dt="2024-07-22T05:22:37.734" v="72"/>
          <ac:spMkLst>
            <pc:docMk/>
            <pc:sldMk cId="3931409504" sldId="282"/>
            <ac:spMk id="3" creationId="{DCD27059-F6BC-9419-F4F0-EA54B347641C}"/>
          </ac:spMkLst>
        </pc:spChg>
        <pc:spChg chg="add">
          <ac:chgData name="Tudor-Alexandru Ileni" userId="S::tudor.ileni@ubbcluj.ro::d7b28f6b-7e8e-48e3-b06b-cc0a244d3028" providerId="AD" clId="Web-{78D20F62-EFB4-1D81-3A01-CE988ADA265D}" dt="2024-07-22T05:22:37.734" v="72"/>
          <ac:spMkLst>
            <pc:docMk/>
            <pc:sldMk cId="3931409504" sldId="282"/>
            <ac:spMk id="8" creationId="{081EA652-8C6A-4E69-BEB9-170809474553}"/>
          </ac:spMkLst>
        </pc:spChg>
        <pc:spChg chg="add">
          <ac:chgData name="Tudor-Alexandru Ileni" userId="S::tudor.ileni@ubbcluj.ro::d7b28f6b-7e8e-48e3-b06b-cc0a244d3028" providerId="AD" clId="Web-{78D20F62-EFB4-1D81-3A01-CE988ADA265D}" dt="2024-07-22T05:22:37.734" v="72"/>
          <ac:spMkLst>
            <pc:docMk/>
            <pc:sldMk cId="3931409504" sldId="282"/>
            <ac:spMk id="10" creationId="{5298780A-33B9-4EA2-8F67-DE68AD62841B}"/>
          </ac:spMkLst>
        </pc:spChg>
        <pc:spChg chg="add">
          <ac:chgData name="Tudor-Alexandru Ileni" userId="S::tudor.ileni@ubbcluj.ro::d7b28f6b-7e8e-48e3-b06b-cc0a244d3028" providerId="AD" clId="Web-{78D20F62-EFB4-1D81-3A01-CE988ADA265D}" dt="2024-07-22T05:22:37.734" v="72"/>
          <ac:spMkLst>
            <pc:docMk/>
            <pc:sldMk cId="3931409504" sldId="282"/>
            <ac:spMk id="12" creationId="{7F488E8B-4E1E-4402-8935-D4E6C02615C7}"/>
          </ac:spMkLst>
        </pc:spChg>
        <pc:cxnChg chg="add">
          <ac:chgData name="Tudor-Alexandru Ileni" userId="S::tudor.ileni@ubbcluj.ro::d7b28f6b-7e8e-48e3-b06b-cc0a244d3028" providerId="AD" clId="Web-{78D20F62-EFB4-1D81-3A01-CE988ADA265D}" dt="2024-07-22T05:22:37.734" v="72"/>
          <ac:cxnSpMkLst>
            <pc:docMk/>
            <pc:sldMk cId="3931409504" sldId="282"/>
            <ac:cxnSpMk id="14" creationId="{23AAC9B5-8015-485C-ACF9-A750390E9A56}"/>
          </ac:cxnSpMkLst>
        </pc:cxnChg>
      </pc:sldChg>
    </pc:docChg>
  </pc:docChgLst>
  <pc:docChgLst>
    <pc:chgData name="TUDOR-ALEXANDRU ILENI" userId="S::tudor.ileni@ubbcluj.ro::d7b28f6b-7e8e-48e3-b06b-cc0a244d3028" providerId="AD" clId="Web-{342F9FDD-D54D-B0CD-2FCF-A5E5E5C580DE}"/>
    <pc:docChg chg="modSld">
      <pc:chgData name="TUDOR-ALEXANDRU ILENI" userId="S::tudor.ileni@ubbcluj.ro::d7b28f6b-7e8e-48e3-b06b-cc0a244d3028" providerId="AD" clId="Web-{342F9FDD-D54D-B0CD-2FCF-A5E5E5C580DE}" dt="2023-09-20T04:34:24.772" v="1"/>
      <pc:docMkLst>
        <pc:docMk/>
      </pc:docMkLst>
      <pc:sldChg chg="modTransition addAnim">
        <pc:chgData name="TUDOR-ALEXANDRU ILENI" userId="S::tudor.ileni@ubbcluj.ro::d7b28f6b-7e8e-48e3-b06b-cc0a244d3028" providerId="AD" clId="Web-{342F9FDD-D54D-B0CD-2FCF-A5E5E5C580DE}" dt="2023-09-20T04:34:24.772" v="1"/>
        <pc:sldMkLst>
          <pc:docMk/>
          <pc:sldMk cId="1691846106" sldId="277"/>
        </pc:sldMkLst>
      </pc:sldChg>
    </pc:docChg>
  </pc:docChgLst>
  <pc:docChgLst>
    <pc:chgData name="Tudor-Alexandru Ileni" userId="S::tudor.ileni@ubbcluj.ro::d7b28f6b-7e8e-48e3-b06b-cc0a244d3028" providerId="AD" clId="Web-{162E3C29-7880-71BB-C28C-E272655A5D49}"/>
    <pc:docChg chg="addSld modSld sldOrd">
      <pc:chgData name="Tudor-Alexandru Ileni" userId="S::tudor.ileni@ubbcluj.ro::d7b28f6b-7e8e-48e3-b06b-cc0a244d3028" providerId="AD" clId="Web-{162E3C29-7880-71BB-C28C-E272655A5D49}" dt="2024-09-30T07:01:15.559" v="565" actId="20577"/>
      <pc:docMkLst>
        <pc:docMk/>
      </pc:docMkLst>
      <pc:sldChg chg="modSp">
        <pc:chgData name="Tudor-Alexandru Ileni" userId="S::tudor.ileni@ubbcluj.ro::d7b28f6b-7e8e-48e3-b06b-cc0a244d3028" providerId="AD" clId="Web-{162E3C29-7880-71BB-C28C-E272655A5D49}" dt="2024-09-30T07:01:15.559" v="565" actId="20577"/>
        <pc:sldMkLst>
          <pc:docMk/>
          <pc:sldMk cId="2649926519" sldId="271"/>
        </pc:sldMkLst>
        <pc:spChg chg="mod">
          <ac:chgData name="Tudor-Alexandru Ileni" userId="S::tudor.ileni@ubbcluj.ro::d7b28f6b-7e8e-48e3-b06b-cc0a244d3028" providerId="AD" clId="Web-{162E3C29-7880-71BB-C28C-E272655A5D49}" dt="2024-09-30T07:01:15.559" v="565" actId="20577"/>
          <ac:spMkLst>
            <pc:docMk/>
            <pc:sldMk cId="2649926519" sldId="271"/>
            <ac:spMk id="7" creationId="{B5AA6477-7CA5-C007-5F3B-859A08401B07}"/>
          </ac:spMkLst>
        </pc:spChg>
      </pc:sldChg>
      <pc:sldChg chg="addSp delSp modSp">
        <pc:chgData name="Tudor-Alexandru Ileni" userId="S::tudor.ileni@ubbcluj.ro::d7b28f6b-7e8e-48e3-b06b-cc0a244d3028" providerId="AD" clId="Web-{162E3C29-7880-71BB-C28C-E272655A5D49}" dt="2024-09-30T06:13:25.335" v="14"/>
        <pc:sldMkLst>
          <pc:docMk/>
          <pc:sldMk cId="1691846106" sldId="277"/>
        </pc:sldMkLst>
        <pc:spChg chg="mod">
          <ac:chgData name="Tudor-Alexandru Ileni" userId="S::tudor.ileni@ubbcluj.ro::d7b28f6b-7e8e-48e3-b06b-cc0a244d3028" providerId="AD" clId="Web-{162E3C29-7880-71BB-C28C-E272655A5D49}" dt="2024-09-30T06:13:25.335" v="14"/>
          <ac:spMkLst>
            <pc:docMk/>
            <pc:sldMk cId="1691846106" sldId="277"/>
            <ac:spMk id="2" creationId="{4F16A3F5-C316-BE81-D695-09FE51AED494}"/>
          </ac:spMkLst>
        </pc:spChg>
        <pc:spChg chg="mod ord">
          <ac:chgData name="Tudor-Alexandru Ileni" userId="S::tudor.ileni@ubbcluj.ro::d7b28f6b-7e8e-48e3-b06b-cc0a244d3028" providerId="AD" clId="Web-{162E3C29-7880-71BB-C28C-E272655A5D49}" dt="2024-09-30T06:13:25.335" v="14"/>
          <ac:spMkLst>
            <pc:docMk/>
            <pc:sldMk cId="1691846106" sldId="277"/>
            <ac:spMk id="3" creationId="{0F585042-1469-4C0F-31AB-BF2EECF46866}"/>
          </ac:spMkLst>
        </pc:spChg>
        <pc:spChg chg="del">
          <ac:chgData name="Tudor-Alexandru Ileni" userId="S::tudor.ileni@ubbcluj.ro::d7b28f6b-7e8e-48e3-b06b-cc0a244d3028" providerId="AD" clId="Web-{162E3C29-7880-71BB-C28C-E272655A5D49}" dt="2024-09-30T06:13:11.491" v="9"/>
          <ac:spMkLst>
            <pc:docMk/>
            <pc:sldMk cId="1691846106" sldId="277"/>
            <ac:spMk id="8" creationId="{777A147A-9ED8-46B4-8660-1B3C2AA880B5}"/>
          </ac:spMkLst>
        </pc:spChg>
        <pc:spChg chg="del">
          <ac:chgData name="Tudor-Alexandru Ileni" userId="S::tudor.ileni@ubbcluj.ro::d7b28f6b-7e8e-48e3-b06b-cc0a244d3028" providerId="AD" clId="Web-{162E3C29-7880-71BB-C28C-E272655A5D49}" dt="2024-09-30T06:13:11.491" v="9"/>
          <ac:spMkLst>
            <pc:docMk/>
            <pc:sldMk cId="1691846106" sldId="277"/>
            <ac:spMk id="10" creationId="{5D6C15A0-C087-4593-8414-2B4EC1CDC3DE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13:25.335" v="14"/>
          <ac:spMkLst>
            <pc:docMk/>
            <pc:sldMk cId="1691846106" sldId="277"/>
            <ac:spMk id="16" creationId="{F13C74B1-5B17-4795-BED0-7140497B445A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13:25.335" v="14"/>
          <ac:spMkLst>
            <pc:docMk/>
            <pc:sldMk cId="1691846106" sldId="277"/>
            <ac:spMk id="18" creationId="{D4974D33-8DC5-464E-8C6D-BE58F0669C17}"/>
          </ac:spMkLst>
        </pc:spChg>
        <pc:picChg chg="add mod">
          <ac:chgData name="Tudor-Alexandru Ileni" userId="S::tudor.ileni@ubbcluj.ro::d7b28f6b-7e8e-48e3-b06b-cc0a244d3028" providerId="AD" clId="Web-{162E3C29-7880-71BB-C28C-E272655A5D49}" dt="2024-09-30T06:13:25.335" v="14"/>
          <ac:picMkLst>
            <pc:docMk/>
            <pc:sldMk cId="1691846106" sldId="277"/>
            <ac:picMk id="12" creationId="{2559F53A-B732-543D-1DF9-347F608B2F51}"/>
          </ac:picMkLst>
        </pc:picChg>
      </pc:sldChg>
      <pc:sldChg chg="addSp modSp new mod setBg">
        <pc:chgData name="Tudor-Alexandru Ileni" userId="S::tudor.ileni@ubbcluj.ro::d7b28f6b-7e8e-48e3-b06b-cc0a244d3028" providerId="AD" clId="Web-{162E3C29-7880-71BB-C28C-E272655A5D49}" dt="2024-09-30T06:53:43.859" v="520" actId="20577"/>
        <pc:sldMkLst>
          <pc:docMk/>
          <pc:sldMk cId="3337376727" sldId="283"/>
        </pc:sldMkLst>
        <pc:spChg chg="mod">
          <ac:chgData name="Tudor-Alexandru Ileni" userId="S::tudor.ileni@ubbcluj.ro::d7b28f6b-7e8e-48e3-b06b-cc0a244d3028" providerId="AD" clId="Web-{162E3C29-7880-71BB-C28C-E272655A5D49}" dt="2024-09-30T06:53:43.859" v="520" actId="20577"/>
          <ac:spMkLst>
            <pc:docMk/>
            <pc:sldMk cId="3337376727" sldId="283"/>
            <ac:spMk id="2" creationId="{DB5BEC60-9AD0-775F-DC01-A7EB5C631A96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33:15.495" v="433" actId="20577"/>
          <ac:spMkLst>
            <pc:docMk/>
            <pc:sldMk cId="3337376727" sldId="283"/>
            <ac:spMk id="3" creationId="{98106E64-3CD3-A04E-15AB-10D907A44C8B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12:23.536" v="7"/>
          <ac:spMkLst>
            <pc:docMk/>
            <pc:sldMk cId="3337376727" sldId="283"/>
            <ac:spMk id="9" creationId="{F13C74B1-5B17-4795-BED0-7140497B445A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12:23.536" v="7"/>
          <ac:spMkLst>
            <pc:docMk/>
            <pc:sldMk cId="3337376727" sldId="283"/>
            <ac:spMk id="11" creationId="{D4974D33-8DC5-464E-8C6D-BE58F0669C17}"/>
          </ac:spMkLst>
        </pc:spChg>
        <pc:picChg chg="add">
          <ac:chgData name="Tudor-Alexandru Ileni" userId="S::tudor.ileni@ubbcluj.ro::d7b28f6b-7e8e-48e3-b06b-cc0a244d3028" providerId="AD" clId="Web-{162E3C29-7880-71BB-C28C-E272655A5D49}" dt="2024-09-30T06:12:23.536" v="7"/>
          <ac:picMkLst>
            <pc:docMk/>
            <pc:sldMk cId="3337376727" sldId="283"/>
            <ac:picMk id="5" creationId="{22993037-F7F7-42F4-B181-E910177C02BB}"/>
          </ac:picMkLst>
        </pc:picChg>
      </pc:sldChg>
      <pc:sldChg chg="addSp delSp modSp new mod setBg addAnim modAnim">
        <pc:chgData name="Tudor-Alexandru Ileni" userId="S::tudor.ileni@ubbcluj.ro::d7b28f6b-7e8e-48e3-b06b-cc0a244d3028" providerId="AD" clId="Web-{162E3C29-7880-71BB-C28C-E272655A5D49}" dt="2024-09-30T06:55:46.581" v="559" actId="20577"/>
        <pc:sldMkLst>
          <pc:docMk/>
          <pc:sldMk cId="977924108" sldId="284"/>
        </pc:sldMkLst>
        <pc:spChg chg="mod">
          <ac:chgData name="Tudor-Alexandru Ileni" userId="S::tudor.ileni@ubbcluj.ro::d7b28f6b-7e8e-48e3-b06b-cc0a244d3028" providerId="AD" clId="Web-{162E3C29-7880-71BB-C28C-E272655A5D49}" dt="2024-09-30T06:55:46.581" v="559" actId="20577"/>
          <ac:spMkLst>
            <pc:docMk/>
            <pc:sldMk cId="977924108" sldId="284"/>
            <ac:spMk id="2" creationId="{21480109-51DF-08DC-9322-2F2FC6E49333}"/>
          </ac:spMkLst>
        </pc:spChg>
        <pc:spChg chg="del">
          <ac:chgData name="Tudor-Alexandru Ileni" userId="S::tudor.ileni@ubbcluj.ro::d7b28f6b-7e8e-48e3-b06b-cc0a244d3028" providerId="AD" clId="Web-{162E3C29-7880-71BB-C28C-E272655A5D49}" dt="2024-09-30T06:16:24.137" v="34"/>
          <ac:spMkLst>
            <pc:docMk/>
            <pc:sldMk cId="977924108" sldId="284"/>
            <ac:spMk id="3" creationId="{D119518F-EE45-B71C-8C3A-9BCFBEE175E3}"/>
          </ac:spMkLst>
        </pc:spChg>
        <pc:spChg chg="add mod">
          <ac:chgData name="Tudor-Alexandru Ileni" userId="S::tudor.ileni@ubbcluj.ro::d7b28f6b-7e8e-48e3-b06b-cc0a244d3028" providerId="AD" clId="Web-{162E3C29-7880-71BB-C28C-E272655A5D49}" dt="2024-09-30T06:22:23.616" v="235" actId="20577"/>
          <ac:spMkLst>
            <pc:docMk/>
            <pc:sldMk cId="977924108" sldId="284"/>
            <ac:spMk id="8" creationId="{429CEB59-EC44-1E1F-8D6B-F46B3CA9E0EE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16:29.090" v="36"/>
          <ac:spMkLst>
            <pc:docMk/>
            <pc:sldMk cId="977924108" sldId="284"/>
            <ac:spMk id="11" creationId="{F13C74B1-5B17-4795-BED0-7140497B445A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16:29.090" v="36"/>
          <ac:spMkLst>
            <pc:docMk/>
            <pc:sldMk cId="977924108" sldId="284"/>
            <ac:spMk id="13" creationId="{D4974D33-8DC5-464E-8C6D-BE58F0669C17}"/>
          </ac:spMkLst>
        </pc:spChg>
        <pc:picChg chg="add mod ord">
          <ac:chgData name="Tudor-Alexandru Ileni" userId="S::tudor.ileni@ubbcluj.ro::d7b28f6b-7e8e-48e3-b06b-cc0a244d3028" providerId="AD" clId="Web-{162E3C29-7880-71BB-C28C-E272655A5D49}" dt="2024-09-30T06:16:29.090" v="36"/>
          <ac:picMkLst>
            <pc:docMk/>
            <pc:sldMk cId="977924108" sldId="284"/>
            <ac:picMk id="4" creationId="{5E7F12D7-575F-FAA8-F6C9-CE9ABD468542}"/>
          </ac:picMkLst>
        </pc:picChg>
      </pc:sldChg>
      <pc:sldChg chg="addSp delSp modSp new mod setBg">
        <pc:chgData name="Tudor-Alexandru Ileni" userId="S::tudor.ileni@ubbcluj.ro::d7b28f6b-7e8e-48e3-b06b-cc0a244d3028" providerId="AD" clId="Web-{162E3C29-7880-71BB-C28C-E272655A5D49}" dt="2024-09-30T06:30:19.146" v="362"/>
        <pc:sldMkLst>
          <pc:docMk/>
          <pc:sldMk cId="428723349" sldId="285"/>
        </pc:sldMkLst>
        <pc:spChg chg="mod">
          <ac:chgData name="Tudor-Alexandru Ileni" userId="S::tudor.ileni@ubbcluj.ro::d7b28f6b-7e8e-48e3-b06b-cc0a244d3028" providerId="AD" clId="Web-{162E3C29-7880-71BB-C28C-E272655A5D49}" dt="2024-09-30T06:30:19.130" v="361"/>
          <ac:spMkLst>
            <pc:docMk/>
            <pc:sldMk cId="428723349" sldId="285"/>
            <ac:spMk id="2" creationId="{854F4EF4-1095-442B-9106-ABFEDD018C00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30:19.146" v="362"/>
          <ac:spMkLst>
            <pc:docMk/>
            <pc:sldMk cId="428723349" sldId="285"/>
            <ac:spMk id="3" creationId="{A6563BCF-2527-1B61-4115-E3A201359B9E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29:46.926" v="352"/>
          <ac:spMkLst>
            <pc:docMk/>
            <pc:sldMk cId="428723349" sldId="285"/>
            <ac:spMk id="9" creationId="{F13C74B1-5B17-4795-BED0-7140497B445A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29:46.926" v="352"/>
          <ac:spMkLst>
            <pc:docMk/>
            <pc:sldMk cId="428723349" sldId="285"/>
            <ac:spMk id="11" creationId="{D4974D33-8DC5-464E-8C6D-BE58F0669C17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16" creationId="{8FC9BE17-9A7B-462D-AE50-3D8777387304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18" creationId="{3EBE8569-6AEC-4B8C-8D53-2DE337CDBA65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20" creationId="{55D4142C-5077-457F-A6AD-3FECFDB39685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22" creationId="{7A5F0580-5EE9-419F-96EE-B6529EF6E7D0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30:08.505" v="355"/>
          <ac:spMkLst>
            <pc:docMk/>
            <pc:sldMk cId="428723349" sldId="285"/>
            <ac:spMk id="27" creationId="{F13C74B1-5B17-4795-BED0-7140497B445A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30:08.505" v="355"/>
          <ac:spMkLst>
            <pc:docMk/>
            <pc:sldMk cId="428723349" sldId="285"/>
            <ac:spMk id="29" creationId="{D4974D33-8DC5-464E-8C6D-BE58F0669C17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31" creationId="{AEDD7960-4866-4399-BEF6-DD1431AB4E34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32" creationId="{6B5E2835-4E47-45B3-9CFE-732FF7B05472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33" creationId="{55D4142C-5077-457F-A6AD-3FECFDB39685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34" creationId="{5B45AD5D-AA52-4F7B-9362-576A39AD9E09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0:08.505" v="356"/>
          <ac:spMkLst>
            <pc:docMk/>
            <pc:sldMk cId="428723349" sldId="285"/>
            <ac:spMk id="35" creationId="{7A5F0580-5EE9-419F-96EE-B6529EF6E7D0}"/>
          </ac:spMkLst>
        </pc:spChg>
        <pc:picChg chg="add del mod">
          <ac:chgData name="Tudor-Alexandru Ileni" userId="S::tudor.ileni@ubbcluj.ro::d7b28f6b-7e8e-48e3-b06b-cc0a244d3028" providerId="AD" clId="Web-{162E3C29-7880-71BB-C28C-E272655A5D49}" dt="2024-09-30T06:25:13.043" v="334"/>
          <ac:picMkLst>
            <pc:docMk/>
            <pc:sldMk cId="428723349" sldId="285"/>
            <ac:picMk id="4" creationId="{BAC86711-0227-EAE2-FDCA-42AEAB073946}"/>
          </ac:picMkLst>
        </pc:picChg>
        <pc:picChg chg="add del">
          <ac:chgData name="Tudor-Alexandru Ileni" userId="S::tudor.ileni@ubbcluj.ro::d7b28f6b-7e8e-48e3-b06b-cc0a244d3028" providerId="AD" clId="Web-{162E3C29-7880-71BB-C28C-E272655A5D49}" dt="2024-09-30T06:29:38.832" v="350"/>
          <ac:picMkLst>
            <pc:docMk/>
            <pc:sldMk cId="428723349" sldId="285"/>
            <ac:picMk id="5" creationId="{2B7397F1-4656-87B9-E934-94C610CCD822}"/>
          </ac:picMkLst>
        </pc:picChg>
        <pc:picChg chg="add mod ord">
          <ac:chgData name="Tudor-Alexandru Ileni" userId="S::tudor.ileni@ubbcluj.ro::d7b28f6b-7e8e-48e3-b06b-cc0a244d3028" providerId="AD" clId="Web-{162E3C29-7880-71BB-C28C-E272655A5D49}" dt="2024-09-30T06:30:08.505" v="356"/>
          <ac:picMkLst>
            <pc:docMk/>
            <pc:sldMk cId="428723349" sldId="285"/>
            <ac:picMk id="6" creationId="{05826389-5B39-B969-DF2D-A30208152D03}"/>
          </ac:picMkLst>
        </pc:picChg>
      </pc:sldChg>
      <pc:sldChg chg="addSp delSp modSp new mod ord setBg">
        <pc:chgData name="Tudor-Alexandru Ileni" userId="S::tudor.ileni@ubbcluj.ro::d7b28f6b-7e8e-48e3-b06b-cc0a244d3028" providerId="AD" clId="Web-{162E3C29-7880-71BB-C28C-E272655A5D49}" dt="2024-09-30T06:55:26.393" v="557"/>
        <pc:sldMkLst>
          <pc:docMk/>
          <pc:sldMk cId="3351905177" sldId="286"/>
        </pc:sldMkLst>
        <pc:spChg chg="mod ord">
          <ac:chgData name="Tudor-Alexandru Ileni" userId="S::tudor.ileni@ubbcluj.ro::d7b28f6b-7e8e-48e3-b06b-cc0a244d3028" providerId="AD" clId="Web-{162E3C29-7880-71BB-C28C-E272655A5D49}" dt="2024-09-30T06:32:58.932" v="432"/>
          <ac:spMkLst>
            <pc:docMk/>
            <pc:sldMk cId="3351905177" sldId="286"/>
            <ac:spMk id="2" creationId="{27C1A06A-29DD-E99B-6168-6B39A8319B90}"/>
          </ac:spMkLst>
        </pc:spChg>
        <pc:spChg chg="del">
          <ac:chgData name="Tudor-Alexandru Ileni" userId="S::tudor.ileni@ubbcluj.ro::d7b28f6b-7e8e-48e3-b06b-cc0a244d3028" providerId="AD" clId="Web-{162E3C29-7880-71BB-C28C-E272655A5D49}" dt="2024-09-30T06:31:56.711" v="364"/>
          <ac:spMkLst>
            <pc:docMk/>
            <pc:sldMk cId="3351905177" sldId="286"/>
            <ac:spMk id="3" creationId="{77E43654-6EA8-3094-DBD9-300017C7C6F9}"/>
          </ac:spMkLst>
        </pc:spChg>
        <pc:spChg chg="add del">
          <ac:chgData name="Tudor-Alexandru Ileni" userId="S::tudor.ileni@ubbcluj.ro::d7b28f6b-7e8e-48e3-b06b-cc0a244d3028" providerId="AD" clId="Web-{162E3C29-7880-71BB-C28C-E272655A5D49}" dt="2024-09-30T06:55:18.940" v="556"/>
          <ac:spMkLst>
            <pc:docMk/>
            <pc:sldMk cId="3351905177" sldId="286"/>
            <ac:spMk id="8" creationId="{C43E3919-BD14-43A3-6C34-51B22376B043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2:58.932" v="432"/>
          <ac:spMkLst>
            <pc:docMk/>
            <pc:sldMk cId="3351905177" sldId="286"/>
            <ac:spMk id="11" creationId="{7C432AFE-B3D2-4BFF-BF8F-96C27AFF1AC7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2:58.932" v="432"/>
          <ac:spMkLst>
            <pc:docMk/>
            <pc:sldMk cId="3351905177" sldId="286"/>
            <ac:spMk id="13" creationId="{AF2F604E-43BE-4DC3-B983-E071523364F8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32:58.932" v="432"/>
          <ac:spMkLst>
            <pc:docMk/>
            <pc:sldMk cId="3351905177" sldId="286"/>
            <ac:spMk id="15" creationId="{08C9B587-E65E-4B52-B37C-ABEBB6E87928}"/>
          </ac:spMkLst>
        </pc:spChg>
        <pc:picChg chg="add mod ord">
          <ac:chgData name="Tudor-Alexandru Ileni" userId="S::tudor.ileni@ubbcluj.ro::d7b28f6b-7e8e-48e3-b06b-cc0a244d3028" providerId="AD" clId="Web-{162E3C29-7880-71BB-C28C-E272655A5D49}" dt="2024-09-30T06:32:58.932" v="432"/>
          <ac:picMkLst>
            <pc:docMk/>
            <pc:sldMk cId="3351905177" sldId="286"/>
            <ac:picMk id="4" creationId="{62C9765C-9942-AF83-7B70-D1DD3318F24C}"/>
          </ac:picMkLst>
        </pc:picChg>
      </pc:sldChg>
      <pc:sldChg chg="addSp delSp modSp new mod setBg">
        <pc:chgData name="Tudor-Alexandru Ileni" userId="S::tudor.ileni@ubbcluj.ro::d7b28f6b-7e8e-48e3-b06b-cc0a244d3028" providerId="AD" clId="Web-{162E3C29-7880-71BB-C28C-E272655A5D49}" dt="2024-09-30T06:54:58.206" v="555" actId="14100"/>
        <pc:sldMkLst>
          <pc:docMk/>
          <pc:sldMk cId="107659416" sldId="287"/>
        </pc:sldMkLst>
        <pc:spChg chg="mod">
          <ac:chgData name="Tudor-Alexandru Ileni" userId="S::tudor.ileni@ubbcluj.ro::d7b28f6b-7e8e-48e3-b06b-cc0a244d3028" providerId="AD" clId="Web-{162E3C29-7880-71BB-C28C-E272655A5D49}" dt="2024-09-30T06:54:43.954" v="544"/>
          <ac:spMkLst>
            <pc:docMk/>
            <pc:sldMk cId="107659416" sldId="287"/>
            <ac:spMk id="2" creationId="{A1DB7D2C-0FF1-4D7A-B993-DDFB18A61CFD}"/>
          </ac:spMkLst>
        </pc:spChg>
        <pc:spChg chg="del mod">
          <ac:chgData name="Tudor-Alexandru Ileni" userId="S::tudor.ileni@ubbcluj.ro::d7b28f6b-7e8e-48e3-b06b-cc0a244d3028" providerId="AD" clId="Web-{162E3C29-7880-71BB-C28C-E272655A5D49}" dt="2024-09-30T06:54:29.469" v="534"/>
          <ac:spMkLst>
            <pc:docMk/>
            <pc:sldMk cId="107659416" sldId="287"/>
            <ac:spMk id="3" creationId="{1A187F66-3557-660F-04FF-A73053F542AA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54:29.469" v="534"/>
          <ac:spMkLst>
            <pc:docMk/>
            <pc:sldMk cId="107659416" sldId="287"/>
            <ac:spMk id="9" creationId="{345A976A-8DE3-4B67-B94B-2044FDD12899}"/>
          </ac:spMkLst>
        </pc:spChg>
        <pc:spChg chg="add">
          <ac:chgData name="Tudor-Alexandru Ileni" userId="S::tudor.ileni@ubbcluj.ro::d7b28f6b-7e8e-48e3-b06b-cc0a244d3028" providerId="AD" clId="Web-{162E3C29-7880-71BB-C28C-E272655A5D49}" dt="2024-09-30T06:54:29.469" v="534"/>
          <ac:spMkLst>
            <pc:docMk/>
            <pc:sldMk cId="107659416" sldId="287"/>
            <ac:spMk id="11" creationId="{6EAAA1B9-2DDB-49C9-A037-A523D2F13C15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3.954" v="545"/>
          <ac:spMkLst>
            <pc:docMk/>
            <pc:sldMk cId="107659416" sldId="287"/>
            <ac:spMk id="14" creationId="{AF8CF66C-45E2-456B-92B0-9E97A331D1AD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3.954" v="546"/>
          <ac:spMkLst>
            <pc:docMk/>
            <pc:sldMk cId="107659416" sldId="287"/>
            <ac:spMk id="15" creationId="{D65D590E-D70D-4D25-B853-D5208F2AA3FE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3.954" v="547"/>
          <ac:spMkLst>
            <pc:docMk/>
            <pc:sldMk cId="107659416" sldId="287"/>
            <ac:spMk id="16" creationId="{6231501E-3F84-4705-A001-13995FA6884C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3.954" v="548"/>
          <ac:spMkLst>
            <pc:docMk/>
            <pc:sldMk cId="107659416" sldId="287"/>
            <ac:spMk id="17" creationId="{552617E4-47FD-4C38-8F70-93BF9B125765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3.954" v="549"/>
          <ac:spMkLst>
            <pc:docMk/>
            <pc:sldMk cId="107659416" sldId="287"/>
            <ac:spMk id="20" creationId="{FD288266-7E76-4D4A-BAAC-E233FA0130FD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3.954" v="550"/>
          <ac:spMkLst>
            <pc:docMk/>
            <pc:sldMk cId="107659416" sldId="287"/>
            <ac:spMk id="21" creationId="{B697F88A-8624-4BA2-AF06-E6C3A52F0333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3.954" v="551"/>
          <ac:spMkLst>
            <pc:docMk/>
            <pc:sldMk cId="107659416" sldId="287"/>
            <ac:spMk id="22" creationId="{8CA77163-C052-481C-9DCF-68C23ACAB312}"/>
          </ac:spMkLst>
        </pc:spChg>
        <pc:spChg chg="mod">
          <ac:chgData name="Tudor-Alexandru Ileni" userId="S::tudor.ileni@ubbcluj.ro::d7b28f6b-7e8e-48e3-b06b-cc0a244d3028" providerId="AD" clId="Web-{162E3C29-7880-71BB-C28C-E272655A5D49}" dt="2024-09-30T06:54:44.064" v="552"/>
          <ac:spMkLst>
            <pc:docMk/>
            <pc:sldMk cId="107659416" sldId="287"/>
            <ac:spMk id="23" creationId="{02B425B5-0A0E-4B85-B718-E5DA73431A5A}"/>
          </ac:spMkLst>
        </pc:spChg>
        <pc:grpChg chg="add">
          <ac:chgData name="Tudor-Alexandru Ileni" userId="S::tudor.ileni@ubbcluj.ro::d7b28f6b-7e8e-48e3-b06b-cc0a244d3028" providerId="AD" clId="Web-{162E3C29-7880-71BB-C28C-E272655A5D49}" dt="2024-09-30T06:54:29.469" v="534"/>
          <ac:grpSpMkLst>
            <pc:docMk/>
            <pc:sldMk cId="107659416" sldId="287"/>
            <ac:grpSpMk id="13" creationId="{76566969-F813-4CC5-B3E9-363D85B55C3B}"/>
          </ac:grpSpMkLst>
        </pc:grpChg>
        <pc:grpChg chg="add">
          <ac:chgData name="Tudor-Alexandru Ileni" userId="S::tudor.ileni@ubbcluj.ro::d7b28f6b-7e8e-48e3-b06b-cc0a244d3028" providerId="AD" clId="Web-{162E3C29-7880-71BB-C28C-E272655A5D49}" dt="2024-09-30T06:54:29.469" v="534"/>
          <ac:grpSpMkLst>
            <pc:docMk/>
            <pc:sldMk cId="107659416" sldId="287"/>
            <ac:grpSpMk id="19" creationId="{0217D733-97B6-4C43-AF0C-5E3CB0EA132A}"/>
          </ac:grpSpMkLst>
        </pc:grpChg>
        <pc:graphicFrameChg chg="add mod">
          <ac:chgData name="Tudor-Alexandru Ileni" userId="S::tudor.ileni@ubbcluj.ro::d7b28f6b-7e8e-48e3-b06b-cc0a244d3028" providerId="AD" clId="Web-{162E3C29-7880-71BB-C28C-E272655A5D49}" dt="2024-09-30T06:54:58.206" v="555" actId="14100"/>
          <ac:graphicFrameMkLst>
            <pc:docMk/>
            <pc:sldMk cId="107659416" sldId="287"/>
            <ac:graphicFrameMk id="5" creationId="{3BF06AE2-9519-2D71-1586-F99E067EAF44}"/>
          </ac:graphicFrameMkLst>
        </pc:graphicFrameChg>
      </pc:sldChg>
    </pc:docChg>
  </pc:docChgLst>
  <pc:docChgLst>
    <pc:chgData name="TUDOR-ALEXANDRU ILENI" userId="S::tudor.ileni@ubbcluj.ro::d7b28f6b-7e8e-48e3-b06b-cc0a244d3028" providerId="AD" clId="Web-{DD0F0670-B5D4-4215-9665-3CBF1309C540}"/>
    <pc:docChg chg="modSld">
      <pc:chgData name="TUDOR-ALEXANDRU ILENI" userId="S::tudor.ileni@ubbcluj.ro::d7b28f6b-7e8e-48e3-b06b-cc0a244d3028" providerId="AD" clId="Web-{DD0F0670-B5D4-4215-9665-3CBF1309C540}" dt="2023-09-26T09:06:45.160" v="1" actId="20577"/>
      <pc:docMkLst>
        <pc:docMk/>
      </pc:docMkLst>
      <pc:sldChg chg="modSp">
        <pc:chgData name="TUDOR-ALEXANDRU ILENI" userId="S::tudor.ileni@ubbcluj.ro::d7b28f6b-7e8e-48e3-b06b-cc0a244d3028" providerId="AD" clId="Web-{DD0F0670-B5D4-4215-9665-3CBF1309C540}" dt="2023-09-26T09:06:45.160" v="1" actId="20577"/>
        <pc:sldMkLst>
          <pc:docMk/>
          <pc:sldMk cId="3869535965" sldId="274"/>
        </pc:sldMkLst>
        <pc:spChg chg="mod">
          <ac:chgData name="TUDOR-ALEXANDRU ILENI" userId="S::tudor.ileni@ubbcluj.ro::d7b28f6b-7e8e-48e3-b06b-cc0a244d3028" providerId="AD" clId="Web-{DD0F0670-B5D4-4215-9665-3CBF1309C540}" dt="2023-09-26T09:06:45.160" v="1" actId="20577"/>
          <ac:spMkLst>
            <pc:docMk/>
            <pc:sldMk cId="3869535965" sldId="274"/>
            <ac:spMk id="3" creationId="{D2568D1F-E6F0-BD97-25AA-C3188E308460}"/>
          </ac:spMkLst>
        </pc:spChg>
      </pc:sldChg>
    </pc:docChg>
  </pc:docChgLst>
  <pc:docChgLst>
    <pc:chgData name="TUDOR-ALEXANDRU ILENI" userId="S::tudor.ileni@ubbcluj.ro::d7b28f6b-7e8e-48e3-b06b-cc0a244d3028" providerId="AD" clId="Web-{D93424A5-A114-F476-E1EE-46C6D5E9F36E}"/>
    <pc:docChg chg="modSld">
      <pc:chgData name="TUDOR-ALEXANDRU ILENI" userId="S::tudor.ileni@ubbcluj.ro::d7b28f6b-7e8e-48e3-b06b-cc0a244d3028" providerId="AD" clId="Web-{D93424A5-A114-F476-E1EE-46C6D5E9F36E}" dt="2023-09-21T05:01:01.843" v="0"/>
      <pc:docMkLst>
        <pc:docMk/>
      </pc:docMkLst>
      <pc:sldChg chg="addSp delSp modSp">
        <pc:chgData name="TUDOR-ALEXANDRU ILENI" userId="S::tudor.ileni@ubbcluj.ro::d7b28f6b-7e8e-48e3-b06b-cc0a244d3028" providerId="AD" clId="Web-{D93424A5-A114-F476-E1EE-46C6D5E9F36E}" dt="2023-09-21T05:01:01.843" v="0"/>
        <pc:sldMkLst>
          <pc:docMk/>
          <pc:sldMk cId="2649926519" sldId="271"/>
        </pc:sldMkLst>
        <pc:spChg chg="mod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2" creationId="{AF940734-3658-F584-7B00-4207FA37C649}"/>
          </ac:spMkLst>
        </pc:spChg>
        <pc:spChg chg="mod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7" creationId="{B5AA6477-7CA5-C007-5F3B-859A08401B07}"/>
          </ac:spMkLst>
        </pc:spChg>
        <pc:spChg chg="del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11" creationId="{16AC3602-3348-4F31-9E43-076B03514ECB}"/>
          </ac:spMkLst>
        </pc:spChg>
        <pc:spChg chg="del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13" creationId="{394094B0-A6C9-44BE-9042-66EF0612F625}"/>
          </ac:spMkLst>
        </pc:spChg>
        <pc:spChg chg="del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15" creationId="{64C2CA96-0B16-4AA7-B340-33044D238597}"/>
          </ac:spMkLst>
        </pc:spChg>
        <pc:spChg chg="del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17" creationId="{1D50D7A8-F1D5-4306-8A9B-DD7A73EB8BCE}"/>
          </ac:spMkLst>
        </pc:spChg>
        <pc:spChg chg="add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22" creationId="{DBF61EA3-B236-439E-9C0B-340980D56BEE}"/>
          </ac:spMkLst>
        </pc:spChg>
        <pc:spChg chg="add">
          <ac:chgData name="TUDOR-ALEXANDRU ILENI" userId="S::tudor.ileni@ubbcluj.ro::d7b28f6b-7e8e-48e3-b06b-cc0a244d3028" providerId="AD" clId="Web-{D93424A5-A114-F476-E1EE-46C6D5E9F36E}" dt="2023-09-21T05:01:01.843" v="0"/>
          <ac:spMkLst>
            <pc:docMk/>
            <pc:sldMk cId="2649926519" sldId="271"/>
            <ac:spMk id="28" creationId="{E659831F-0D9A-4C63-9EBB-8435B85A440F}"/>
          </ac:spMkLst>
        </pc:spChg>
        <pc:grpChg chg="add">
          <ac:chgData name="TUDOR-ALEXANDRU ILENI" userId="S::tudor.ileni@ubbcluj.ro::d7b28f6b-7e8e-48e3-b06b-cc0a244d3028" providerId="AD" clId="Web-{D93424A5-A114-F476-E1EE-46C6D5E9F36E}" dt="2023-09-21T05:01:01.843" v="0"/>
          <ac:grpSpMkLst>
            <pc:docMk/>
            <pc:sldMk cId="2649926519" sldId="271"/>
            <ac:grpSpMk id="24" creationId="{28FAF094-D087-493F-8DF9-A486C2D6BBAA}"/>
          </ac:grpSpMkLst>
        </pc:grpChg>
      </pc:sldChg>
    </pc:docChg>
  </pc:docChgLst>
  <pc:docChgLst>
    <pc:chgData name="TUDOR-ALEXANDRU ILENI" userId="S::tudor.ileni@ubbcluj.ro::d7b28f6b-7e8e-48e3-b06b-cc0a244d3028" providerId="AD" clId="Web-{2D3548DE-F709-97E5-E8C0-1F8C55A6E874}"/>
    <pc:docChg chg="addSld delSld modSld">
      <pc:chgData name="TUDOR-ALEXANDRU ILENI" userId="S::tudor.ileni@ubbcluj.ro::d7b28f6b-7e8e-48e3-b06b-cc0a244d3028" providerId="AD" clId="Web-{2D3548DE-F709-97E5-E8C0-1F8C55A6E874}" dt="2023-08-17T06:38:01.090" v="132" actId="1076"/>
      <pc:docMkLst>
        <pc:docMk/>
      </pc:docMkLst>
      <pc:sldChg chg="del">
        <pc:chgData name="TUDOR-ALEXANDRU ILENI" userId="S::tudor.ileni@ubbcluj.ro::d7b28f6b-7e8e-48e3-b06b-cc0a244d3028" providerId="AD" clId="Web-{2D3548DE-F709-97E5-E8C0-1F8C55A6E874}" dt="2023-08-17T06:19:54.743" v="0"/>
        <pc:sldMkLst>
          <pc:docMk/>
          <pc:sldMk cId="109857222" sldId="256"/>
        </pc:sldMkLst>
      </pc:sldChg>
      <pc:sldChg chg="modSp new">
        <pc:chgData name="TUDOR-ALEXANDRU ILENI" userId="S::tudor.ileni@ubbcluj.ro::d7b28f6b-7e8e-48e3-b06b-cc0a244d3028" providerId="AD" clId="Web-{2D3548DE-F709-97E5-E8C0-1F8C55A6E874}" dt="2023-08-17T06:20:48.104" v="3" actId="20577"/>
        <pc:sldMkLst>
          <pc:docMk/>
          <pc:sldMk cId="3692473304" sldId="256"/>
        </pc:sldMkLst>
        <pc:spChg chg="mod">
          <ac:chgData name="TUDOR-ALEXANDRU ILENI" userId="S::tudor.ileni@ubbcluj.ro::d7b28f6b-7e8e-48e3-b06b-cc0a244d3028" providerId="AD" clId="Web-{2D3548DE-F709-97E5-E8C0-1F8C55A6E874}" dt="2023-08-17T06:20:48.104" v="3" actId="20577"/>
          <ac:spMkLst>
            <pc:docMk/>
            <pc:sldMk cId="3692473304" sldId="256"/>
            <ac:spMk id="2" creationId="{2077E0D1-3F21-AA6F-1DEB-EFF4EA104E44}"/>
          </ac:spMkLst>
        </pc:spChg>
      </pc:sldChg>
      <pc:sldChg chg="modSp new">
        <pc:chgData name="TUDOR-ALEXANDRU ILENI" userId="S::tudor.ileni@ubbcluj.ro::d7b28f6b-7e8e-48e3-b06b-cc0a244d3028" providerId="AD" clId="Web-{2D3548DE-F709-97E5-E8C0-1F8C55A6E874}" dt="2023-08-17T06:21:03.730" v="19" actId="20577"/>
        <pc:sldMkLst>
          <pc:docMk/>
          <pc:sldMk cId="908880249" sldId="257"/>
        </pc:sldMkLst>
        <pc:spChg chg="mod">
          <ac:chgData name="TUDOR-ALEXANDRU ILENI" userId="S::tudor.ileni@ubbcluj.ro::d7b28f6b-7e8e-48e3-b06b-cc0a244d3028" providerId="AD" clId="Web-{2D3548DE-F709-97E5-E8C0-1F8C55A6E874}" dt="2023-08-17T06:21:03.730" v="19" actId="20577"/>
          <ac:spMkLst>
            <pc:docMk/>
            <pc:sldMk cId="908880249" sldId="257"/>
            <ac:spMk id="2" creationId="{589FF714-BDC3-A183-EBDD-B3EA2D9A1B71}"/>
          </ac:spMkLst>
        </pc:spChg>
        <pc:spChg chg="mod">
          <ac:chgData name="TUDOR-ALEXANDRU ILENI" userId="S::tudor.ileni@ubbcluj.ro::d7b28f6b-7e8e-48e3-b06b-cc0a244d3028" providerId="AD" clId="Web-{2D3548DE-F709-97E5-E8C0-1F8C55A6E874}" dt="2023-08-17T06:20:59.339" v="18" actId="20577"/>
          <ac:spMkLst>
            <pc:docMk/>
            <pc:sldMk cId="908880249" sldId="257"/>
            <ac:spMk id="3" creationId="{C570EE8A-F0E1-A7DB-DB0B-9FA08A76DB87}"/>
          </ac:spMkLst>
        </pc:spChg>
      </pc:sldChg>
      <pc:sldChg chg="addSp delSp modSp new mod setBg">
        <pc:chgData name="TUDOR-ALEXANDRU ILENI" userId="S::tudor.ileni@ubbcluj.ro::d7b28f6b-7e8e-48e3-b06b-cc0a244d3028" providerId="AD" clId="Web-{2D3548DE-F709-97E5-E8C0-1F8C55A6E874}" dt="2023-08-17T06:24:08.595" v="32"/>
        <pc:sldMkLst>
          <pc:docMk/>
          <pc:sldMk cId="4165937148" sldId="258"/>
        </pc:sldMkLst>
        <pc:spChg chg="mod">
          <ac:chgData name="TUDOR-ALEXANDRU ILENI" userId="S::tudor.ileni@ubbcluj.ro::d7b28f6b-7e8e-48e3-b06b-cc0a244d3028" providerId="AD" clId="Web-{2D3548DE-F709-97E5-E8C0-1F8C55A6E874}" dt="2023-08-17T06:24:08.595" v="32"/>
          <ac:spMkLst>
            <pc:docMk/>
            <pc:sldMk cId="4165937148" sldId="258"/>
            <ac:spMk id="2" creationId="{8FB68C9C-6614-E8A0-8720-1D5F7EC8BC3C}"/>
          </ac:spMkLst>
        </pc:spChg>
        <pc:spChg chg="del mod">
          <ac:chgData name="TUDOR-ALEXANDRU ILENI" userId="S::tudor.ileni@ubbcluj.ro::d7b28f6b-7e8e-48e3-b06b-cc0a244d3028" providerId="AD" clId="Web-{2D3548DE-F709-97E5-E8C0-1F8C55A6E874}" dt="2023-08-17T06:24:08.595" v="32"/>
          <ac:spMkLst>
            <pc:docMk/>
            <pc:sldMk cId="4165937148" sldId="258"/>
            <ac:spMk id="3" creationId="{B993F46C-34E4-637A-B353-950E8C75B4E8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24:08.595" v="32"/>
          <ac:spMkLst>
            <pc:docMk/>
            <pc:sldMk cId="4165937148" sldId="258"/>
            <ac:spMk id="9" creationId="{BACC6370-2D7E-4714-9D71-7542949D7D5D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24:08.595" v="32"/>
          <ac:spMkLst>
            <pc:docMk/>
            <pc:sldMk cId="4165937148" sldId="258"/>
            <ac:spMk id="11" creationId="{F68B3F68-107C-434F-AA38-110D5EA91B85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24:08.595" v="32"/>
          <ac:spMkLst>
            <pc:docMk/>
            <pc:sldMk cId="4165937148" sldId="258"/>
            <ac:spMk id="13" creationId="{AAD0DBB9-1A4B-4391-81D4-CB19F9AB918A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24:08.595" v="32"/>
          <ac:spMkLst>
            <pc:docMk/>
            <pc:sldMk cId="4165937148" sldId="258"/>
            <ac:spMk id="15" creationId="{063BBA22-50EA-4C4D-BE05-F1CE4E63AA56}"/>
          </ac:spMkLst>
        </pc:spChg>
        <pc:graphicFrameChg chg="add">
          <ac:chgData name="TUDOR-ALEXANDRU ILENI" userId="S::tudor.ileni@ubbcluj.ro::d7b28f6b-7e8e-48e3-b06b-cc0a244d3028" providerId="AD" clId="Web-{2D3548DE-F709-97E5-E8C0-1F8C55A6E874}" dt="2023-08-17T06:24:08.595" v="32"/>
          <ac:graphicFrameMkLst>
            <pc:docMk/>
            <pc:sldMk cId="4165937148" sldId="258"/>
            <ac:graphicFrameMk id="5" creationId="{1C71155A-3450-6269-551B-6D2C56EF602C}"/>
          </ac:graphicFrameMkLst>
        </pc:graphicFrameChg>
      </pc:sldChg>
      <pc:sldChg chg="addSp modSp new mod setBg">
        <pc:chgData name="TUDOR-ALEXANDRU ILENI" userId="S::tudor.ileni@ubbcluj.ro::d7b28f6b-7e8e-48e3-b06b-cc0a244d3028" providerId="AD" clId="Web-{2D3548DE-F709-97E5-E8C0-1F8C55A6E874}" dt="2023-08-17T06:37:57.387" v="131" actId="20577"/>
        <pc:sldMkLst>
          <pc:docMk/>
          <pc:sldMk cId="1939292437" sldId="259"/>
        </pc:sldMkLst>
        <pc:spChg chg="mod">
          <ac:chgData name="TUDOR-ALEXANDRU ILENI" userId="S::tudor.ileni@ubbcluj.ro::d7b28f6b-7e8e-48e3-b06b-cc0a244d3028" providerId="AD" clId="Web-{2D3548DE-F709-97E5-E8C0-1F8C55A6E874}" dt="2023-08-17T06:30:47.998" v="70"/>
          <ac:spMkLst>
            <pc:docMk/>
            <pc:sldMk cId="1939292437" sldId="259"/>
            <ac:spMk id="2" creationId="{36F34A37-D748-D557-CE1D-2105AACD5A36}"/>
          </ac:spMkLst>
        </pc:spChg>
        <pc:spChg chg="mod">
          <ac:chgData name="TUDOR-ALEXANDRU ILENI" userId="S::tudor.ileni@ubbcluj.ro::d7b28f6b-7e8e-48e3-b06b-cc0a244d3028" providerId="AD" clId="Web-{2D3548DE-F709-97E5-E8C0-1F8C55A6E874}" dt="2023-08-17T06:35:20.913" v="91" actId="20577"/>
          <ac:spMkLst>
            <pc:docMk/>
            <pc:sldMk cId="1939292437" sldId="259"/>
            <ac:spMk id="3" creationId="{15852460-22B6-1E2F-F3A0-5FD6E21BC4F8}"/>
          </ac:spMkLst>
        </pc:spChg>
        <pc:spChg chg="add mod ord">
          <ac:chgData name="TUDOR-ALEXANDRU ILENI" userId="S::tudor.ileni@ubbcluj.ro::d7b28f6b-7e8e-48e3-b06b-cc0a244d3028" providerId="AD" clId="Web-{2D3548DE-F709-97E5-E8C0-1F8C55A6E874}" dt="2023-08-17T06:37:57.387" v="131" actId="20577"/>
          <ac:spMkLst>
            <pc:docMk/>
            <pc:sldMk cId="1939292437" sldId="259"/>
            <ac:spMk id="5" creationId="{E953C3D4-B32C-71F7-759F-E14C1303EB86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0:47.998" v="70"/>
          <ac:spMkLst>
            <pc:docMk/>
            <pc:sldMk cId="1939292437" sldId="259"/>
            <ac:spMk id="10" creationId="{C4285719-470E-454C-AF62-8323075F1F5B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0:47.998" v="70"/>
          <ac:spMkLst>
            <pc:docMk/>
            <pc:sldMk cId="1939292437" sldId="259"/>
            <ac:spMk id="12" creationId="{CD9FE4EF-C4D8-49A0-B2FF-81D8DB7D8A24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0:47.998" v="70"/>
          <ac:spMkLst>
            <pc:docMk/>
            <pc:sldMk cId="1939292437" sldId="259"/>
            <ac:spMk id="14" creationId="{4300840D-0A0B-4512-BACA-B439D5B9C57C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0:47.998" v="70"/>
          <ac:spMkLst>
            <pc:docMk/>
            <pc:sldMk cId="1939292437" sldId="259"/>
            <ac:spMk id="16" creationId="{D2B78728-A580-49A7-84F9-6EF6F583ADE0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0:47.998" v="70"/>
          <ac:spMkLst>
            <pc:docMk/>
            <pc:sldMk cId="1939292437" sldId="259"/>
            <ac:spMk id="18" creationId="{38FAA1A1-D861-433F-88FA-1E9D6FD31D11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0:47.998" v="70"/>
          <ac:spMkLst>
            <pc:docMk/>
            <pc:sldMk cId="1939292437" sldId="259"/>
            <ac:spMk id="20" creationId="{8D71EDA1-87BF-4D5D-AB79-F346FD19278A}"/>
          </ac:spMkLst>
        </pc:spChg>
        <pc:picChg chg="add mod">
          <ac:chgData name="TUDOR-ALEXANDRU ILENI" userId="S::tudor.ileni@ubbcluj.ro::d7b28f6b-7e8e-48e3-b06b-cc0a244d3028" providerId="AD" clId="Web-{2D3548DE-F709-97E5-E8C0-1F8C55A6E874}" dt="2023-08-17T06:30:47.998" v="70"/>
          <ac:picMkLst>
            <pc:docMk/>
            <pc:sldMk cId="1939292437" sldId="259"/>
            <ac:picMk id="4" creationId="{38057804-1644-BE38-8361-78D883E7E41C}"/>
          </ac:picMkLst>
        </pc:picChg>
      </pc:sldChg>
      <pc:sldChg chg="addSp delSp modSp new mod setBg">
        <pc:chgData name="TUDOR-ALEXANDRU ILENI" userId="S::tudor.ileni@ubbcluj.ro::d7b28f6b-7e8e-48e3-b06b-cc0a244d3028" providerId="AD" clId="Web-{2D3548DE-F709-97E5-E8C0-1F8C55A6E874}" dt="2023-08-17T06:38:01.090" v="132" actId="1076"/>
        <pc:sldMkLst>
          <pc:docMk/>
          <pc:sldMk cId="3818099138" sldId="260"/>
        </pc:sldMkLst>
        <pc:spChg chg="mo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2" creationId="{EA390D7C-4F19-5B2B-39A5-F471CDC89A20}"/>
          </ac:spMkLst>
        </pc:spChg>
        <pc:spChg chg="del">
          <ac:chgData name="TUDOR-ALEXANDRU ILENI" userId="S::tudor.ileni@ubbcluj.ro::d7b28f6b-7e8e-48e3-b06b-cc0a244d3028" providerId="AD" clId="Web-{2D3548DE-F709-97E5-E8C0-1F8C55A6E874}" dt="2023-08-17T06:33:10.034" v="78"/>
          <ac:spMkLst>
            <pc:docMk/>
            <pc:sldMk cId="3818099138" sldId="260"/>
            <ac:spMk id="3" creationId="{F91D62BE-963A-A4D0-6169-53FB794296ED}"/>
          </ac:spMkLst>
        </pc:spChg>
        <pc:spChg chg="add mod">
          <ac:chgData name="TUDOR-ALEXANDRU ILENI" userId="S::tudor.ileni@ubbcluj.ro::d7b28f6b-7e8e-48e3-b06b-cc0a244d3028" providerId="AD" clId="Web-{2D3548DE-F709-97E5-E8C0-1F8C55A6E874}" dt="2023-08-17T06:37:45.621" v="128" actId="20577"/>
          <ac:spMkLst>
            <pc:docMk/>
            <pc:sldMk cId="3818099138" sldId="260"/>
            <ac:spMk id="5" creationId="{F711A9C1-F6A5-1766-8B4A-B3E44EBD7486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8" creationId="{796EE5D6-4E73-3C1C-A704-26A3C958FDA6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11" creationId="{C4285719-470E-454C-AF62-8323075F1F5B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13" creationId="{CD9FE4EF-C4D8-49A0-B2FF-81D8DB7D8A24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15" creationId="{4300840D-0A0B-4512-BACA-B439D5B9C57C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17" creationId="{D2B78728-A580-49A7-84F9-6EF6F583ADE0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19" creationId="{38FAA1A1-D861-433F-88FA-1E9D6FD31D11}"/>
          </ac:spMkLst>
        </pc:spChg>
        <pc:spChg chg="add">
          <ac:chgData name="TUDOR-ALEXANDRU ILENI" userId="S::tudor.ileni@ubbcluj.ro::d7b28f6b-7e8e-48e3-b06b-cc0a244d3028" providerId="AD" clId="Web-{2D3548DE-F709-97E5-E8C0-1F8C55A6E874}" dt="2023-08-17T06:36:43.275" v="102"/>
          <ac:spMkLst>
            <pc:docMk/>
            <pc:sldMk cId="3818099138" sldId="260"/>
            <ac:spMk id="21" creationId="{8D71EDA1-87BF-4D5D-AB79-F346FD19278A}"/>
          </ac:spMkLst>
        </pc:spChg>
        <pc:picChg chg="add mod ord">
          <ac:chgData name="TUDOR-ALEXANDRU ILENI" userId="S::tudor.ileni@ubbcluj.ro::d7b28f6b-7e8e-48e3-b06b-cc0a244d3028" providerId="AD" clId="Web-{2D3548DE-F709-97E5-E8C0-1F8C55A6E874}" dt="2023-08-17T06:38:01.090" v="132" actId="1076"/>
          <ac:picMkLst>
            <pc:docMk/>
            <pc:sldMk cId="3818099138" sldId="260"/>
            <ac:picMk id="4" creationId="{0445AACC-4197-3BAA-4993-D4ADC9E22F70}"/>
          </ac:picMkLst>
        </pc:picChg>
      </pc:sldChg>
    </pc:docChg>
  </pc:docChgLst>
  <pc:docChgLst>
    <pc:chgData name="Tudor-Alexandru Ileni" userId="S::tudor.ileni@ubbcluj.ro::d7b28f6b-7e8e-48e3-b06b-cc0a244d3028" providerId="AD" clId="Web-{6E28CD9A-108D-4493-A0BE-978E571FD9FF}"/>
    <pc:docChg chg="modSld">
      <pc:chgData name="Tudor-Alexandru Ileni" userId="S::tudor.ileni@ubbcluj.ro::d7b28f6b-7e8e-48e3-b06b-cc0a244d3028" providerId="AD" clId="Web-{6E28CD9A-108D-4493-A0BE-978E571FD9FF}" dt="2024-10-03T20:16:37.033" v="45" actId="20577"/>
      <pc:docMkLst>
        <pc:docMk/>
      </pc:docMkLst>
      <pc:sldChg chg="delAnim">
        <pc:chgData name="Tudor-Alexandru Ileni" userId="S::tudor.ileni@ubbcluj.ro::d7b28f6b-7e8e-48e3-b06b-cc0a244d3028" providerId="AD" clId="Web-{6E28CD9A-108D-4493-A0BE-978E571FD9FF}" dt="2024-10-03T20:15:18.172" v="38"/>
        <pc:sldMkLst>
          <pc:docMk/>
          <pc:sldMk cId="3692473304" sldId="256"/>
        </pc:sldMkLst>
      </pc:sldChg>
      <pc:sldChg chg="modSp addAnim modAnim">
        <pc:chgData name="Tudor-Alexandru Ileni" userId="S::tudor.ileni@ubbcluj.ro::d7b28f6b-7e8e-48e3-b06b-cc0a244d3028" providerId="AD" clId="Web-{6E28CD9A-108D-4493-A0BE-978E571FD9FF}" dt="2024-10-03T20:08:15.803" v="8" actId="20577"/>
        <pc:sldMkLst>
          <pc:docMk/>
          <pc:sldMk cId="1939292437" sldId="259"/>
        </pc:sldMkLst>
        <pc:spChg chg="mod">
          <ac:chgData name="Tudor-Alexandru Ileni" userId="S::tudor.ileni@ubbcluj.ro::d7b28f6b-7e8e-48e3-b06b-cc0a244d3028" providerId="AD" clId="Web-{6E28CD9A-108D-4493-A0BE-978E571FD9FF}" dt="2024-10-03T20:08:15.803" v="8" actId="20577"/>
          <ac:spMkLst>
            <pc:docMk/>
            <pc:sldMk cId="1939292437" sldId="259"/>
            <ac:spMk id="3" creationId="{15852460-22B6-1E2F-F3A0-5FD6E21BC4F8}"/>
          </ac:spMkLst>
        </pc:spChg>
      </pc:sldChg>
      <pc:sldChg chg="addAnim modAnim">
        <pc:chgData name="Tudor-Alexandru Ileni" userId="S::tudor.ileni@ubbcluj.ro::d7b28f6b-7e8e-48e3-b06b-cc0a244d3028" providerId="AD" clId="Web-{6E28CD9A-108D-4493-A0BE-978E571FD9FF}" dt="2024-10-03T20:11:51.105" v="10"/>
        <pc:sldMkLst>
          <pc:docMk/>
          <pc:sldMk cId="746043392" sldId="261"/>
        </pc:sldMkLst>
      </pc:sldChg>
      <pc:sldChg chg="addAnim modAnim">
        <pc:chgData name="Tudor-Alexandru Ileni" userId="S::tudor.ileni@ubbcluj.ro::d7b28f6b-7e8e-48e3-b06b-cc0a244d3028" providerId="AD" clId="Web-{6E28CD9A-108D-4493-A0BE-978E571FD9FF}" dt="2024-10-03T20:13:07.356" v="12"/>
        <pc:sldMkLst>
          <pc:docMk/>
          <pc:sldMk cId="2000864319" sldId="267"/>
        </pc:sldMkLst>
      </pc:sldChg>
      <pc:sldChg chg="modSp">
        <pc:chgData name="Tudor-Alexandru Ileni" userId="S::tudor.ileni@ubbcluj.ro::d7b28f6b-7e8e-48e3-b06b-cc0a244d3028" providerId="AD" clId="Web-{6E28CD9A-108D-4493-A0BE-978E571FD9FF}" dt="2024-10-03T20:14:57.578" v="37" actId="20577"/>
        <pc:sldMkLst>
          <pc:docMk/>
          <pc:sldMk cId="2649926519" sldId="271"/>
        </pc:sldMkLst>
        <pc:spChg chg="mod">
          <ac:chgData name="Tudor-Alexandru Ileni" userId="S::tudor.ileni@ubbcluj.ro::d7b28f6b-7e8e-48e3-b06b-cc0a244d3028" providerId="AD" clId="Web-{6E28CD9A-108D-4493-A0BE-978E571FD9FF}" dt="2024-10-03T20:14:57.578" v="37" actId="20577"/>
          <ac:spMkLst>
            <pc:docMk/>
            <pc:sldMk cId="2649926519" sldId="271"/>
            <ac:spMk id="2" creationId="{AF940734-3658-F584-7B00-4207FA37C649}"/>
          </ac:spMkLst>
        </pc:spChg>
      </pc:sldChg>
      <pc:sldChg chg="addAnim">
        <pc:chgData name="Tudor-Alexandru Ileni" userId="S::tudor.ileni@ubbcluj.ro::d7b28f6b-7e8e-48e3-b06b-cc0a244d3028" providerId="AD" clId="Web-{6E28CD9A-108D-4493-A0BE-978E571FD9FF}" dt="2024-10-03T20:15:29.875" v="39"/>
        <pc:sldMkLst>
          <pc:docMk/>
          <pc:sldMk cId="169571179" sldId="275"/>
        </pc:sldMkLst>
      </pc:sldChg>
      <pc:sldChg chg="delAnim">
        <pc:chgData name="Tudor-Alexandru Ileni" userId="S::tudor.ileni@ubbcluj.ro::d7b28f6b-7e8e-48e3-b06b-cc0a244d3028" providerId="AD" clId="Web-{6E28CD9A-108D-4493-A0BE-978E571FD9FF}" dt="2024-10-03T20:05:09.063" v="0"/>
        <pc:sldMkLst>
          <pc:docMk/>
          <pc:sldMk cId="1691846106" sldId="277"/>
        </pc:sldMkLst>
      </pc:sldChg>
      <pc:sldChg chg="modSp">
        <pc:chgData name="Tudor-Alexandru Ileni" userId="S::tudor.ileni@ubbcluj.ro::d7b28f6b-7e8e-48e3-b06b-cc0a244d3028" providerId="AD" clId="Web-{6E28CD9A-108D-4493-A0BE-978E571FD9FF}" dt="2024-10-03T20:16:37.033" v="45" actId="20577"/>
        <pc:sldMkLst>
          <pc:docMk/>
          <pc:sldMk cId="428723349" sldId="285"/>
        </pc:sldMkLst>
        <pc:spChg chg="mod">
          <ac:chgData name="Tudor-Alexandru Ileni" userId="S::tudor.ileni@ubbcluj.ro::d7b28f6b-7e8e-48e3-b06b-cc0a244d3028" providerId="AD" clId="Web-{6E28CD9A-108D-4493-A0BE-978E571FD9FF}" dt="2024-10-03T20:16:37.033" v="45" actId="20577"/>
          <ac:spMkLst>
            <pc:docMk/>
            <pc:sldMk cId="428723349" sldId="285"/>
            <ac:spMk id="3" creationId="{A6563BCF-2527-1B61-4115-E3A201359B9E}"/>
          </ac:spMkLst>
        </pc:spChg>
      </pc:sldChg>
    </pc:docChg>
  </pc:docChgLst>
  <pc:docChgLst>
    <pc:chgData name="TUDOR-ALEXANDRU ILENI" userId="S::tudor.ileni@ubbcluj.ro::d7b28f6b-7e8e-48e3-b06b-cc0a244d3028" providerId="AD" clId="Web-{1D179B8E-4078-FC2C-6EFC-F19A1FE38DB3}"/>
    <pc:docChg chg="addSld delSld modSld">
      <pc:chgData name="TUDOR-ALEXANDRU ILENI" userId="S::tudor.ileni@ubbcluj.ro::d7b28f6b-7e8e-48e3-b06b-cc0a244d3028" providerId="AD" clId="Web-{1D179B8E-4078-FC2C-6EFC-F19A1FE38DB3}" dt="2023-09-20T04:33:15.321" v="478"/>
      <pc:docMkLst>
        <pc:docMk/>
      </pc:docMkLst>
      <pc:sldChg chg="delSp modSp">
        <pc:chgData name="TUDOR-ALEXANDRU ILENI" userId="S::tudor.ileni@ubbcluj.ro::d7b28f6b-7e8e-48e3-b06b-cc0a244d3028" providerId="AD" clId="Web-{1D179B8E-4078-FC2C-6EFC-F19A1FE38DB3}" dt="2023-09-20T04:08:27.349" v="98" actId="20577"/>
        <pc:sldMkLst>
          <pc:docMk/>
          <pc:sldMk cId="3692473304" sldId="256"/>
        </pc:sldMkLst>
        <pc:spChg chg="mod">
          <ac:chgData name="TUDOR-ALEXANDRU ILENI" userId="S::tudor.ileni@ubbcluj.ro::d7b28f6b-7e8e-48e3-b06b-cc0a244d3028" providerId="AD" clId="Web-{1D179B8E-4078-FC2C-6EFC-F19A1FE38DB3}" dt="2023-09-20T04:08:27.349" v="98" actId="20577"/>
          <ac:spMkLst>
            <pc:docMk/>
            <pc:sldMk cId="3692473304" sldId="256"/>
            <ac:spMk id="2" creationId="{2077E0D1-3F21-AA6F-1DEB-EFF4EA104E44}"/>
          </ac:spMkLst>
        </pc:spChg>
        <pc:spChg chg="del">
          <ac:chgData name="TUDOR-ALEXANDRU ILENI" userId="S::tudor.ileni@ubbcluj.ro::d7b28f6b-7e8e-48e3-b06b-cc0a244d3028" providerId="AD" clId="Web-{1D179B8E-4078-FC2C-6EFC-F19A1FE38DB3}" dt="2023-09-20T04:06:55.925" v="81"/>
          <ac:spMkLst>
            <pc:docMk/>
            <pc:sldMk cId="3692473304" sldId="256"/>
            <ac:spMk id="6" creationId="{02F94CC1-FCB9-D7B7-7922-FE10F458C8CF}"/>
          </ac:spMkLst>
        </pc:spChg>
        <pc:picChg chg="del">
          <ac:chgData name="TUDOR-ALEXANDRU ILENI" userId="S::tudor.ileni@ubbcluj.ro::d7b28f6b-7e8e-48e3-b06b-cc0a244d3028" providerId="AD" clId="Web-{1D179B8E-4078-FC2C-6EFC-F19A1FE38DB3}" dt="2023-09-20T04:06:43.612" v="79"/>
          <ac:picMkLst>
            <pc:docMk/>
            <pc:sldMk cId="3692473304" sldId="256"/>
            <ac:picMk id="4" creationId="{FEF77060-6BD7-11A8-2173-76B767168CAB}"/>
          </ac:picMkLst>
        </pc:picChg>
      </pc:sldChg>
      <pc:sldChg chg="modSp">
        <pc:chgData name="TUDOR-ALEXANDRU ILENI" userId="S::tudor.ileni@ubbcluj.ro::d7b28f6b-7e8e-48e3-b06b-cc0a244d3028" providerId="AD" clId="Web-{1D179B8E-4078-FC2C-6EFC-F19A1FE38DB3}" dt="2023-09-20T03:58:35.147" v="5" actId="20577"/>
        <pc:sldMkLst>
          <pc:docMk/>
          <pc:sldMk cId="4165937148" sldId="258"/>
        </pc:sldMkLst>
        <pc:graphicFrameChg chg="modGraphic">
          <ac:chgData name="TUDOR-ALEXANDRU ILENI" userId="S::tudor.ileni@ubbcluj.ro::d7b28f6b-7e8e-48e3-b06b-cc0a244d3028" providerId="AD" clId="Web-{1D179B8E-4078-FC2C-6EFC-F19A1FE38DB3}" dt="2023-09-20T03:58:35.147" v="5" actId="20577"/>
          <ac:graphicFrameMkLst>
            <pc:docMk/>
            <pc:sldMk cId="4165937148" sldId="258"/>
            <ac:graphicFrameMk id="5" creationId="{1C71155A-3450-6269-551B-6D2C56EF602C}"/>
          </ac:graphicFrameMkLst>
        </pc:graphicFrameChg>
      </pc:sldChg>
      <pc:sldChg chg="modSp">
        <pc:chgData name="TUDOR-ALEXANDRU ILENI" userId="S::tudor.ileni@ubbcluj.ro::d7b28f6b-7e8e-48e3-b06b-cc0a244d3028" providerId="AD" clId="Web-{1D179B8E-4078-FC2C-6EFC-F19A1FE38DB3}" dt="2023-09-20T04:00:46.791" v="6" actId="14100"/>
        <pc:sldMkLst>
          <pc:docMk/>
          <pc:sldMk cId="4161264507" sldId="262"/>
        </pc:sldMkLst>
        <pc:picChg chg="mod">
          <ac:chgData name="TUDOR-ALEXANDRU ILENI" userId="S::tudor.ileni@ubbcluj.ro::d7b28f6b-7e8e-48e3-b06b-cc0a244d3028" providerId="AD" clId="Web-{1D179B8E-4078-FC2C-6EFC-F19A1FE38DB3}" dt="2023-09-20T04:00:46.791" v="6" actId="14100"/>
          <ac:picMkLst>
            <pc:docMk/>
            <pc:sldMk cId="4161264507" sldId="262"/>
            <ac:picMk id="5" creationId="{0C5C1296-B249-64AB-DD8D-C186CCCD6C9F}"/>
          </ac:picMkLst>
        </pc:picChg>
      </pc:sldChg>
      <pc:sldChg chg="modSp">
        <pc:chgData name="TUDOR-ALEXANDRU ILENI" userId="S::tudor.ileni@ubbcluj.ro::d7b28f6b-7e8e-48e3-b06b-cc0a244d3028" providerId="AD" clId="Web-{1D179B8E-4078-FC2C-6EFC-F19A1FE38DB3}" dt="2023-09-20T04:03:54.186" v="23" actId="14100"/>
        <pc:sldMkLst>
          <pc:docMk/>
          <pc:sldMk cId="1151003647" sldId="268"/>
        </pc:sldMkLst>
        <pc:spChg chg="mod">
          <ac:chgData name="TUDOR-ALEXANDRU ILENI" userId="S::tudor.ileni@ubbcluj.ro::d7b28f6b-7e8e-48e3-b06b-cc0a244d3028" providerId="AD" clId="Web-{1D179B8E-4078-FC2C-6EFC-F19A1FE38DB3}" dt="2023-09-20T04:02:12.340" v="21" actId="20577"/>
          <ac:spMkLst>
            <pc:docMk/>
            <pc:sldMk cId="1151003647" sldId="268"/>
            <ac:spMk id="7" creationId="{B5AA6477-7CA5-C007-5F3B-859A08401B07}"/>
          </ac:spMkLst>
        </pc:spChg>
        <pc:picChg chg="mod">
          <ac:chgData name="TUDOR-ALEXANDRU ILENI" userId="S::tudor.ileni@ubbcluj.ro::d7b28f6b-7e8e-48e3-b06b-cc0a244d3028" providerId="AD" clId="Web-{1D179B8E-4078-FC2C-6EFC-F19A1FE38DB3}" dt="2023-09-20T04:03:54.186" v="23" actId="14100"/>
          <ac:picMkLst>
            <pc:docMk/>
            <pc:sldMk cId="1151003647" sldId="268"/>
            <ac:picMk id="8" creationId="{86E46E9F-30B1-CFDC-0C3C-E011C9EE4AF2}"/>
          </ac:picMkLst>
        </pc:picChg>
      </pc:sldChg>
      <pc:sldChg chg="modSp new del">
        <pc:chgData name="TUDOR-ALEXANDRU ILENI" userId="S::tudor.ileni@ubbcluj.ro::d7b28f6b-7e8e-48e3-b06b-cc0a244d3028" providerId="AD" clId="Web-{1D179B8E-4078-FC2C-6EFC-F19A1FE38DB3}" dt="2023-09-20T04:21:07.617" v="358"/>
        <pc:sldMkLst>
          <pc:docMk/>
          <pc:sldMk cId="2356000518" sldId="270"/>
        </pc:sldMkLst>
        <pc:spChg chg="mod">
          <ac:chgData name="TUDOR-ALEXANDRU ILENI" userId="S::tudor.ileni@ubbcluj.ro::d7b28f6b-7e8e-48e3-b06b-cc0a244d3028" providerId="AD" clId="Web-{1D179B8E-4078-FC2C-6EFC-F19A1FE38DB3}" dt="2023-09-20T04:04:21.577" v="26" actId="20577"/>
          <ac:spMkLst>
            <pc:docMk/>
            <pc:sldMk cId="2356000518" sldId="270"/>
            <ac:spMk id="2" creationId="{1DB6447A-690A-3548-FF6C-32E68C9B5890}"/>
          </ac:spMkLst>
        </pc:spChg>
      </pc:sldChg>
      <pc:sldChg chg="delSp modSp add replId">
        <pc:chgData name="TUDOR-ALEXANDRU ILENI" userId="S::tudor.ileni@ubbcluj.ro::d7b28f6b-7e8e-48e3-b06b-cc0a244d3028" providerId="AD" clId="Web-{1D179B8E-4078-FC2C-6EFC-F19A1FE38DB3}" dt="2023-09-20T04:29:46.504" v="434" actId="20577"/>
        <pc:sldMkLst>
          <pc:docMk/>
          <pc:sldMk cId="2649926519" sldId="271"/>
        </pc:sldMkLst>
        <pc:spChg chg="mod">
          <ac:chgData name="TUDOR-ALEXANDRU ILENI" userId="S::tudor.ileni@ubbcluj.ro::d7b28f6b-7e8e-48e3-b06b-cc0a244d3028" providerId="AD" clId="Web-{1D179B8E-4078-FC2C-6EFC-F19A1FE38DB3}" dt="2023-09-20T04:28:31.799" v="386" actId="20577"/>
          <ac:spMkLst>
            <pc:docMk/>
            <pc:sldMk cId="2649926519" sldId="271"/>
            <ac:spMk id="2" creationId="{AF940734-3658-F584-7B00-4207FA37C649}"/>
          </ac:spMkLst>
        </pc:spChg>
        <pc:spChg chg="del">
          <ac:chgData name="TUDOR-ALEXANDRU ILENI" userId="S::tudor.ileni@ubbcluj.ro::d7b28f6b-7e8e-48e3-b06b-cc0a244d3028" providerId="AD" clId="Web-{1D179B8E-4078-FC2C-6EFC-F19A1FE38DB3}" dt="2023-09-20T04:29:07.643" v="398"/>
          <ac:spMkLst>
            <pc:docMk/>
            <pc:sldMk cId="2649926519" sldId="271"/>
            <ac:spMk id="4" creationId="{693DE2A3-3A2B-14EC-A502-BDE37B5E27E3}"/>
          </ac:spMkLst>
        </pc:spChg>
        <pc:spChg chg="mod">
          <ac:chgData name="TUDOR-ALEXANDRU ILENI" userId="S::tudor.ileni@ubbcluj.ro::d7b28f6b-7e8e-48e3-b06b-cc0a244d3028" providerId="AD" clId="Web-{1D179B8E-4078-FC2C-6EFC-F19A1FE38DB3}" dt="2023-09-20T04:29:46.504" v="434" actId="20577"/>
          <ac:spMkLst>
            <pc:docMk/>
            <pc:sldMk cId="2649926519" sldId="271"/>
            <ac:spMk id="7" creationId="{B5AA6477-7CA5-C007-5F3B-859A08401B07}"/>
          </ac:spMkLst>
        </pc:spChg>
        <pc:picChg chg="del">
          <ac:chgData name="TUDOR-ALEXANDRU ILENI" userId="S::tudor.ileni@ubbcluj.ro::d7b28f6b-7e8e-48e3-b06b-cc0a244d3028" providerId="AD" clId="Web-{1D179B8E-4078-FC2C-6EFC-F19A1FE38DB3}" dt="2023-09-20T04:04:41.875" v="49"/>
          <ac:picMkLst>
            <pc:docMk/>
            <pc:sldMk cId="2649926519" sldId="271"/>
            <ac:picMk id="3" creationId="{AD099450-F13F-6AC9-DF1E-0EE8C0E90301}"/>
          </ac:picMkLst>
        </pc:picChg>
      </pc:sldChg>
      <pc:sldChg chg="add replId">
        <pc:chgData name="TUDOR-ALEXANDRU ILENI" userId="S::tudor.ileni@ubbcluj.ro::d7b28f6b-7e8e-48e3-b06b-cc0a244d3028" providerId="AD" clId="Web-{1D179B8E-4078-FC2C-6EFC-F19A1FE38DB3}" dt="2023-09-20T04:06:41.174" v="78"/>
        <pc:sldMkLst>
          <pc:docMk/>
          <pc:sldMk cId="317959422" sldId="272"/>
        </pc:sldMkLst>
      </pc:sldChg>
      <pc:sldChg chg="add del replId">
        <pc:chgData name="TUDOR-ALEXANDRU ILENI" userId="S::tudor.ileni@ubbcluj.ro::d7b28f6b-7e8e-48e3-b06b-cc0a244d3028" providerId="AD" clId="Web-{1D179B8E-4078-FC2C-6EFC-F19A1FE38DB3}" dt="2023-09-20T04:06:25.955" v="77"/>
        <pc:sldMkLst>
          <pc:docMk/>
          <pc:sldMk cId="330720539" sldId="272"/>
        </pc:sldMkLst>
      </pc:sldChg>
      <pc:sldChg chg="addSp delSp modSp new mod setBg">
        <pc:chgData name="TUDOR-ALEXANDRU ILENI" userId="S::tudor.ileni@ubbcluj.ro::d7b28f6b-7e8e-48e3-b06b-cc0a244d3028" providerId="AD" clId="Web-{1D179B8E-4078-FC2C-6EFC-F19A1FE38DB3}" dt="2023-09-20T04:11:01.805" v="132" actId="14100"/>
        <pc:sldMkLst>
          <pc:docMk/>
          <pc:sldMk cId="2082918171" sldId="273"/>
        </pc:sldMkLst>
        <pc:spChg chg="mod">
          <ac:chgData name="TUDOR-ALEXANDRU ILENI" userId="S::tudor.ileni@ubbcluj.ro::d7b28f6b-7e8e-48e3-b06b-cc0a244d3028" providerId="AD" clId="Web-{1D179B8E-4078-FC2C-6EFC-F19A1FE38DB3}" dt="2023-09-20T04:10:29.742" v="130" actId="20577"/>
          <ac:spMkLst>
            <pc:docMk/>
            <pc:sldMk cId="2082918171" sldId="273"/>
            <ac:spMk id="2" creationId="{13A875EB-8B50-AD34-E737-D800E341B736}"/>
          </ac:spMkLst>
        </pc:spChg>
        <pc:spChg chg="add del mod">
          <ac:chgData name="TUDOR-ALEXANDRU ILENI" userId="S::tudor.ileni@ubbcluj.ro::d7b28f6b-7e8e-48e3-b06b-cc0a244d3028" providerId="AD" clId="Web-{1D179B8E-4078-FC2C-6EFC-F19A1FE38DB3}" dt="2023-09-20T04:09:53.710" v="117"/>
          <ac:spMkLst>
            <pc:docMk/>
            <pc:sldMk cId="2082918171" sldId="273"/>
            <ac:spMk id="3" creationId="{F2B36D6A-E4AE-B5E4-2648-07F3FBFA0A23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45.804" v="114"/>
          <ac:spMkLst>
            <pc:docMk/>
            <pc:sldMk cId="2082918171" sldId="273"/>
            <ac:spMk id="9" creationId="{2C61293E-6EBE-43EF-A52C-9BEBFD7679D4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39.819" v="112"/>
          <ac:spMkLst>
            <pc:docMk/>
            <pc:sldMk cId="2082918171" sldId="273"/>
            <ac:spMk id="10" creationId="{B50AB553-2A96-4A92-96F2-93548E096954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45.804" v="114"/>
          <ac:spMkLst>
            <pc:docMk/>
            <pc:sldMk cId="2082918171" sldId="273"/>
            <ac:spMk id="11" creationId="{21540236-BFD5-4A9D-8840-4703E7F76825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45.804" v="114"/>
          <ac:spMkLst>
            <pc:docMk/>
            <pc:sldMk cId="2082918171" sldId="273"/>
            <ac:spMk id="13" creationId="{F2B36D6A-E4AE-B5E4-2648-07F3FBFA0A23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53.663" v="116"/>
          <ac:spMkLst>
            <pc:docMk/>
            <pc:sldMk cId="2082918171" sldId="273"/>
            <ac:spMk id="15" creationId="{04C21BAE-6866-4C7A-A7EC-C1B2E572D5BE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53.663" v="116"/>
          <ac:spMkLst>
            <pc:docMk/>
            <pc:sldMk cId="2082918171" sldId="273"/>
            <ac:spMk id="17" creationId="{7E7D0C94-08B4-48AE-8813-CC4D60294F42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53.663" v="116"/>
          <ac:spMkLst>
            <pc:docMk/>
            <pc:sldMk cId="2082918171" sldId="273"/>
            <ac:spMk id="18" creationId="{F0C518C2-0AA4-470C-87B9-9CBF428FBA25}"/>
          </ac:spMkLst>
        </pc:spChg>
        <pc:spChg chg="add del">
          <ac:chgData name="TUDOR-ALEXANDRU ILENI" userId="S::tudor.ileni@ubbcluj.ro::d7b28f6b-7e8e-48e3-b06b-cc0a244d3028" providerId="AD" clId="Web-{1D179B8E-4078-FC2C-6EFC-F19A1FE38DB3}" dt="2023-09-20T04:09:53.663" v="116"/>
          <ac:spMkLst>
            <pc:docMk/>
            <pc:sldMk cId="2082918171" sldId="273"/>
            <ac:spMk id="19" creationId="{F2B36D6A-E4AE-B5E4-2648-07F3FBFA0A23}"/>
          </ac:spMkLst>
        </pc:spChg>
        <pc:graphicFrameChg chg="add del">
          <ac:chgData name="TUDOR-ALEXANDRU ILENI" userId="S::tudor.ileni@ubbcluj.ro::d7b28f6b-7e8e-48e3-b06b-cc0a244d3028" providerId="AD" clId="Web-{1D179B8E-4078-FC2C-6EFC-F19A1FE38DB3}" dt="2023-09-20T04:09:39.819" v="112"/>
          <ac:graphicFrameMkLst>
            <pc:docMk/>
            <pc:sldMk cId="2082918171" sldId="273"/>
            <ac:graphicFrameMk id="5" creationId="{D770F734-6C4B-8C9E-DB43-08B23A33FD61}"/>
          </ac:graphicFrameMkLst>
        </pc:graphicFrameChg>
        <pc:graphicFrameChg chg="add mod">
          <ac:chgData name="TUDOR-ALEXANDRU ILENI" userId="S::tudor.ileni@ubbcluj.ro::d7b28f6b-7e8e-48e3-b06b-cc0a244d3028" providerId="AD" clId="Web-{1D179B8E-4078-FC2C-6EFC-F19A1FE38DB3}" dt="2023-09-20T04:11:01.805" v="132" actId="14100"/>
          <ac:graphicFrameMkLst>
            <pc:docMk/>
            <pc:sldMk cId="2082918171" sldId="273"/>
            <ac:graphicFrameMk id="21" creationId="{6C9C2125-C2D6-B933-5634-F185217196BB}"/>
          </ac:graphicFrameMkLst>
        </pc:graphicFrameChg>
        <pc:picChg chg="add del">
          <ac:chgData name="TUDOR-ALEXANDRU ILENI" userId="S::tudor.ileni@ubbcluj.ro::d7b28f6b-7e8e-48e3-b06b-cc0a244d3028" providerId="AD" clId="Web-{1D179B8E-4078-FC2C-6EFC-F19A1FE38DB3}" dt="2023-09-20T04:09:39.819" v="112"/>
          <ac:picMkLst>
            <pc:docMk/>
            <pc:sldMk cId="2082918171" sldId="273"/>
            <ac:picMk id="6" creationId="{D06E4344-B80C-AD6D-FA89-750E619742C1}"/>
          </ac:picMkLst>
        </pc:picChg>
        <pc:picChg chg="add del">
          <ac:chgData name="TUDOR-ALEXANDRU ILENI" userId="S::tudor.ileni@ubbcluj.ro::d7b28f6b-7e8e-48e3-b06b-cc0a244d3028" providerId="AD" clId="Web-{1D179B8E-4078-FC2C-6EFC-F19A1FE38DB3}" dt="2023-09-20T04:09:45.804" v="114"/>
          <ac:picMkLst>
            <pc:docMk/>
            <pc:sldMk cId="2082918171" sldId="273"/>
            <ac:picMk id="12" creationId="{D14A9022-821F-A8FD-D991-98D41D8FAA2C}"/>
          </ac:picMkLst>
        </pc:picChg>
        <pc:picChg chg="add del">
          <ac:chgData name="TUDOR-ALEXANDRU ILENI" userId="S::tudor.ileni@ubbcluj.ro::d7b28f6b-7e8e-48e3-b06b-cc0a244d3028" providerId="AD" clId="Web-{1D179B8E-4078-FC2C-6EFC-F19A1FE38DB3}" dt="2023-09-20T04:09:53.663" v="116"/>
          <ac:picMkLst>
            <pc:docMk/>
            <pc:sldMk cId="2082918171" sldId="273"/>
            <ac:picMk id="16" creationId="{70FAAD1A-6683-A803-6A7C-15F5BC7B995C}"/>
          </ac:picMkLst>
        </pc:picChg>
      </pc:sldChg>
      <pc:sldChg chg="modSp new">
        <pc:chgData name="TUDOR-ALEXANDRU ILENI" userId="S::tudor.ileni@ubbcluj.ro::d7b28f6b-7e8e-48e3-b06b-cc0a244d3028" providerId="AD" clId="Web-{1D179B8E-4078-FC2C-6EFC-F19A1FE38DB3}" dt="2023-09-20T04:11:48.760" v="148" actId="14100"/>
        <pc:sldMkLst>
          <pc:docMk/>
          <pc:sldMk cId="3869535965" sldId="274"/>
        </pc:sldMkLst>
        <pc:spChg chg="mod">
          <ac:chgData name="TUDOR-ALEXANDRU ILENI" userId="S::tudor.ileni@ubbcluj.ro::d7b28f6b-7e8e-48e3-b06b-cc0a244d3028" providerId="AD" clId="Web-{1D179B8E-4078-FC2C-6EFC-F19A1FE38DB3}" dt="2023-09-20T04:11:39.447" v="139" actId="20577"/>
          <ac:spMkLst>
            <pc:docMk/>
            <pc:sldMk cId="3869535965" sldId="274"/>
            <ac:spMk id="2" creationId="{257F4FBD-569E-379A-C36B-4AEDD033C4D3}"/>
          </ac:spMkLst>
        </pc:spChg>
        <pc:spChg chg="mod">
          <ac:chgData name="TUDOR-ALEXANDRU ILENI" userId="S::tudor.ileni@ubbcluj.ro::d7b28f6b-7e8e-48e3-b06b-cc0a244d3028" providerId="AD" clId="Web-{1D179B8E-4078-FC2C-6EFC-F19A1FE38DB3}" dt="2023-09-20T04:11:48.760" v="148" actId="14100"/>
          <ac:spMkLst>
            <pc:docMk/>
            <pc:sldMk cId="3869535965" sldId="274"/>
            <ac:spMk id="3" creationId="{D2568D1F-E6F0-BD97-25AA-C3188E308460}"/>
          </ac:spMkLst>
        </pc:spChg>
      </pc:sldChg>
      <pc:sldChg chg="addSp modSp new mod setBg">
        <pc:chgData name="TUDOR-ALEXANDRU ILENI" userId="S::tudor.ileni@ubbcluj.ro::d7b28f6b-7e8e-48e3-b06b-cc0a244d3028" providerId="AD" clId="Web-{1D179B8E-4078-FC2C-6EFC-F19A1FE38DB3}" dt="2023-09-20T04:18:55.598" v="353"/>
        <pc:sldMkLst>
          <pc:docMk/>
          <pc:sldMk cId="169571179" sldId="275"/>
        </pc:sldMkLst>
        <pc:spChg chg="mod">
          <ac:chgData name="TUDOR-ALEXANDRU ILENI" userId="S::tudor.ileni@ubbcluj.ro::d7b28f6b-7e8e-48e3-b06b-cc0a244d3028" providerId="AD" clId="Web-{1D179B8E-4078-FC2C-6EFC-F19A1FE38DB3}" dt="2023-09-20T04:18:55.598" v="353"/>
          <ac:spMkLst>
            <pc:docMk/>
            <pc:sldMk cId="169571179" sldId="275"/>
            <ac:spMk id="2" creationId="{2E724929-A5C2-D71B-4BFE-EF04E1CDAAB7}"/>
          </ac:spMkLst>
        </pc:spChg>
        <pc:spChg chg="mod">
          <ac:chgData name="TUDOR-ALEXANDRU ILENI" userId="S::tudor.ileni@ubbcluj.ro::d7b28f6b-7e8e-48e3-b06b-cc0a244d3028" providerId="AD" clId="Web-{1D179B8E-4078-FC2C-6EFC-F19A1FE38DB3}" dt="2023-09-20T04:18:55.598" v="353"/>
          <ac:spMkLst>
            <pc:docMk/>
            <pc:sldMk cId="169571179" sldId="275"/>
            <ac:spMk id="3" creationId="{850BA976-22EE-DD41-5597-9BAD9AC9D1EC}"/>
          </ac:spMkLst>
        </pc:spChg>
        <pc:spChg chg="add">
          <ac:chgData name="TUDOR-ALEXANDRU ILENI" userId="S::tudor.ileni@ubbcluj.ro::d7b28f6b-7e8e-48e3-b06b-cc0a244d3028" providerId="AD" clId="Web-{1D179B8E-4078-FC2C-6EFC-F19A1FE38DB3}" dt="2023-09-20T04:18:55.598" v="353"/>
          <ac:spMkLst>
            <pc:docMk/>
            <pc:sldMk cId="169571179" sldId="275"/>
            <ac:spMk id="9" creationId="{2C61293E-6EBE-43EF-A52C-9BEBFD7679D4}"/>
          </ac:spMkLst>
        </pc:spChg>
        <pc:spChg chg="add">
          <ac:chgData name="TUDOR-ALEXANDRU ILENI" userId="S::tudor.ileni@ubbcluj.ro::d7b28f6b-7e8e-48e3-b06b-cc0a244d3028" providerId="AD" clId="Web-{1D179B8E-4078-FC2C-6EFC-F19A1FE38DB3}" dt="2023-09-20T04:18:55.598" v="353"/>
          <ac:spMkLst>
            <pc:docMk/>
            <pc:sldMk cId="169571179" sldId="275"/>
            <ac:spMk id="11" creationId="{21540236-BFD5-4A9D-8840-4703E7F76825}"/>
          </ac:spMkLst>
        </pc:spChg>
        <pc:picChg chg="add">
          <ac:chgData name="TUDOR-ALEXANDRU ILENI" userId="S::tudor.ileni@ubbcluj.ro::d7b28f6b-7e8e-48e3-b06b-cc0a244d3028" providerId="AD" clId="Web-{1D179B8E-4078-FC2C-6EFC-F19A1FE38DB3}" dt="2023-09-20T04:18:55.598" v="353"/>
          <ac:picMkLst>
            <pc:docMk/>
            <pc:sldMk cId="169571179" sldId="275"/>
            <ac:picMk id="5" creationId="{5F3120D9-C556-FFFF-D5D6-04FEE59C2929}"/>
          </ac:picMkLst>
        </pc:picChg>
      </pc:sldChg>
      <pc:sldChg chg="addSp delSp modSp add mod replId setBg">
        <pc:chgData name="TUDOR-ALEXANDRU ILENI" userId="S::tudor.ileni@ubbcluj.ro::d7b28f6b-7e8e-48e3-b06b-cc0a244d3028" providerId="AD" clId="Web-{1D179B8E-4078-FC2C-6EFC-F19A1FE38DB3}" dt="2023-09-20T04:19:33.130" v="357" actId="14100"/>
        <pc:sldMkLst>
          <pc:docMk/>
          <pc:sldMk cId="4049753221" sldId="276"/>
        </pc:sldMkLst>
        <pc:spChg chg="mod">
          <ac:chgData name="TUDOR-ALEXANDRU ILENI" userId="S::tudor.ileni@ubbcluj.ro::d7b28f6b-7e8e-48e3-b06b-cc0a244d3028" providerId="AD" clId="Web-{1D179B8E-4078-FC2C-6EFC-F19A1FE38DB3}" dt="2023-09-20T04:19:13.801" v="354"/>
          <ac:spMkLst>
            <pc:docMk/>
            <pc:sldMk cId="4049753221" sldId="276"/>
            <ac:spMk id="2" creationId="{2E724929-A5C2-D71B-4BFE-EF04E1CDAAB7}"/>
          </ac:spMkLst>
        </pc:spChg>
        <pc:spChg chg="del mod">
          <ac:chgData name="TUDOR-ALEXANDRU ILENI" userId="S::tudor.ileni@ubbcluj.ro::d7b28f6b-7e8e-48e3-b06b-cc0a244d3028" providerId="AD" clId="Web-{1D179B8E-4078-FC2C-6EFC-F19A1FE38DB3}" dt="2023-09-20T04:13:08.996" v="157"/>
          <ac:spMkLst>
            <pc:docMk/>
            <pc:sldMk cId="4049753221" sldId="276"/>
            <ac:spMk id="3" creationId="{850BA976-22EE-DD41-5597-9BAD9AC9D1EC}"/>
          </ac:spMkLst>
        </pc:spChg>
        <pc:spChg chg="add">
          <ac:chgData name="TUDOR-ALEXANDRU ILENI" userId="S::tudor.ileni@ubbcluj.ro::d7b28f6b-7e8e-48e3-b06b-cc0a244d3028" providerId="AD" clId="Web-{1D179B8E-4078-FC2C-6EFC-F19A1FE38DB3}" dt="2023-09-20T04:19:13.801" v="354"/>
          <ac:spMkLst>
            <pc:docMk/>
            <pc:sldMk cId="4049753221" sldId="276"/>
            <ac:spMk id="10" creationId="{2E442304-DDBD-4F7B-8017-36BCC863FB40}"/>
          </ac:spMkLst>
        </pc:spChg>
        <pc:spChg chg="add">
          <ac:chgData name="TUDOR-ALEXANDRU ILENI" userId="S::tudor.ileni@ubbcluj.ro::d7b28f6b-7e8e-48e3-b06b-cc0a244d3028" providerId="AD" clId="Web-{1D179B8E-4078-FC2C-6EFC-F19A1FE38DB3}" dt="2023-09-20T04:19:13.801" v="354"/>
          <ac:spMkLst>
            <pc:docMk/>
            <pc:sldMk cId="4049753221" sldId="276"/>
            <ac:spMk id="12" creationId="{5E107275-3853-46FD-A241-DE4355A42675}"/>
          </ac:spMkLst>
        </pc:spChg>
        <pc:graphicFrameChg chg="add mod modGraphic">
          <ac:chgData name="TUDOR-ALEXANDRU ILENI" userId="S::tudor.ileni@ubbcluj.ro::d7b28f6b-7e8e-48e3-b06b-cc0a244d3028" providerId="AD" clId="Web-{1D179B8E-4078-FC2C-6EFC-F19A1FE38DB3}" dt="2023-09-20T04:19:33.130" v="357" actId="14100"/>
          <ac:graphicFrameMkLst>
            <pc:docMk/>
            <pc:sldMk cId="4049753221" sldId="276"/>
            <ac:graphicFrameMk id="5" creationId="{2769B948-4C45-1645-9028-F139318BC33F}"/>
          </ac:graphicFrameMkLst>
        </pc:graphicFrameChg>
      </pc:sldChg>
      <pc:sldChg chg="modSp new modTransition">
        <pc:chgData name="TUDOR-ALEXANDRU ILENI" userId="S::tudor.ileni@ubbcluj.ro::d7b28f6b-7e8e-48e3-b06b-cc0a244d3028" providerId="AD" clId="Web-{1D179B8E-4078-FC2C-6EFC-F19A1FE38DB3}" dt="2023-09-20T04:33:15.321" v="478"/>
        <pc:sldMkLst>
          <pc:docMk/>
          <pc:sldMk cId="1691846106" sldId="277"/>
        </pc:sldMkLst>
        <pc:spChg chg="mod">
          <ac:chgData name="TUDOR-ALEXANDRU ILENI" userId="S::tudor.ileni@ubbcluj.ro::d7b28f6b-7e8e-48e3-b06b-cc0a244d3028" providerId="AD" clId="Web-{1D179B8E-4078-FC2C-6EFC-F19A1FE38DB3}" dt="2023-09-20T04:32:01.929" v="441" actId="20577"/>
          <ac:spMkLst>
            <pc:docMk/>
            <pc:sldMk cId="1691846106" sldId="277"/>
            <ac:spMk id="2" creationId="{4F16A3F5-C316-BE81-D695-09FE51AED494}"/>
          </ac:spMkLst>
        </pc:spChg>
        <pc:spChg chg="mod">
          <ac:chgData name="TUDOR-ALEXANDRU ILENI" userId="S::tudor.ileni@ubbcluj.ro::d7b28f6b-7e8e-48e3-b06b-cc0a244d3028" providerId="AD" clId="Web-{1D179B8E-4078-FC2C-6EFC-F19A1FE38DB3}" dt="2023-09-20T04:33:15.212" v="477" actId="20577"/>
          <ac:spMkLst>
            <pc:docMk/>
            <pc:sldMk cId="1691846106" sldId="277"/>
            <ac:spMk id="3" creationId="{0F585042-1469-4C0F-31AB-BF2EECF46866}"/>
          </ac:spMkLst>
        </pc:spChg>
      </pc:sldChg>
    </pc:docChg>
  </pc:docChgLst>
  <pc:docChgLst>
    <pc:chgData name="Tudor-Alexandru Ileni" userId="S::tudor.ileni@ubbcluj.ro::d7b28f6b-7e8e-48e3-b06b-cc0a244d3028" providerId="AD" clId="Web-{7BF56CC2-8EC5-840E-945A-18533AD3AA17}"/>
    <pc:docChg chg="delSld modSld">
      <pc:chgData name="Tudor-Alexandru Ileni" userId="S::tudor.ileni@ubbcluj.ro::d7b28f6b-7e8e-48e3-b06b-cc0a244d3028" providerId="AD" clId="Web-{7BF56CC2-8EC5-840E-945A-18533AD3AA17}" dt="2024-07-15T04:52:26.554" v="43"/>
      <pc:docMkLst>
        <pc:docMk/>
      </pc:docMkLst>
      <pc:sldChg chg="addSp modSp mod setBg">
        <pc:chgData name="Tudor-Alexandru Ileni" userId="S::tudor.ileni@ubbcluj.ro::d7b28f6b-7e8e-48e3-b06b-cc0a244d3028" providerId="AD" clId="Web-{7BF56CC2-8EC5-840E-945A-18533AD3AA17}" dt="2024-07-15T04:50:03.833" v="40"/>
        <pc:sldMkLst>
          <pc:docMk/>
          <pc:sldMk cId="908880249" sldId="257"/>
        </pc:sldMkLst>
        <pc:spChg chg="mod">
          <ac:chgData name="Tudor-Alexandru Ileni" userId="S::tudor.ileni@ubbcluj.ro::d7b28f6b-7e8e-48e3-b06b-cc0a244d3028" providerId="AD" clId="Web-{7BF56CC2-8EC5-840E-945A-18533AD3AA17}" dt="2024-07-15T04:50:03.833" v="40"/>
          <ac:spMkLst>
            <pc:docMk/>
            <pc:sldMk cId="908880249" sldId="257"/>
            <ac:spMk id="2" creationId="{589FF714-BDC3-A183-EBDD-B3EA2D9A1B71}"/>
          </ac:spMkLst>
        </pc:spChg>
        <pc:spChg chg="mod">
          <ac:chgData name="Tudor-Alexandru Ileni" userId="S::tudor.ileni@ubbcluj.ro::d7b28f6b-7e8e-48e3-b06b-cc0a244d3028" providerId="AD" clId="Web-{7BF56CC2-8EC5-840E-945A-18533AD3AA17}" dt="2024-07-15T04:50:03.833" v="40"/>
          <ac:spMkLst>
            <pc:docMk/>
            <pc:sldMk cId="908880249" sldId="257"/>
            <ac:spMk id="3" creationId="{C570EE8A-F0E1-A7DB-DB0B-9FA08A76DB87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50:03.833" v="40"/>
          <ac:spMkLst>
            <pc:docMk/>
            <pc:sldMk cId="908880249" sldId="257"/>
            <ac:spMk id="9" creationId="{2C61293E-6EBE-43EF-A52C-9BEBFD7679D4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50:03.833" v="40"/>
          <ac:spMkLst>
            <pc:docMk/>
            <pc:sldMk cId="908880249" sldId="257"/>
            <ac:spMk id="11" creationId="{21540236-BFD5-4A9D-8840-4703E7F76825}"/>
          </ac:spMkLst>
        </pc:spChg>
        <pc:picChg chg="add">
          <ac:chgData name="Tudor-Alexandru Ileni" userId="S::tudor.ileni@ubbcluj.ro::d7b28f6b-7e8e-48e3-b06b-cc0a244d3028" providerId="AD" clId="Web-{7BF56CC2-8EC5-840E-945A-18533AD3AA17}" dt="2024-07-15T04:50:03.833" v="40"/>
          <ac:picMkLst>
            <pc:docMk/>
            <pc:sldMk cId="908880249" sldId="257"/>
            <ac:picMk id="5" creationId="{A3AA2E33-6D48-8D30-7200-4821D7AD78C9}"/>
          </ac:picMkLst>
        </pc:picChg>
      </pc:sldChg>
      <pc:sldChg chg="addSp delSp modSp">
        <pc:chgData name="Tudor-Alexandru Ileni" userId="S::tudor.ileni@ubbcluj.ro::d7b28f6b-7e8e-48e3-b06b-cc0a244d3028" providerId="AD" clId="Web-{7BF56CC2-8EC5-840E-945A-18533AD3AA17}" dt="2024-07-15T04:48:16.268" v="26" actId="20577"/>
        <pc:sldMkLst>
          <pc:docMk/>
          <pc:sldMk cId="746043392" sldId="261"/>
        </pc:sldMkLst>
        <pc:spChg chg="mod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2" creationId="{2662EF58-8DD4-E572-4DB8-B67CA2D2D1B2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9" creationId="{53B021B3-DE93-4AB7-8A18-CF5F1CED88B8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11" creationId="{52D502E5-F6B4-4D58-B4AE-FC466FF15EE8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13" creationId="{9DECDBF4-02B6-4BB4-B65B-B8107AD6A9E8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29.122" v="2"/>
          <ac:spMkLst>
            <pc:docMk/>
            <pc:sldMk cId="746043392" sldId="261"/>
            <ac:spMk id="18" creationId="{0C541B88-1AE9-40C3-AFD5-967787C1979F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29.122" v="2"/>
          <ac:spMkLst>
            <pc:docMk/>
            <pc:sldMk cId="746043392" sldId="261"/>
            <ac:spMk id="20" creationId="{E5F17139-31EE-46AC-B04F-DBBD852DD6CB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24" creationId="{063BBA22-50EA-4C4D-BE05-F1CE4E63AA56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29.122" v="2"/>
          <ac:spMkLst>
            <pc:docMk/>
            <pc:sldMk cId="746043392" sldId="261"/>
            <ac:spMk id="26" creationId="{89D16701-DA76-4F72-BB63-E2C3FFBDFE0F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29.122" v="2"/>
          <ac:spMkLst>
            <pc:docMk/>
            <pc:sldMk cId="746043392" sldId="261"/>
            <ac:spMk id="28" creationId="{1CC28BE1-9DC6-43FE-9582-39F091098D77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39.060" v="4"/>
          <ac:spMkLst>
            <pc:docMk/>
            <pc:sldMk cId="746043392" sldId="261"/>
            <ac:spMk id="45" creationId="{53B021B3-DE93-4AB7-8A18-CF5F1CED88B8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39.060" v="4"/>
          <ac:spMkLst>
            <pc:docMk/>
            <pc:sldMk cId="746043392" sldId="261"/>
            <ac:spMk id="46" creationId="{52D502E5-F6B4-4D58-B4AE-FC466FF15EE8}"/>
          </ac:spMkLst>
        </pc:spChg>
        <pc:spChg chg="add del">
          <ac:chgData name="Tudor-Alexandru Ileni" userId="S::tudor.ileni@ubbcluj.ro::d7b28f6b-7e8e-48e3-b06b-cc0a244d3028" providerId="AD" clId="Web-{7BF56CC2-8EC5-840E-945A-18533AD3AA17}" dt="2024-07-15T04:44:39.060" v="4"/>
          <ac:spMkLst>
            <pc:docMk/>
            <pc:sldMk cId="746043392" sldId="261"/>
            <ac:spMk id="47" creationId="{9DECDBF4-02B6-4BB4-B65B-B8107AD6A9E8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49" creationId="{BACC6370-2D7E-4714-9D71-7542949D7D5D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50" creationId="{F68B3F68-107C-434F-AA38-110D5EA91B85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4:39.154" v="5"/>
          <ac:spMkLst>
            <pc:docMk/>
            <pc:sldMk cId="746043392" sldId="261"/>
            <ac:spMk id="51" creationId="{AAD0DBB9-1A4B-4391-81D4-CB19F9AB918A}"/>
          </ac:spMkLst>
        </pc:spChg>
        <pc:grpChg chg="add del">
          <ac:chgData name="Tudor-Alexandru Ileni" userId="S::tudor.ileni@ubbcluj.ro::d7b28f6b-7e8e-48e3-b06b-cc0a244d3028" providerId="AD" clId="Web-{7BF56CC2-8EC5-840E-945A-18533AD3AA17}" dt="2024-07-15T04:44:29.122" v="2"/>
          <ac:grpSpMkLst>
            <pc:docMk/>
            <pc:sldMk cId="746043392" sldId="261"/>
            <ac:grpSpMk id="22" creationId="{7CF625D3-71A3-4F30-A096-8EF334E959D0}"/>
          </ac:grpSpMkLst>
        </pc:grpChg>
        <pc:grpChg chg="add del">
          <ac:chgData name="Tudor-Alexandru Ileni" userId="S::tudor.ileni@ubbcluj.ro::d7b28f6b-7e8e-48e3-b06b-cc0a244d3028" providerId="AD" clId="Web-{7BF56CC2-8EC5-840E-945A-18533AD3AA17}" dt="2024-07-15T04:44:29.122" v="2"/>
          <ac:grpSpMkLst>
            <pc:docMk/>
            <pc:sldMk cId="746043392" sldId="261"/>
            <ac:grpSpMk id="30" creationId="{AF9AF3F3-CE0C-4125-BDD7-346487FA0B40}"/>
          </ac:grpSpMkLst>
        </pc:grpChg>
        <pc:graphicFrameChg chg="mod modGraphic">
          <ac:chgData name="Tudor-Alexandru Ileni" userId="S::tudor.ileni@ubbcluj.ro::d7b28f6b-7e8e-48e3-b06b-cc0a244d3028" providerId="AD" clId="Web-{7BF56CC2-8EC5-840E-945A-18533AD3AA17}" dt="2024-07-15T04:48:16.268" v="26" actId="20577"/>
          <ac:graphicFrameMkLst>
            <pc:docMk/>
            <pc:sldMk cId="746043392" sldId="261"/>
            <ac:graphicFrameMk id="5" creationId="{714E29DC-3E5C-EAF6-538E-70EE7A8E2F92}"/>
          </ac:graphicFrameMkLst>
        </pc:graphicFrameChg>
      </pc:sldChg>
      <pc:sldChg chg="addSp delSp modSp">
        <pc:chgData name="Tudor-Alexandru Ileni" userId="S::tudor.ileni@ubbcluj.ro::d7b28f6b-7e8e-48e3-b06b-cc0a244d3028" providerId="AD" clId="Web-{7BF56CC2-8EC5-840E-945A-18533AD3AA17}" dt="2024-07-15T04:48:43.237" v="31" actId="20577"/>
        <pc:sldMkLst>
          <pc:docMk/>
          <pc:sldMk cId="2000864319" sldId="267"/>
        </pc:sldMkLst>
        <pc:spChg chg="mod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2" creationId="{90451AC8-C040-3E9F-8435-6F604B6473B9}"/>
          </ac:spMkLst>
        </pc:spChg>
        <pc:spChg chg="del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9" creationId="{53B021B3-DE93-4AB7-8A18-CF5F1CED88B8}"/>
          </ac:spMkLst>
        </pc:spChg>
        <pc:spChg chg="del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11" creationId="{52D502E5-F6B4-4D58-B4AE-FC466FF15EE8}"/>
          </ac:spMkLst>
        </pc:spChg>
        <pc:spChg chg="del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13" creationId="{9DECDBF4-02B6-4BB4-B65B-B8107AD6A9E8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18" creationId="{BACC6370-2D7E-4714-9D71-7542949D7D5D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20" creationId="{F68B3F68-107C-434F-AA38-110D5EA91B85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22" creationId="{AAD0DBB9-1A4B-4391-81D4-CB19F9AB918A}"/>
          </ac:spMkLst>
        </pc:spChg>
        <pc:spChg chg="add">
          <ac:chgData name="Tudor-Alexandru Ileni" userId="S::tudor.ileni@ubbcluj.ro::d7b28f6b-7e8e-48e3-b06b-cc0a244d3028" providerId="AD" clId="Web-{7BF56CC2-8EC5-840E-945A-18533AD3AA17}" dt="2024-07-15T04:46:18.624" v="6"/>
          <ac:spMkLst>
            <pc:docMk/>
            <pc:sldMk cId="2000864319" sldId="267"/>
            <ac:spMk id="24" creationId="{063BBA22-50EA-4C4D-BE05-F1CE4E63AA56}"/>
          </ac:spMkLst>
        </pc:spChg>
        <pc:graphicFrameChg chg="mod modGraphic">
          <ac:chgData name="Tudor-Alexandru Ileni" userId="S::tudor.ileni@ubbcluj.ro::d7b28f6b-7e8e-48e3-b06b-cc0a244d3028" providerId="AD" clId="Web-{7BF56CC2-8EC5-840E-945A-18533AD3AA17}" dt="2024-07-15T04:48:43.237" v="31" actId="20577"/>
          <ac:graphicFrameMkLst>
            <pc:docMk/>
            <pc:sldMk cId="2000864319" sldId="267"/>
            <ac:graphicFrameMk id="5" creationId="{FBA71DC5-9896-9E69-02ED-89BE2A1A5FCF}"/>
          </ac:graphicFrameMkLst>
        </pc:graphicFrameChg>
      </pc:sldChg>
      <pc:sldChg chg="modSp addAnim">
        <pc:chgData name="Tudor-Alexandru Ileni" userId="S::tudor.ileni@ubbcluj.ro::d7b28f6b-7e8e-48e3-b06b-cc0a244d3028" providerId="AD" clId="Web-{7BF56CC2-8EC5-840E-945A-18533AD3AA17}" dt="2024-07-15T04:52:26.554" v="43"/>
        <pc:sldMkLst>
          <pc:docMk/>
          <pc:sldMk cId="1151003647" sldId="268"/>
        </pc:sldMkLst>
        <pc:spChg chg="mod">
          <ac:chgData name="Tudor-Alexandru Ileni" userId="S::tudor.ileni@ubbcluj.ro::d7b28f6b-7e8e-48e3-b06b-cc0a244d3028" providerId="AD" clId="Web-{7BF56CC2-8EC5-840E-945A-18533AD3AA17}" dt="2024-07-15T04:52:22.070" v="42" actId="20577"/>
          <ac:spMkLst>
            <pc:docMk/>
            <pc:sldMk cId="1151003647" sldId="268"/>
            <ac:spMk id="7" creationId="{B5AA6477-7CA5-C007-5F3B-859A08401B07}"/>
          </ac:spMkLst>
        </pc:spChg>
      </pc:sldChg>
      <pc:sldChg chg="addAnim">
        <pc:chgData name="Tudor-Alexandru Ileni" userId="S::tudor.ileni@ubbcluj.ro::d7b28f6b-7e8e-48e3-b06b-cc0a244d3028" providerId="AD" clId="Web-{7BF56CC2-8EC5-840E-945A-18533AD3AA17}" dt="2024-07-15T04:51:31.116" v="41"/>
        <pc:sldMkLst>
          <pc:docMk/>
          <pc:sldMk cId="2461551157" sldId="269"/>
        </pc:sldMkLst>
      </pc:sldChg>
      <pc:sldChg chg="modSp">
        <pc:chgData name="Tudor-Alexandru Ileni" userId="S::tudor.ileni@ubbcluj.ro::d7b28f6b-7e8e-48e3-b06b-cc0a244d3028" providerId="AD" clId="Web-{7BF56CC2-8EC5-840E-945A-18533AD3AA17}" dt="2024-07-15T04:49:52.145" v="39" actId="20577"/>
        <pc:sldMkLst>
          <pc:docMk/>
          <pc:sldMk cId="2649926519" sldId="271"/>
        </pc:sldMkLst>
        <pc:spChg chg="mod">
          <ac:chgData name="Tudor-Alexandru Ileni" userId="S::tudor.ileni@ubbcluj.ro::d7b28f6b-7e8e-48e3-b06b-cc0a244d3028" providerId="AD" clId="Web-{7BF56CC2-8EC5-840E-945A-18533AD3AA17}" dt="2024-07-15T04:49:52.145" v="39" actId="20577"/>
          <ac:spMkLst>
            <pc:docMk/>
            <pc:sldMk cId="2649926519" sldId="271"/>
            <ac:spMk id="7" creationId="{B5AA6477-7CA5-C007-5F3B-859A08401B07}"/>
          </ac:spMkLst>
        </pc:spChg>
      </pc:sldChg>
      <pc:sldChg chg="del">
        <pc:chgData name="Tudor-Alexandru Ileni" userId="S::tudor.ileni@ubbcluj.ro::d7b28f6b-7e8e-48e3-b06b-cc0a244d3028" providerId="AD" clId="Web-{7BF56CC2-8EC5-840E-945A-18533AD3AA17}" dt="2024-07-15T04:42:47.979" v="0"/>
        <pc:sldMkLst>
          <pc:docMk/>
          <pc:sldMk cId="4049753221" sldId="276"/>
        </pc:sldMkLst>
      </pc:sldChg>
    </pc:docChg>
  </pc:docChgLst>
  <pc:docChgLst>
    <pc:chgData name="Tudor-Alexandru Ileni" userId="S::tudor.ileni@ubbcluj.ro::d7b28f6b-7e8e-48e3-b06b-cc0a244d3028" providerId="AD" clId="Web-{3CAFAFC0-C458-97FF-2B63-54F061E324ED}"/>
    <pc:docChg chg="addSld delSld modSld">
      <pc:chgData name="Tudor-Alexandru Ileni" userId="S::tudor.ileni@ubbcluj.ro::d7b28f6b-7e8e-48e3-b06b-cc0a244d3028" providerId="AD" clId="Web-{3CAFAFC0-C458-97FF-2B63-54F061E324ED}" dt="2024-07-16T06:12:37.499" v="79"/>
      <pc:docMkLst>
        <pc:docMk/>
      </pc:docMkLst>
      <pc:sldChg chg="del">
        <pc:chgData name="Tudor-Alexandru Ileni" userId="S::tudor.ileni@ubbcluj.ro::d7b28f6b-7e8e-48e3-b06b-cc0a244d3028" providerId="AD" clId="Web-{3CAFAFC0-C458-97FF-2B63-54F061E324ED}" dt="2024-07-16T06:00:45.946" v="9"/>
        <pc:sldMkLst>
          <pc:docMk/>
          <pc:sldMk cId="1151003647" sldId="268"/>
        </pc:sldMkLst>
      </pc:sldChg>
      <pc:sldChg chg="addSp modSp new mod setBg">
        <pc:chgData name="Tudor-Alexandru Ileni" userId="S::tudor.ileni@ubbcluj.ro::d7b28f6b-7e8e-48e3-b06b-cc0a244d3028" providerId="AD" clId="Web-{3CAFAFC0-C458-97FF-2B63-54F061E324ED}" dt="2024-07-16T05:57:00.888" v="8" actId="20577"/>
        <pc:sldMkLst>
          <pc:docMk/>
          <pc:sldMk cId="3290101256" sldId="279"/>
        </pc:sldMkLst>
        <pc:spChg chg="mod">
          <ac:chgData name="Tudor-Alexandru Ileni" userId="S::tudor.ileni@ubbcluj.ro::d7b28f6b-7e8e-48e3-b06b-cc0a244d3028" providerId="AD" clId="Web-{3CAFAFC0-C458-97FF-2B63-54F061E324ED}" dt="2024-07-16T05:56:41.027" v="3"/>
          <ac:spMkLst>
            <pc:docMk/>
            <pc:sldMk cId="3290101256" sldId="279"/>
            <ac:spMk id="2" creationId="{8235A826-BDBD-9839-C695-0C272AFDB5C7}"/>
          </ac:spMkLst>
        </pc:spChg>
        <pc:spChg chg="mod">
          <ac:chgData name="Tudor-Alexandru Ileni" userId="S::tudor.ileni@ubbcluj.ro::d7b28f6b-7e8e-48e3-b06b-cc0a244d3028" providerId="AD" clId="Web-{3CAFAFC0-C458-97FF-2B63-54F061E324ED}" dt="2024-07-16T05:57:00.888" v="8" actId="20577"/>
          <ac:spMkLst>
            <pc:docMk/>
            <pc:sldMk cId="3290101256" sldId="279"/>
            <ac:spMk id="3" creationId="{3FB57B89-BE3D-AE7D-F200-C6DBA6464603}"/>
          </ac:spMkLst>
        </pc:spChg>
        <pc:grpChg chg="add">
          <ac:chgData name="Tudor-Alexandru Ileni" userId="S::tudor.ileni@ubbcluj.ro::d7b28f6b-7e8e-48e3-b06b-cc0a244d3028" providerId="AD" clId="Web-{3CAFAFC0-C458-97FF-2B63-54F061E324ED}" dt="2024-07-16T05:56:41.027" v="3"/>
          <ac:grpSpMkLst>
            <pc:docMk/>
            <pc:sldMk cId="3290101256" sldId="279"/>
            <ac:grpSpMk id="9" creationId="{5EFBDE31-BB3E-6CFC-23CD-B5976DA38438}"/>
          </ac:grpSpMkLst>
        </pc:grpChg>
        <pc:picChg chg="add">
          <ac:chgData name="Tudor-Alexandru Ileni" userId="S::tudor.ileni@ubbcluj.ro::d7b28f6b-7e8e-48e3-b06b-cc0a244d3028" providerId="AD" clId="Web-{3CAFAFC0-C458-97FF-2B63-54F061E324ED}" dt="2024-07-16T05:56:41.027" v="3"/>
          <ac:picMkLst>
            <pc:docMk/>
            <pc:sldMk cId="3290101256" sldId="279"/>
            <ac:picMk id="5" creationId="{E4849F00-8A14-BA60-15B7-2609AC847D97}"/>
          </ac:picMkLst>
        </pc:picChg>
      </pc:sldChg>
      <pc:sldChg chg="addSp delSp modSp add replId addAnim delAnim">
        <pc:chgData name="Tudor-Alexandru Ileni" userId="S::tudor.ileni@ubbcluj.ro::d7b28f6b-7e8e-48e3-b06b-cc0a244d3028" providerId="AD" clId="Web-{3CAFAFC0-C458-97FF-2B63-54F061E324ED}" dt="2024-07-16T06:12:37.499" v="79"/>
        <pc:sldMkLst>
          <pc:docMk/>
          <pc:sldMk cId="3493944763" sldId="280"/>
        </pc:sldMkLst>
        <pc:spChg chg="mod">
          <ac:chgData name="Tudor-Alexandru Ileni" userId="S::tudor.ileni@ubbcluj.ro::d7b28f6b-7e8e-48e3-b06b-cc0a244d3028" providerId="AD" clId="Web-{3CAFAFC0-C458-97FF-2B63-54F061E324ED}" dt="2024-07-16T06:03:08.329" v="22" actId="20577"/>
          <ac:spMkLst>
            <pc:docMk/>
            <pc:sldMk cId="3493944763" sldId="280"/>
            <ac:spMk id="2" creationId="{AF940734-3658-F584-7B00-4207FA37C649}"/>
          </ac:spMkLst>
        </pc:spChg>
        <pc:spChg chg="mod">
          <ac:chgData name="Tudor-Alexandru Ileni" userId="S::tudor.ileni@ubbcluj.ro::d7b28f6b-7e8e-48e3-b06b-cc0a244d3028" providerId="AD" clId="Web-{3CAFAFC0-C458-97FF-2B63-54F061E324ED}" dt="2024-07-16T06:06:47.528" v="58" actId="20577"/>
          <ac:spMkLst>
            <pc:docMk/>
            <pc:sldMk cId="3493944763" sldId="280"/>
            <ac:spMk id="4" creationId="{693DE2A3-3A2B-14EC-A502-BDE37B5E27E3}"/>
          </ac:spMkLst>
        </pc:spChg>
        <pc:spChg chg="mod">
          <ac:chgData name="Tudor-Alexandru Ileni" userId="S::tudor.ileni@ubbcluj.ro::d7b28f6b-7e8e-48e3-b06b-cc0a244d3028" providerId="AD" clId="Web-{3CAFAFC0-C458-97FF-2B63-54F061E324ED}" dt="2024-07-16T06:05:12.804" v="53" actId="20577"/>
          <ac:spMkLst>
            <pc:docMk/>
            <pc:sldMk cId="3493944763" sldId="280"/>
            <ac:spMk id="7" creationId="{B5AA6477-7CA5-C007-5F3B-859A08401B07}"/>
          </ac:spMkLst>
        </pc:spChg>
        <pc:picChg chg="del">
          <ac:chgData name="Tudor-Alexandru Ileni" userId="S::tudor.ileni@ubbcluj.ro::d7b28f6b-7e8e-48e3-b06b-cc0a244d3028" providerId="AD" clId="Web-{3CAFAFC0-C458-97FF-2B63-54F061E324ED}" dt="2024-07-16T06:05:13.507" v="54"/>
          <ac:picMkLst>
            <pc:docMk/>
            <pc:sldMk cId="3493944763" sldId="280"/>
            <ac:picMk id="3" creationId="{AD099450-F13F-6AC9-DF1E-0EE8C0E90301}"/>
          </ac:picMkLst>
        </pc:picChg>
        <pc:picChg chg="add mod">
          <ac:chgData name="Tudor-Alexandru Ileni" userId="S::tudor.ileni@ubbcluj.ro::d7b28f6b-7e8e-48e3-b06b-cc0a244d3028" providerId="AD" clId="Web-{3CAFAFC0-C458-97FF-2B63-54F061E324ED}" dt="2024-07-16T06:06:41.778" v="56" actId="1076"/>
          <ac:picMkLst>
            <pc:docMk/>
            <pc:sldMk cId="3493944763" sldId="280"/>
            <ac:picMk id="5" creationId="{DF603EC5-6338-F63D-117E-A4C988B2CB62}"/>
          </ac:picMkLst>
        </pc:picChg>
      </pc:sldChg>
      <pc:sldChg chg="addSp delSp modSp new mod setBg">
        <pc:chgData name="Tudor-Alexandru Ileni" userId="S::tudor.ileni@ubbcluj.ro::d7b28f6b-7e8e-48e3-b06b-cc0a244d3028" providerId="AD" clId="Web-{3CAFAFC0-C458-97FF-2B63-54F061E324ED}" dt="2024-07-16T06:11:39.465" v="78"/>
        <pc:sldMkLst>
          <pc:docMk/>
          <pc:sldMk cId="3620944128" sldId="281"/>
        </pc:sldMkLst>
        <pc:spChg chg="mod ord">
          <ac:chgData name="Tudor-Alexandru Ileni" userId="S::tudor.ileni@ubbcluj.ro::d7b28f6b-7e8e-48e3-b06b-cc0a244d3028" providerId="AD" clId="Web-{3CAFAFC0-C458-97FF-2B63-54F061E324ED}" dt="2024-07-16T06:11:39.465" v="78"/>
          <ac:spMkLst>
            <pc:docMk/>
            <pc:sldMk cId="3620944128" sldId="281"/>
            <ac:spMk id="2" creationId="{F2CE661E-830F-4ABF-C137-BDEDABA23D4C}"/>
          </ac:spMkLst>
        </pc:spChg>
        <pc:spChg chg="del">
          <ac:chgData name="Tudor-Alexandru Ileni" userId="S::tudor.ileni@ubbcluj.ro::d7b28f6b-7e8e-48e3-b06b-cc0a244d3028" providerId="AD" clId="Web-{3CAFAFC0-C458-97FF-2B63-54F061E324ED}" dt="2024-07-16T06:11:25.558" v="73"/>
          <ac:spMkLst>
            <pc:docMk/>
            <pc:sldMk cId="3620944128" sldId="281"/>
            <ac:spMk id="3" creationId="{FD26BDA7-CF39-C974-314C-320359C07759}"/>
          </ac:spMkLst>
        </pc:spChg>
        <pc:spChg chg="add del">
          <ac:chgData name="Tudor-Alexandru Ileni" userId="S::tudor.ileni@ubbcluj.ro::d7b28f6b-7e8e-48e3-b06b-cc0a244d3028" providerId="AD" clId="Web-{3CAFAFC0-C458-97FF-2B63-54F061E324ED}" dt="2024-07-16T06:11:39.449" v="77"/>
          <ac:spMkLst>
            <pc:docMk/>
            <pc:sldMk cId="3620944128" sldId="281"/>
            <ac:spMk id="8" creationId="{DEE23CE7-964C-F973-BA97-565AEA68BFCD}"/>
          </ac:spMkLst>
        </pc:spChg>
        <pc:spChg chg="add del">
          <ac:chgData name="Tudor-Alexandru Ileni" userId="S::tudor.ileni@ubbcluj.ro::d7b28f6b-7e8e-48e3-b06b-cc0a244d3028" providerId="AD" clId="Web-{3CAFAFC0-C458-97FF-2B63-54F061E324ED}" dt="2024-07-16T06:11:36.027" v="75"/>
          <ac:spMkLst>
            <pc:docMk/>
            <pc:sldMk cId="3620944128" sldId="281"/>
            <ac:spMk id="9" creationId="{37C89E4B-3C9F-44B9-8B86-D9E3D112D8EC}"/>
          </ac:spMkLst>
        </pc:spChg>
        <pc:spChg chg="add del">
          <ac:chgData name="Tudor-Alexandru Ileni" userId="S::tudor.ileni@ubbcluj.ro::d7b28f6b-7e8e-48e3-b06b-cc0a244d3028" providerId="AD" clId="Web-{3CAFAFC0-C458-97FF-2B63-54F061E324ED}" dt="2024-07-16T06:11:39.449" v="77"/>
          <ac:spMkLst>
            <pc:docMk/>
            <pc:sldMk cId="3620944128" sldId="281"/>
            <ac:spMk id="15" creationId="{F13C74B1-5B17-4795-BED0-7140497B445A}"/>
          </ac:spMkLst>
        </pc:spChg>
        <pc:spChg chg="add del">
          <ac:chgData name="Tudor-Alexandru Ileni" userId="S::tudor.ileni@ubbcluj.ro::d7b28f6b-7e8e-48e3-b06b-cc0a244d3028" providerId="AD" clId="Web-{3CAFAFC0-C458-97FF-2B63-54F061E324ED}" dt="2024-07-16T06:11:39.449" v="77"/>
          <ac:spMkLst>
            <pc:docMk/>
            <pc:sldMk cId="3620944128" sldId="281"/>
            <ac:spMk id="16" creationId="{D4974D33-8DC5-464E-8C6D-BE58F0669C17}"/>
          </ac:spMkLst>
        </pc:spChg>
        <pc:spChg chg="add">
          <ac:chgData name="Tudor-Alexandru Ileni" userId="S::tudor.ileni@ubbcluj.ro::d7b28f6b-7e8e-48e3-b06b-cc0a244d3028" providerId="AD" clId="Web-{3CAFAFC0-C458-97FF-2B63-54F061E324ED}" dt="2024-07-16T06:11:39.465" v="78"/>
          <ac:spMkLst>
            <pc:docMk/>
            <pc:sldMk cId="3620944128" sldId="281"/>
            <ac:spMk id="17" creationId="{7A5F0580-5EE9-419F-96EE-B6529EF6E7D0}"/>
          </ac:spMkLst>
        </pc:spChg>
        <pc:spChg chg="add">
          <ac:chgData name="Tudor-Alexandru Ileni" userId="S::tudor.ileni@ubbcluj.ro::d7b28f6b-7e8e-48e3-b06b-cc0a244d3028" providerId="AD" clId="Web-{3CAFAFC0-C458-97FF-2B63-54F061E324ED}" dt="2024-07-16T06:11:39.465" v="78"/>
          <ac:spMkLst>
            <pc:docMk/>
            <pc:sldMk cId="3620944128" sldId="281"/>
            <ac:spMk id="18" creationId="{9AA72BD9-2C5A-4EDC-931F-5AA08EACA0F3}"/>
          </ac:spMkLst>
        </pc:spChg>
        <pc:spChg chg="add">
          <ac:chgData name="Tudor-Alexandru Ileni" userId="S::tudor.ileni@ubbcluj.ro::d7b28f6b-7e8e-48e3-b06b-cc0a244d3028" providerId="AD" clId="Web-{3CAFAFC0-C458-97FF-2B63-54F061E324ED}" dt="2024-07-16T06:11:39.465" v="78"/>
          <ac:spMkLst>
            <pc:docMk/>
            <pc:sldMk cId="3620944128" sldId="281"/>
            <ac:spMk id="19" creationId="{DD3981AC-7B61-4947-BCF3-F7AA7FA385B9}"/>
          </ac:spMkLst>
        </pc:spChg>
        <pc:spChg chg="add">
          <ac:chgData name="Tudor-Alexandru Ileni" userId="S::tudor.ileni@ubbcluj.ro::d7b28f6b-7e8e-48e3-b06b-cc0a244d3028" providerId="AD" clId="Web-{3CAFAFC0-C458-97FF-2B63-54F061E324ED}" dt="2024-07-16T06:11:39.465" v="78"/>
          <ac:spMkLst>
            <pc:docMk/>
            <pc:sldMk cId="3620944128" sldId="281"/>
            <ac:spMk id="20" creationId="{55D4142C-5077-457F-A6AD-3FECFDB39685}"/>
          </ac:spMkLst>
        </pc:spChg>
        <pc:spChg chg="add">
          <ac:chgData name="Tudor-Alexandru Ileni" userId="S::tudor.ileni@ubbcluj.ro::d7b28f6b-7e8e-48e3-b06b-cc0a244d3028" providerId="AD" clId="Web-{3CAFAFC0-C458-97FF-2B63-54F061E324ED}" dt="2024-07-16T06:11:39.465" v="78"/>
          <ac:spMkLst>
            <pc:docMk/>
            <pc:sldMk cId="3620944128" sldId="281"/>
            <ac:spMk id="21" creationId="{F3CB6542-B12C-8BB9-678B-96FA02AC3EA9}"/>
          </ac:spMkLst>
        </pc:spChg>
        <pc:picChg chg="add mod ord">
          <ac:chgData name="Tudor-Alexandru Ileni" userId="S::tudor.ileni@ubbcluj.ro::d7b28f6b-7e8e-48e3-b06b-cc0a244d3028" providerId="AD" clId="Web-{3CAFAFC0-C458-97FF-2B63-54F061E324ED}" dt="2024-07-16T06:11:39.465" v="78"/>
          <ac:picMkLst>
            <pc:docMk/>
            <pc:sldMk cId="3620944128" sldId="281"/>
            <ac:picMk id="4" creationId="{28C7868E-6015-9BF7-1583-C496F902667B}"/>
          </ac:picMkLst>
        </pc:picChg>
        <pc:cxnChg chg="add del">
          <ac:chgData name="Tudor-Alexandru Ileni" userId="S::tudor.ileni@ubbcluj.ro::d7b28f6b-7e8e-48e3-b06b-cc0a244d3028" providerId="AD" clId="Web-{3CAFAFC0-C458-97FF-2B63-54F061E324ED}" dt="2024-07-16T06:11:36.027" v="75"/>
          <ac:cxnSpMkLst>
            <pc:docMk/>
            <pc:sldMk cId="3620944128" sldId="281"/>
            <ac:cxnSpMk id="11" creationId="{AA2EAA10-076F-46BD-8F0F-B9A2FB77A85C}"/>
          </ac:cxnSpMkLst>
        </pc:cxnChg>
        <pc:cxnChg chg="add del">
          <ac:chgData name="Tudor-Alexandru Ileni" userId="S::tudor.ileni@ubbcluj.ro::d7b28f6b-7e8e-48e3-b06b-cc0a244d3028" providerId="AD" clId="Web-{3CAFAFC0-C458-97FF-2B63-54F061E324ED}" dt="2024-07-16T06:11:36.027" v="75"/>
          <ac:cxnSpMkLst>
            <pc:docMk/>
            <pc:sldMk cId="3620944128" sldId="281"/>
            <ac:cxnSpMk id="13" creationId="{D891E407-403B-4764-86C9-33A56D3BCAA3}"/>
          </ac:cxnSpMkLst>
        </pc:cxnChg>
      </pc:sldChg>
    </pc:docChg>
  </pc:docChgLst>
  <pc:docChgLst>
    <pc:chgData name="TUDOR-ALEXANDRU ILENI" userId="S::tudor.ileni@ubbcluj.ro::d7b28f6b-7e8e-48e3-b06b-cc0a244d3028" providerId="AD" clId="Web-{707363BD-A5BC-4C42-9F74-A871BBFB3D41}"/>
    <pc:docChg chg="addSld modSld">
      <pc:chgData name="TUDOR-ALEXANDRU ILENI" userId="S::tudor.ileni@ubbcluj.ro::d7b28f6b-7e8e-48e3-b06b-cc0a244d3028" providerId="AD" clId="Web-{707363BD-A5BC-4C42-9F74-A871BBFB3D41}" dt="2023-08-17T06:44:50.857" v="59" actId="20577"/>
      <pc:docMkLst>
        <pc:docMk/>
      </pc:docMkLst>
      <pc:sldChg chg="delSp">
        <pc:chgData name="TUDOR-ALEXANDRU ILENI" userId="S::tudor.ileni@ubbcluj.ro::d7b28f6b-7e8e-48e3-b06b-cc0a244d3028" providerId="AD" clId="Web-{707363BD-A5BC-4C42-9F74-A871BBFB3D41}" dt="2023-08-17T06:43:43.479" v="45"/>
        <pc:sldMkLst>
          <pc:docMk/>
          <pc:sldMk cId="3692473304" sldId="256"/>
        </pc:sldMkLst>
        <pc:spChg chg="del">
          <ac:chgData name="TUDOR-ALEXANDRU ILENI" userId="S::tudor.ileni@ubbcluj.ro::d7b28f6b-7e8e-48e3-b06b-cc0a244d3028" providerId="AD" clId="Web-{707363BD-A5BC-4C42-9F74-A871BBFB3D41}" dt="2023-08-17T06:43:43.479" v="45"/>
          <ac:spMkLst>
            <pc:docMk/>
            <pc:sldMk cId="3692473304" sldId="256"/>
            <ac:spMk id="3" creationId="{CFA69593-DAAB-E141-44E0-8468116CC177}"/>
          </ac:spMkLst>
        </pc:spChg>
      </pc:sldChg>
      <pc:sldChg chg="modSp">
        <pc:chgData name="TUDOR-ALEXANDRU ILENI" userId="S::tudor.ileni@ubbcluj.ro::d7b28f6b-7e8e-48e3-b06b-cc0a244d3028" providerId="AD" clId="Web-{707363BD-A5BC-4C42-9F74-A871BBFB3D41}" dt="2023-08-17T06:44:50.857" v="59" actId="20577"/>
        <pc:sldMkLst>
          <pc:docMk/>
          <pc:sldMk cId="908880249" sldId="257"/>
        </pc:sldMkLst>
        <pc:spChg chg="mod">
          <ac:chgData name="TUDOR-ALEXANDRU ILENI" userId="S::tudor.ileni@ubbcluj.ro::d7b28f6b-7e8e-48e3-b06b-cc0a244d3028" providerId="AD" clId="Web-{707363BD-A5BC-4C42-9F74-A871BBFB3D41}" dt="2023-08-17T06:44:50.857" v="59" actId="20577"/>
          <ac:spMkLst>
            <pc:docMk/>
            <pc:sldMk cId="908880249" sldId="257"/>
            <ac:spMk id="3" creationId="{C570EE8A-F0E1-A7DB-DB0B-9FA08A76DB87}"/>
          </ac:spMkLst>
        </pc:spChg>
      </pc:sldChg>
      <pc:sldChg chg="delSp modSp">
        <pc:chgData name="TUDOR-ALEXANDRU ILENI" userId="S::tudor.ileni@ubbcluj.ro::d7b28f6b-7e8e-48e3-b06b-cc0a244d3028" providerId="AD" clId="Web-{707363BD-A5BC-4C42-9F74-A871BBFB3D41}" dt="2023-08-17T06:41:04.286" v="6" actId="14100"/>
        <pc:sldMkLst>
          <pc:docMk/>
          <pc:sldMk cId="3818099138" sldId="260"/>
        </pc:sldMkLst>
        <pc:spChg chg="del">
          <ac:chgData name="TUDOR-ALEXANDRU ILENI" userId="S::tudor.ileni@ubbcluj.ro::d7b28f6b-7e8e-48e3-b06b-cc0a244d3028" providerId="AD" clId="Web-{707363BD-A5BC-4C42-9F74-A871BBFB3D41}" dt="2023-08-17T06:41:00.832" v="4"/>
          <ac:spMkLst>
            <pc:docMk/>
            <pc:sldMk cId="3818099138" sldId="260"/>
            <ac:spMk id="8" creationId="{796EE5D6-4E73-3C1C-A704-26A3C958FDA6}"/>
          </ac:spMkLst>
        </pc:spChg>
        <pc:picChg chg="mod">
          <ac:chgData name="TUDOR-ALEXANDRU ILENI" userId="S::tudor.ileni@ubbcluj.ro::d7b28f6b-7e8e-48e3-b06b-cc0a244d3028" providerId="AD" clId="Web-{707363BD-A5BC-4C42-9F74-A871BBFB3D41}" dt="2023-08-17T06:41:04.286" v="6" actId="14100"/>
          <ac:picMkLst>
            <pc:docMk/>
            <pc:sldMk cId="3818099138" sldId="260"/>
            <ac:picMk id="4" creationId="{0445AACC-4197-3BAA-4993-D4ADC9E22F70}"/>
          </ac:picMkLst>
        </pc:picChg>
      </pc:sldChg>
      <pc:sldChg chg="modSp new">
        <pc:chgData name="TUDOR-ALEXANDRU ILENI" userId="S::tudor.ileni@ubbcluj.ro::d7b28f6b-7e8e-48e3-b06b-cc0a244d3028" providerId="AD" clId="Web-{707363BD-A5BC-4C42-9F74-A871BBFB3D41}" dt="2023-08-17T06:42:00.819" v="23" actId="20577"/>
        <pc:sldMkLst>
          <pc:docMk/>
          <pc:sldMk cId="746043392" sldId="261"/>
        </pc:sldMkLst>
        <pc:spChg chg="mod">
          <ac:chgData name="TUDOR-ALEXANDRU ILENI" userId="S::tudor.ileni@ubbcluj.ro::d7b28f6b-7e8e-48e3-b06b-cc0a244d3028" providerId="AD" clId="Web-{707363BD-A5BC-4C42-9F74-A871BBFB3D41}" dt="2023-08-17T06:42:00.819" v="23" actId="20577"/>
          <ac:spMkLst>
            <pc:docMk/>
            <pc:sldMk cId="746043392" sldId="261"/>
            <ac:spMk id="2" creationId="{2662EF58-8DD4-E572-4DB8-B67CA2D2D1B2}"/>
          </ac:spMkLst>
        </pc:spChg>
      </pc:sldChg>
      <pc:sldChg chg="modSp new">
        <pc:chgData name="TUDOR-ALEXANDRU ILENI" userId="S::tudor.ileni@ubbcluj.ro::d7b28f6b-7e8e-48e3-b06b-cc0a244d3028" providerId="AD" clId="Web-{707363BD-A5BC-4C42-9F74-A871BBFB3D41}" dt="2023-08-17T06:42:27.492" v="34" actId="20577"/>
        <pc:sldMkLst>
          <pc:docMk/>
          <pc:sldMk cId="4161264507" sldId="262"/>
        </pc:sldMkLst>
        <pc:spChg chg="mod">
          <ac:chgData name="TUDOR-ALEXANDRU ILENI" userId="S::tudor.ileni@ubbcluj.ro::d7b28f6b-7e8e-48e3-b06b-cc0a244d3028" providerId="AD" clId="Web-{707363BD-A5BC-4C42-9F74-A871BBFB3D41}" dt="2023-08-17T06:42:27.492" v="34" actId="20577"/>
          <ac:spMkLst>
            <pc:docMk/>
            <pc:sldMk cId="4161264507" sldId="262"/>
            <ac:spMk id="2" creationId="{AF940734-3658-F584-7B00-4207FA37C649}"/>
          </ac:spMkLst>
        </pc:spChg>
      </pc:sldChg>
      <pc:sldChg chg="modSp add replId">
        <pc:chgData name="TUDOR-ALEXANDRU ILENI" userId="S::tudor.ileni@ubbcluj.ro::d7b28f6b-7e8e-48e3-b06b-cc0a244d3028" providerId="AD" clId="Web-{707363BD-A5BC-4C42-9F74-A871BBFB3D41}" dt="2023-08-17T06:43:30.541" v="43" actId="20577"/>
        <pc:sldMkLst>
          <pc:docMk/>
          <pc:sldMk cId="1029051459" sldId="263"/>
        </pc:sldMkLst>
        <pc:spChg chg="mod">
          <ac:chgData name="TUDOR-ALEXANDRU ILENI" userId="S::tudor.ileni@ubbcluj.ro::d7b28f6b-7e8e-48e3-b06b-cc0a244d3028" providerId="AD" clId="Web-{707363BD-A5BC-4C42-9F74-A871BBFB3D41}" dt="2023-08-17T06:43:30.541" v="43" actId="20577"/>
          <ac:spMkLst>
            <pc:docMk/>
            <pc:sldMk cId="1029051459" sldId="263"/>
            <ac:spMk id="2" creationId="{AF940734-3658-F584-7B00-4207FA37C649}"/>
          </ac:spMkLst>
        </pc:spChg>
      </pc:sldChg>
      <pc:sldChg chg="modSp add replId">
        <pc:chgData name="TUDOR-ALEXANDRU ILENI" userId="S::tudor.ileni@ubbcluj.ro::d7b28f6b-7e8e-48e3-b06b-cc0a244d3028" providerId="AD" clId="Web-{707363BD-A5BC-4C42-9F74-A871BBFB3D41}" dt="2023-08-17T06:43:33.479" v="44" actId="20577"/>
        <pc:sldMkLst>
          <pc:docMk/>
          <pc:sldMk cId="2371036111" sldId="264"/>
        </pc:sldMkLst>
        <pc:spChg chg="mod">
          <ac:chgData name="TUDOR-ALEXANDRU ILENI" userId="S::tudor.ileni@ubbcluj.ro::d7b28f6b-7e8e-48e3-b06b-cc0a244d3028" providerId="AD" clId="Web-{707363BD-A5BC-4C42-9F74-A871BBFB3D41}" dt="2023-08-17T06:43:33.479" v="44" actId="20577"/>
          <ac:spMkLst>
            <pc:docMk/>
            <pc:sldMk cId="2371036111" sldId="264"/>
            <ac:spMk id="2" creationId="{AF940734-3658-F584-7B00-4207FA37C649}"/>
          </ac:spMkLst>
        </pc:spChg>
      </pc:sldChg>
      <pc:sldChg chg="new">
        <pc:chgData name="TUDOR-ALEXANDRU ILENI" userId="S::tudor.ileni@ubbcluj.ro::d7b28f6b-7e8e-48e3-b06b-cc0a244d3028" providerId="AD" clId="Web-{707363BD-A5BC-4C42-9F74-A871BBFB3D41}" dt="2023-08-17T06:44:16.090" v="46"/>
        <pc:sldMkLst>
          <pc:docMk/>
          <pc:sldMk cId="208469648" sldId="265"/>
        </pc:sldMkLst>
      </pc:sldChg>
      <pc:sldChg chg="addSp delSp modSp add replId">
        <pc:chgData name="TUDOR-ALEXANDRU ILENI" userId="S::tudor.ileni@ubbcluj.ro::d7b28f6b-7e8e-48e3-b06b-cc0a244d3028" providerId="AD" clId="Web-{707363BD-A5BC-4C42-9F74-A871BBFB3D41}" dt="2023-08-17T06:44:43.497" v="55" actId="20577"/>
        <pc:sldMkLst>
          <pc:docMk/>
          <pc:sldMk cId="3992556289" sldId="266"/>
        </pc:sldMkLst>
        <pc:spChg chg="mod">
          <ac:chgData name="TUDOR-ALEXANDRU ILENI" userId="S::tudor.ileni@ubbcluj.ro::d7b28f6b-7e8e-48e3-b06b-cc0a244d3028" providerId="AD" clId="Web-{707363BD-A5BC-4C42-9F74-A871BBFB3D41}" dt="2023-08-17T06:44:43.497" v="55" actId="20577"/>
          <ac:spMkLst>
            <pc:docMk/>
            <pc:sldMk cId="3992556289" sldId="266"/>
            <ac:spMk id="5" creationId="{F711A9C1-F6A5-1766-8B4A-B3E44EBD7486}"/>
          </ac:spMkLst>
        </pc:spChg>
        <pc:picChg chg="add mod">
          <ac:chgData name="TUDOR-ALEXANDRU ILENI" userId="S::tudor.ileni@ubbcluj.ro::d7b28f6b-7e8e-48e3-b06b-cc0a244d3028" providerId="AD" clId="Web-{707363BD-A5BC-4C42-9F74-A871BBFB3D41}" dt="2023-08-17T06:44:30.621" v="51" actId="1076"/>
          <ac:picMkLst>
            <pc:docMk/>
            <pc:sldMk cId="3992556289" sldId="266"/>
            <ac:picMk id="3" creationId="{E3621379-8A9C-899A-98E7-24271B6B12B3}"/>
          </ac:picMkLst>
        </pc:picChg>
        <pc:picChg chg="del">
          <ac:chgData name="TUDOR-ALEXANDRU ILENI" userId="S::tudor.ileni@ubbcluj.ro::d7b28f6b-7e8e-48e3-b06b-cc0a244d3028" providerId="AD" clId="Web-{707363BD-A5BC-4C42-9F74-A871BBFB3D41}" dt="2023-08-17T06:44:27.762" v="50"/>
          <ac:picMkLst>
            <pc:docMk/>
            <pc:sldMk cId="3992556289" sldId="266"/>
            <ac:picMk id="4" creationId="{0445AACC-4197-3BAA-4993-D4ADC9E22F7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0CEF55-996D-4ADE-B4AA-1A5D01319C0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E1429C5-8355-4162-BECF-6FFAC6B9B7CB}">
      <dgm:prSet/>
      <dgm:spPr/>
      <dgm:t>
        <a:bodyPr/>
        <a:lstStyle/>
        <a:p>
          <a:pPr>
            <a:defRPr b="1"/>
          </a:pPr>
          <a:r>
            <a:rPr lang="en-US"/>
            <a:t>Invention: Airplane → Innovation: Commercial flights</a:t>
          </a:r>
        </a:p>
      </dgm:t>
    </dgm:pt>
    <dgm:pt modelId="{59481387-436B-41FA-811C-E9D77B859A8F}" type="parTrans" cxnId="{BF822DF1-0D59-4924-913F-F68D029B2812}">
      <dgm:prSet/>
      <dgm:spPr/>
      <dgm:t>
        <a:bodyPr/>
        <a:lstStyle/>
        <a:p>
          <a:endParaRPr lang="en-US"/>
        </a:p>
      </dgm:t>
    </dgm:pt>
    <dgm:pt modelId="{33352142-3BBA-479D-AA05-0095796976E9}" type="sibTrans" cxnId="{BF822DF1-0D59-4924-913F-F68D029B2812}">
      <dgm:prSet/>
      <dgm:spPr/>
      <dgm:t>
        <a:bodyPr/>
        <a:lstStyle/>
        <a:p>
          <a:endParaRPr lang="en-US"/>
        </a:p>
      </dgm:t>
    </dgm:pt>
    <dgm:pt modelId="{050917C9-02B7-4194-AB67-1DA4FC3CEFE2}">
      <dgm:prSet/>
      <dgm:spPr/>
      <dgm:t>
        <a:bodyPr/>
        <a:lstStyle/>
        <a:p>
          <a:r>
            <a:rPr lang="en-US"/>
            <a:t>In 1903, the Wright brothers created the first human-piloted motorised aeroplane</a:t>
          </a:r>
        </a:p>
      </dgm:t>
    </dgm:pt>
    <dgm:pt modelId="{0C2C0F7D-5256-45B4-850B-6D0B4105D743}" type="parTrans" cxnId="{06A66E4C-DC62-458A-9B55-ED3A93CFC77D}">
      <dgm:prSet/>
      <dgm:spPr/>
      <dgm:t>
        <a:bodyPr/>
        <a:lstStyle/>
        <a:p>
          <a:endParaRPr lang="en-US"/>
        </a:p>
      </dgm:t>
    </dgm:pt>
    <dgm:pt modelId="{7FA586F3-5124-440E-A8EA-7217D18B8364}" type="sibTrans" cxnId="{06A66E4C-DC62-458A-9B55-ED3A93CFC77D}">
      <dgm:prSet/>
      <dgm:spPr/>
      <dgm:t>
        <a:bodyPr/>
        <a:lstStyle/>
        <a:p>
          <a:endParaRPr lang="en-US"/>
        </a:p>
      </dgm:t>
    </dgm:pt>
    <dgm:pt modelId="{8B93A30B-85A1-4B43-94C0-E7D655B2E577}">
      <dgm:prSet/>
      <dgm:spPr/>
      <dgm:t>
        <a:bodyPr/>
        <a:lstStyle/>
        <a:p>
          <a:r>
            <a:rPr lang="en-US"/>
            <a:t>Commercialization: after World War II with the rise of airlines like Pan Am and Boeing’s commercial jets</a:t>
          </a:r>
        </a:p>
      </dgm:t>
    </dgm:pt>
    <dgm:pt modelId="{51469146-FEA0-4A05-9BA7-06EA8DA915A5}" type="parTrans" cxnId="{716D80A2-8CE3-4EEB-8561-8F9317892D5F}">
      <dgm:prSet/>
      <dgm:spPr/>
      <dgm:t>
        <a:bodyPr/>
        <a:lstStyle/>
        <a:p>
          <a:endParaRPr lang="en-US"/>
        </a:p>
      </dgm:t>
    </dgm:pt>
    <dgm:pt modelId="{F6BC1C17-1622-4525-A0B8-D5DA2D2235DB}" type="sibTrans" cxnId="{716D80A2-8CE3-4EEB-8561-8F9317892D5F}">
      <dgm:prSet/>
      <dgm:spPr/>
      <dgm:t>
        <a:bodyPr/>
        <a:lstStyle/>
        <a:p>
          <a:endParaRPr lang="en-US"/>
        </a:p>
      </dgm:t>
    </dgm:pt>
    <dgm:pt modelId="{FFCE5E63-0B5A-427C-82F5-B7F425B4E303}">
      <dgm:prSet/>
      <dgm:spPr/>
      <dgm:t>
        <a:bodyPr/>
        <a:lstStyle/>
        <a:p>
          <a:pPr>
            <a:defRPr b="1"/>
          </a:pPr>
          <a:r>
            <a:rPr lang="en-US"/>
            <a:t>Invention: Artificial Intelligence Algorithms → Innovation: Autonomous Vehicles</a:t>
          </a:r>
        </a:p>
      </dgm:t>
    </dgm:pt>
    <dgm:pt modelId="{7898947D-A791-4622-AE94-87C68D9CC32B}" type="parTrans" cxnId="{C0E6667C-37BD-4215-806D-99E153969749}">
      <dgm:prSet/>
      <dgm:spPr/>
      <dgm:t>
        <a:bodyPr/>
        <a:lstStyle/>
        <a:p>
          <a:endParaRPr lang="en-US"/>
        </a:p>
      </dgm:t>
    </dgm:pt>
    <dgm:pt modelId="{65992B49-AB65-49F8-8FE9-3DE25049873E}" type="sibTrans" cxnId="{C0E6667C-37BD-4215-806D-99E153969749}">
      <dgm:prSet/>
      <dgm:spPr/>
      <dgm:t>
        <a:bodyPr/>
        <a:lstStyle/>
        <a:p>
          <a:endParaRPr lang="en-US"/>
        </a:p>
      </dgm:t>
    </dgm:pt>
    <dgm:pt modelId="{1DFF0121-74CF-4100-9AC3-BBA02790CEF9}">
      <dgm:prSet/>
      <dgm:spPr/>
      <dgm:t>
        <a:bodyPr/>
        <a:lstStyle/>
        <a:p>
          <a:r>
            <a:rPr lang="en-US"/>
            <a:t>Inventors: AI pioneers like Geoffrey Hinton, Yann LeCun, and Yoshua Bengio developed foundational algorithms in machine learning and neural networks</a:t>
          </a:r>
        </a:p>
      </dgm:t>
    </dgm:pt>
    <dgm:pt modelId="{DD28CBF1-0C07-4DDD-9A27-A786FC572F7B}" type="parTrans" cxnId="{3E84E381-8A2E-4E8E-869F-5DA2E338947D}">
      <dgm:prSet/>
      <dgm:spPr/>
      <dgm:t>
        <a:bodyPr/>
        <a:lstStyle/>
        <a:p>
          <a:endParaRPr lang="en-US"/>
        </a:p>
      </dgm:t>
    </dgm:pt>
    <dgm:pt modelId="{15B03A89-BD8B-420A-BA0D-B6F6EEC0E323}" type="sibTrans" cxnId="{3E84E381-8A2E-4E8E-869F-5DA2E338947D}">
      <dgm:prSet/>
      <dgm:spPr/>
      <dgm:t>
        <a:bodyPr/>
        <a:lstStyle/>
        <a:p>
          <a:endParaRPr lang="en-US"/>
        </a:p>
      </dgm:t>
    </dgm:pt>
    <dgm:pt modelId="{679FD7DC-2867-4B62-A388-3AA3ECA64E4F}">
      <dgm:prSet/>
      <dgm:spPr/>
      <dgm:t>
        <a:bodyPr/>
        <a:lstStyle/>
        <a:p>
          <a:r>
            <a:rPr lang="en-US"/>
            <a:t>Commercialization: Companies such as Waymo (owned by Alphabet), Tesla, and Uber have turned AI algorithms into commercial products</a:t>
          </a:r>
        </a:p>
      </dgm:t>
    </dgm:pt>
    <dgm:pt modelId="{78ADDECC-9832-4A70-8133-9F6470340B21}" type="parTrans" cxnId="{144089CB-0A7B-48F9-907A-8CC7FC9FCE7B}">
      <dgm:prSet/>
      <dgm:spPr/>
      <dgm:t>
        <a:bodyPr/>
        <a:lstStyle/>
        <a:p>
          <a:endParaRPr lang="en-US"/>
        </a:p>
      </dgm:t>
    </dgm:pt>
    <dgm:pt modelId="{6773CD40-7F05-493A-B3BF-6811E4DC257C}" type="sibTrans" cxnId="{144089CB-0A7B-48F9-907A-8CC7FC9FCE7B}">
      <dgm:prSet/>
      <dgm:spPr/>
      <dgm:t>
        <a:bodyPr/>
        <a:lstStyle/>
        <a:p>
          <a:endParaRPr lang="en-US"/>
        </a:p>
      </dgm:t>
    </dgm:pt>
    <dgm:pt modelId="{A8399B56-0FEB-4D42-993D-5EB17516F361}">
      <dgm:prSet/>
      <dgm:spPr/>
      <dgm:t>
        <a:bodyPr/>
        <a:lstStyle/>
        <a:p>
          <a:pPr>
            <a:defRPr b="1"/>
          </a:pPr>
          <a:r>
            <a:rPr lang="en-US"/>
            <a:t>Invention: Lithium-Ion Battery Research → Innovation: Electric Vehicles </a:t>
          </a:r>
        </a:p>
      </dgm:t>
    </dgm:pt>
    <dgm:pt modelId="{2738E75B-D92F-43D9-BD2D-09F64E5B9131}" type="parTrans" cxnId="{3B9DEDF7-A851-4E09-BB3F-E7C334D6A8BA}">
      <dgm:prSet/>
      <dgm:spPr/>
      <dgm:t>
        <a:bodyPr/>
        <a:lstStyle/>
        <a:p>
          <a:endParaRPr lang="en-US"/>
        </a:p>
      </dgm:t>
    </dgm:pt>
    <dgm:pt modelId="{AC677CD7-0F91-42D3-8E89-18CB9CDAA8D4}" type="sibTrans" cxnId="{3B9DEDF7-A851-4E09-BB3F-E7C334D6A8BA}">
      <dgm:prSet/>
      <dgm:spPr/>
      <dgm:t>
        <a:bodyPr/>
        <a:lstStyle/>
        <a:p>
          <a:endParaRPr lang="en-US"/>
        </a:p>
      </dgm:t>
    </dgm:pt>
    <dgm:pt modelId="{1E492F87-23B8-4459-A113-7F5231E3EE19}">
      <dgm:prSet/>
      <dgm:spPr/>
      <dgm:t>
        <a:bodyPr/>
        <a:lstStyle/>
        <a:p>
          <a:r>
            <a:rPr lang="en-US"/>
            <a:t>Inventor: John B. Goodenough, along with a team of researchers, developed the lithium-ion battery in the late 1970s and 1980</a:t>
          </a:r>
        </a:p>
      </dgm:t>
    </dgm:pt>
    <dgm:pt modelId="{7FF39EC2-FF75-4408-BDF2-DA6CAA892265}" type="parTrans" cxnId="{98724828-0815-477F-BC6E-573CAF938FA6}">
      <dgm:prSet/>
      <dgm:spPr/>
      <dgm:t>
        <a:bodyPr/>
        <a:lstStyle/>
        <a:p>
          <a:endParaRPr lang="en-US"/>
        </a:p>
      </dgm:t>
    </dgm:pt>
    <dgm:pt modelId="{122117A3-81E2-4BD5-8E3D-1B4DEE984090}" type="sibTrans" cxnId="{98724828-0815-477F-BC6E-573CAF938FA6}">
      <dgm:prSet/>
      <dgm:spPr/>
      <dgm:t>
        <a:bodyPr/>
        <a:lstStyle/>
        <a:p>
          <a:endParaRPr lang="en-US"/>
        </a:p>
      </dgm:t>
    </dgm:pt>
    <dgm:pt modelId="{32324190-9364-4882-A216-662915E6403B}">
      <dgm:prSet/>
      <dgm:spPr/>
      <dgm:t>
        <a:bodyPr/>
        <a:lstStyle/>
        <a:p>
          <a:r>
            <a:rPr lang="en-US"/>
            <a:t>Commercialization: Companies like Tesla, Panasonic, and LG Chem have commercialized lithium-ion batteries in consumer electronics and electric vehicle</a:t>
          </a:r>
        </a:p>
      </dgm:t>
    </dgm:pt>
    <dgm:pt modelId="{7F617D3D-E90A-4BD5-B133-1BC112E8F090}" type="parTrans" cxnId="{85E691A0-9FBC-49E0-9C89-1737C217D070}">
      <dgm:prSet/>
      <dgm:spPr/>
      <dgm:t>
        <a:bodyPr/>
        <a:lstStyle/>
        <a:p>
          <a:endParaRPr lang="en-US"/>
        </a:p>
      </dgm:t>
    </dgm:pt>
    <dgm:pt modelId="{67A76F92-3135-4B6E-AC2F-C73CF0DD2BB8}" type="sibTrans" cxnId="{85E691A0-9FBC-49E0-9C89-1737C217D070}">
      <dgm:prSet/>
      <dgm:spPr/>
      <dgm:t>
        <a:bodyPr/>
        <a:lstStyle/>
        <a:p>
          <a:endParaRPr lang="en-US"/>
        </a:p>
      </dgm:t>
    </dgm:pt>
    <dgm:pt modelId="{533CF24C-F59C-4170-B680-B4F89E846574}" type="pres">
      <dgm:prSet presAssocID="{ED0CEF55-996D-4ADE-B4AA-1A5D01319C00}" presName="root" presStyleCnt="0">
        <dgm:presLayoutVars>
          <dgm:dir/>
          <dgm:resizeHandles val="exact"/>
        </dgm:presLayoutVars>
      </dgm:prSet>
      <dgm:spPr/>
    </dgm:pt>
    <dgm:pt modelId="{67A072BC-B149-441A-8307-860966E49DC6}" type="pres">
      <dgm:prSet presAssocID="{0E1429C5-8355-4162-BECF-6FFAC6B9B7CB}" presName="compNode" presStyleCnt="0"/>
      <dgm:spPr/>
    </dgm:pt>
    <dgm:pt modelId="{C8D91E75-0929-42C3-85C3-B9A93C99C1C5}" type="pres">
      <dgm:prSet presAssocID="{0E1429C5-8355-4162-BECF-6FFAC6B9B7C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66FACB93-E19F-492A-A744-B44988FC5287}" type="pres">
      <dgm:prSet presAssocID="{0E1429C5-8355-4162-BECF-6FFAC6B9B7CB}" presName="iconSpace" presStyleCnt="0"/>
      <dgm:spPr/>
    </dgm:pt>
    <dgm:pt modelId="{9CA51CEE-D10E-4A0F-8411-7A9655B3E83D}" type="pres">
      <dgm:prSet presAssocID="{0E1429C5-8355-4162-BECF-6FFAC6B9B7CB}" presName="parTx" presStyleLbl="revTx" presStyleIdx="0" presStyleCnt="6">
        <dgm:presLayoutVars>
          <dgm:chMax val="0"/>
          <dgm:chPref val="0"/>
        </dgm:presLayoutVars>
      </dgm:prSet>
      <dgm:spPr/>
    </dgm:pt>
    <dgm:pt modelId="{DB9BE60F-1D16-41D7-9190-4F3FA4FF68C7}" type="pres">
      <dgm:prSet presAssocID="{0E1429C5-8355-4162-BECF-6FFAC6B9B7CB}" presName="txSpace" presStyleCnt="0"/>
      <dgm:spPr/>
    </dgm:pt>
    <dgm:pt modelId="{9E1AE944-60E4-4499-802D-5EB2E609545A}" type="pres">
      <dgm:prSet presAssocID="{0E1429C5-8355-4162-BECF-6FFAC6B9B7CB}" presName="desTx" presStyleLbl="revTx" presStyleIdx="1" presStyleCnt="6">
        <dgm:presLayoutVars/>
      </dgm:prSet>
      <dgm:spPr/>
    </dgm:pt>
    <dgm:pt modelId="{74AF4AE2-9E47-4936-8D6A-7F98420395F6}" type="pres">
      <dgm:prSet presAssocID="{33352142-3BBA-479D-AA05-0095796976E9}" presName="sibTrans" presStyleCnt="0"/>
      <dgm:spPr/>
    </dgm:pt>
    <dgm:pt modelId="{5E350D2C-D41C-44B0-94AA-B617CF39F0C7}" type="pres">
      <dgm:prSet presAssocID="{FFCE5E63-0B5A-427C-82F5-B7F425B4E303}" presName="compNode" presStyleCnt="0"/>
      <dgm:spPr/>
    </dgm:pt>
    <dgm:pt modelId="{EECAEDD0-A1D1-42B8-85AA-1F44065B9831}" type="pres">
      <dgm:prSet presAssocID="{FFCE5E63-0B5A-427C-82F5-B7F425B4E3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8FB1EB16-555C-4116-A96D-96613704B40E}" type="pres">
      <dgm:prSet presAssocID="{FFCE5E63-0B5A-427C-82F5-B7F425B4E303}" presName="iconSpace" presStyleCnt="0"/>
      <dgm:spPr/>
    </dgm:pt>
    <dgm:pt modelId="{FD48D217-D3F3-4785-AFD8-220CB99EB419}" type="pres">
      <dgm:prSet presAssocID="{FFCE5E63-0B5A-427C-82F5-B7F425B4E303}" presName="parTx" presStyleLbl="revTx" presStyleIdx="2" presStyleCnt="6">
        <dgm:presLayoutVars>
          <dgm:chMax val="0"/>
          <dgm:chPref val="0"/>
        </dgm:presLayoutVars>
      </dgm:prSet>
      <dgm:spPr/>
    </dgm:pt>
    <dgm:pt modelId="{83A39F7A-0782-414F-B0FC-EEF94C226F94}" type="pres">
      <dgm:prSet presAssocID="{FFCE5E63-0B5A-427C-82F5-B7F425B4E303}" presName="txSpace" presStyleCnt="0"/>
      <dgm:spPr/>
    </dgm:pt>
    <dgm:pt modelId="{BB2C2939-B8DF-46AF-BE8D-45BD52C26334}" type="pres">
      <dgm:prSet presAssocID="{FFCE5E63-0B5A-427C-82F5-B7F425B4E303}" presName="desTx" presStyleLbl="revTx" presStyleIdx="3" presStyleCnt="6">
        <dgm:presLayoutVars/>
      </dgm:prSet>
      <dgm:spPr/>
    </dgm:pt>
    <dgm:pt modelId="{B0BC4F45-A311-447F-BF7A-840ED8F009DC}" type="pres">
      <dgm:prSet presAssocID="{65992B49-AB65-49F8-8FE9-3DE25049873E}" presName="sibTrans" presStyleCnt="0"/>
      <dgm:spPr/>
    </dgm:pt>
    <dgm:pt modelId="{3AF90F06-DFEC-415C-B2B0-6D87896B2133}" type="pres">
      <dgm:prSet presAssocID="{A8399B56-0FEB-4D42-993D-5EB17516F361}" presName="compNode" presStyleCnt="0"/>
      <dgm:spPr/>
    </dgm:pt>
    <dgm:pt modelId="{3BB0610C-805A-480A-A26B-96839C054846}" type="pres">
      <dgm:prSet presAssocID="{A8399B56-0FEB-4D42-993D-5EB17516F3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0EB778B1-B354-45AF-866B-6FC3CACD9ACD}" type="pres">
      <dgm:prSet presAssocID="{A8399B56-0FEB-4D42-993D-5EB17516F361}" presName="iconSpace" presStyleCnt="0"/>
      <dgm:spPr/>
    </dgm:pt>
    <dgm:pt modelId="{FD3065C2-D71F-47E6-A09F-B2900AB9EF82}" type="pres">
      <dgm:prSet presAssocID="{A8399B56-0FEB-4D42-993D-5EB17516F361}" presName="parTx" presStyleLbl="revTx" presStyleIdx="4" presStyleCnt="6">
        <dgm:presLayoutVars>
          <dgm:chMax val="0"/>
          <dgm:chPref val="0"/>
        </dgm:presLayoutVars>
      </dgm:prSet>
      <dgm:spPr/>
    </dgm:pt>
    <dgm:pt modelId="{8896F371-AB91-44FC-BBB3-A66B8CD6AB99}" type="pres">
      <dgm:prSet presAssocID="{A8399B56-0FEB-4D42-993D-5EB17516F361}" presName="txSpace" presStyleCnt="0"/>
      <dgm:spPr/>
    </dgm:pt>
    <dgm:pt modelId="{29286292-419E-4F8F-9FF9-2AD8FDB99EF8}" type="pres">
      <dgm:prSet presAssocID="{A8399B56-0FEB-4D42-993D-5EB17516F361}" presName="desTx" presStyleLbl="revTx" presStyleIdx="5" presStyleCnt="6">
        <dgm:presLayoutVars/>
      </dgm:prSet>
      <dgm:spPr/>
    </dgm:pt>
  </dgm:ptLst>
  <dgm:cxnLst>
    <dgm:cxn modelId="{4D60A218-495B-4A48-9844-814326AC0E2A}" type="presOf" srcId="{FFCE5E63-0B5A-427C-82F5-B7F425B4E303}" destId="{FD48D217-D3F3-4785-AFD8-220CB99EB419}" srcOrd="0" destOrd="0" presId="urn:microsoft.com/office/officeart/2018/2/layout/IconLabelDescriptionList"/>
    <dgm:cxn modelId="{98724828-0815-477F-BC6E-573CAF938FA6}" srcId="{A8399B56-0FEB-4D42-993D-5EB17516F361}" destId="{1E492F87-23B8-4459-A113-7F5231E3EE19}" srcOrd="0" destOrd="0" parTransId="{7FF39EC2-FF75-4408-BDF2-DA6CAA892265}" sibTransId="{122117A3-81E2-4BD5-8E3D-1B4DEE984090}"/>
    <dgm:cxn modelId="{DD69C55F-5156-4832-A6C4-6E84AE174325}" type="presOf" srcId="{1DFF0121-74CF-4100-9AC3-BBA02790CEF9}" destId="{BB2C2939-B8DF-46AF-BE8D-45BD52C26334}" srcOrd="0" destOrd="0" presId="urn:microsoft.com/office/officeart/2018/2/layout/IconLabelDescriptionList"/>
    <dgm:cxn modelId="{06A66E4C-DC62-458A-9B55-ED3A93CFC77D}" srcId="{0E1429C5-8355-4162-BECF-6FFAC6B9B7CB}" destId="{050917C9-02B7-4194-AB67-1DA4FC3CEFE2}" srcOrd="0" destOrd="0" parTransId="{0C2C0F7D-5256-45B4-850B-6D0B4105D743}" sibTransId="{7FA586F3-5124-440E-A8EA-7217D18B8364}"/>
    <dgm:cxn modelId="{5705E06E-6E5D-44CE-B00E-C28622A5CCD3}" type="presOf" srcId="{050917C9-02B7-4194-AB67-1DA4FC3CEFE2}" destId="{9E1AE944-60E4-4499-802D-5EB2E609545A}" srcOrd="0" destOrd="0" presId="urn:microsoft.com/office/officeart/2018/2/layout/IconLabelDescriptionList"/>
    <dgm:cxn modelId="{C0E6667C-37BD-4215-806D-99E153969749}" srcId="{ED0CEF55-996D-4ADE-B4AA-1A5D01319C00}" destId="{FFCE5E63-0B5A-427C-82F5-B7F425B4E303}" srcOrd="1" destOrd="0" parTransId="{7898947D-A791-4622-AE94-87C68D9CC32B}" sibTransId="{65992B49-AB65-49F8-8FE9-3DE25049873E}"/>
    <dgm:cxn modelId="{3E84E381-8A2E-4E8E-869F-5DA2E338947D}" srcId="{FFCE5E63-0B5A-427C-82F5-B7F425B4E303}" destId="{1DFF0121-74CF-4100-9AC3-BBA02790CEF9}" srcOrd="0" destOrd="0" parTransId="{DD28CBF1-0C07-4DDD-9A27-A786FC572F7B}" sibTransId="{15B03A89-BD8B-420A-BA0D-B6F6EEC0E323}"/>
    <dgm:cxn modelId="{BFF5B794-73CC-4386-A31F-5B21855F5866}" type="presOf" srcId="{ED0CEF55-996D-4ADE-B4AA-1A5D01319C00}" destId="{533CF24C-F59C-4170-B680-B4F89E846574}" srcOrd="0" destOrd="0" presId="urn:microsoft.com/office/officeart/2018/2/layout/IconLabelDescriptionList"/>
    <dgm:cxn modelId="{806C349D-6B0E-4F64-8159-0F7ACA1B68D0}" type="presOf" srcId="{0E1429C5-8355-4162-BECF-6FFAC6B9B7CB}" destId="{9CA51CEE-D10E-4A0F-8411-7A9655B3E83D}" srcOrd="0" destOrd="0" presId="urn:microsoft.com/office/officeart/2018/2/layout/IconLabelDescriptionList"/>
    <dgm:cxn modelId="{85E691A0-9FBC-49E0-9C89-1737C217D070}" srcId="{A8399B56-0FEB-4D42-993D-5EB17516F361}" destId="{32324190-9364-4882-A216-662915E6403B}" srcOrd="1" destOrd="0" parTransId="{7F617D3D-E90A-4BD5-B133-1BC112E8F090}" sibTransId="{67A76F92-3135-4B6E-AC2F-C73CF0DD2BB8}"/>
    <dgm:cxn modelId="{716D80A2-8CE3-4EEB-8561-8F9317892D5F}" srcId="{0E1429C5-8355-4162-BECF-6FFAC6B9B7CB}" destId="{8B93A30B-85A1-4B43-94C0-E7D655B2E577}" srcOrd="1" destOrd="0" parTransId="{51469146-FEA0-4A05-9BA7-06EA8DA915A5}" sibTransId="{F6BC1C17-1622-4525-A0B8-D5DA2D2235DB}"/>
    <dgm:cxn modelId="{ED9D2AAC-0E84-4797-B846-1A61F95201D1}" type="presOf" srcId="{32324190-9364-4882-A216-662915E6403B}" destId="{29286292-419E-4F8F-9FF9-2AD8FDB99EF8}" srcOrd="0" destOrd="1" presId="urn:microsoft.com/office/officeart/2018/2/layout/IconLabelDescriptionList"/>
    <dgm:cxn modelId="{BF684CB4-FD97-4E47-89A6-F441892BB93C}" type="presOf" srcId="{A8399B56-0FEB-4D42-993D-5EB17516F361}" destId="{FD3065C2-D71F-47E6-A09F-B2900AB9EF82}" srcOrd="0" destOrd="0" presId="urn:microsoft.com/office/officeart/2018/2/layout/IconLabelDescriptionList"/>
    <dgm:cxn modelId="{144089CB-0A7B-48F9-907A-8CC7FC9FCE7B}" srcId="{FFCE5E63-0B5A-427C-82F5-B7F425B4E303}" destId="{679FD7DC-2867-4B62-A388-3AA3ECA64E4F}" srcOrd="1" destOrd="0" parTransId="{78ADDECC-9832-4A70-8133-9F6470340B21}" sibTransId="{6773CD40-7F05-493A-B3BF-6811E4DC257C}"/>
    <dgm:cxn modelId="{689CCFE0-2132-40EF-8577-F79BC517DE28}" type="presOf" srcId="{8B93A30B-85A1-4B43-94C0-E7D655B2E577}" destId="{9E1AE944-60E4-4499-802D-5EB2E609545A}" srcOrd="0" destOrd="1" presId="urn:microsoft.com/office/officeart/2018/2/layout/IconLabelDescriptionList"/>
    <dgm:cxn modelId="{BF822DF1-0D59-4924-913F-F68D029B2812}" srcId="{ED0CEF55-996D-4ADE-B4AA-1A5D01319C00}" destId="{0E1429C5-8355-4162-BECF-6FFAC6B9B7CB}" srcOrd="0" destOrd="0" parTransId="{59481387-436B-41FA-811C-E9D77B859A8F}" sibTransId="{33352142-3BBA-479D-AA05-0095796976E9}"/>
    <dgm:cxn modelId="{7D1364F3-AE4A-4525-B2B0-AD8B517E3353}" type="presOf" srcId="{1E492F87-23B8-4459-A113-7F5231E3EE19}" destId="{29286292-419E-4F8F-9FF9-2AD8FDB99EF8}" srcOrd="0" destOrd="0" presId="urn:microsoft.com/office/officeart/2018/2/layout/IconLabelDescriptionList"/>
    <dgm:cxn modelId="{4889D8F4-057F-4895-985E-EA5551779BE2}" type="presOf" srcId="{679FD7DC-2867-4B62-A388-3AA3ECA64E4F}" destId="{BB2C2939-B8DF-46AF-BE8D-45BD52C26334}" srcOrd="0" destOrd="1" presId="urn:microsoft.com/office/officeart/2018/2/layout/IconLabelDescriptionList"/>
    <dgm:cxn modelId="{3B9DEDF7-A851-4E09-BB3F-E7C334D6A8BA}" srcId="{ED0CEF55-996D-4ADE-B4AA-1A5D01319C00}" destId="{A8399B56-0FEB-4D42-993D-5EB17516F361}" srcOrd="2" destOrd="0" parTransId="{2738E75B-D92F-43D9-BD2D-09F64E5B9131}" sibTransId="{AC677CD7-0F91-42D3-8E89-18CB9CDAA8D4}"/>
    <dgm:cxn modelId="{E55732BC-41DB-4201-AEB2-FB81CC1892E9}" type="presParOf" srcId="{533CF24C-F59C-4170-B680-B4F89E846574}" destId="{67A072BC-B149-441A-8307-860966E49DC6}" srcOrd="0" destOrd="0" presId="urn:microsoft.com/office/officeart/2018/2/layout/IconLabelDescriptionList"/>
    <dgm:cxn modelId="{FEB91062-C98A-4EF6-9D53-0DCFAC8CE1CC}" type="presParOf" srcId="{67A072BC-B149-441A-8307-860966E49DC6}" destId="{C8D91E75-0929-42C3-85C3-B9A93C99C1C5}" srcOrd="0" destOrd="0" presId="urn:microsoft.com/office/officeart/2018/2/layout/IconLabelDescriptionList"/>
    <dgm:cxn modelId="{3E41A09F-0F67-4619-908C-3F919B7FBF8D}" type="presParOf" srcId="{67A072BC-B149-441A-8307-860966E49DC6}" destId="{66FACB93-E19F-492A-A744-B44988FC5287}" srcOrd="1" destOrd="0" presId="urn:microsoft.com/office/officeart/2018/2/layout/IconLabelDescriptionList"/>
    <dgm:cxn modelId="{B389F96D-AE20-4398-881A-5D88BCD74B56}" type="presParOf" srcId="{67A072BC-B149-441A-8307-860966E49DC6}" destId="{9CA51CEE-D10E-4A0F-8411-7A9655B3E83D}" srcOrd="2" destOrd="0" presId="urn:microsoft.com/office/officeart/2018/2/layout/IconLabelDescriptionList"/>
    <dgm:cxn modelId="{FC251CEF-F372-4ABD-B076-34C8891C7D7D}" type="presParOf" srcId="{67A072BC-B149-441A-8307-860966E49DC6}" destId="{DB9BE60F-1D16-41D7-9190-4F3FA4FF68C7}" srcOrd="3" destOrd="0" presId="urn:microsoft.com/office/officeart/2018/2/layout/IconLabelDescriptionList"/>
    <dgm:cxn modelId="{283B1E62-1332-44D7-A7C0-5A6806C839C2}" type="presParOf" srcId="{67A072BC-B149-441A-8307-860966E49DC6}" destId="{9E1AE944-60E4-4499-802D-5EB2E609545A}" srcOrd="4" destOrd="0" presId="urn:microsoft.com/office/officeart/2018/2/layout/IconLabelDescriptionList"/>
    <dgm:cxn modelId="{F9D586D0-C80F-4ED7-804C-B7AE54F4E07F}" type="presParOf" srcId="{533CF24C-F59C-4170-B680-B4F89E846574}" destId="{74AF4AE2-9E47-4936-8D6A-7F98420395F6}" srcOrd="1" destOrd="0" presId="urn:microsoft.com/office/officeart/2018/2/layout/IconLabelDescriptionList"/>
    <dgm:cxn modelId="{E1758F7E-3637-4850-9C7E-965C1A9CB142}" type="presParOf" srcId="{533CF24C-F59C-4170-B680-B4F89E846574}" destId="{5E350D2C-D41C-44B0-94AA-B617CF39F0C7}" srcOrd="2" destOrd="0" presId="urn:microsoft.com/office/officeart/2018/2/layout/IconLabelDescriptionList"/>
    <dgm:cxn modelId="{2A3FF26A-B545-47CC-B649-242E2FACC3A9}" type="presParOf" srcId="{5E350D2C-D41C-44B0-94AA-B617CF39F0C7}" destId="{EECAEDD0-A1D1-42B8-85AA-1F44065B9831}" srcOrd="0" destOrd="0" presId="urn:microsoft.com/office/officeart/2018/2/layout/IconLabelDescriptionList"/>
    <dgm:cxn modelId="{5CE4589D-0D58-4D56-AB63-8465CB508F21}" type="presParOf" srcId="{5E350D2C-D41C-44B0-94AA-B617CF39F0C7}" destId="{8FB1EB16-555C-4116-A96D-96613704B40E}" srcOrd="1" destOrd="0" presId="urn:microsoft.com/office/officeart/2018/2/layout/IconLabelDescriptionList"/>
    <dgm:cxn modelId="{FBD37FC7-9E01-4E89-A215-E3637FF07831}" type="presParOf" srcId="{5E350D2C-D41C-44B0-94AA-B617CF39F0C7}" destId="{FD48D217-D3F3-4785-AFD8-220CB99EB419}" srcOrd="2" destOrd="0" presId="urn:microsoft.com/office/officeart/2018/2/layout/IconLabelDescriptionList"/>
    <dgm:cxn modelId="{540A4646-7740-4EE8-8A0C-D9ABF048AF62}" type="presParOf" srcId="{5E350D2C-D41C-44B0-94AA-B617CF39F0C7}" destId="{83A39F7A-0782-414F-B0FC-EEF94C226F94}" srcOrd="3" destOrd="0" presId="urn:microsoft.com/office/officeart/2018/2/layout/IconLabelDescriptionList"/>
    <dgm:cxn modelId="{8F0AB00F-3F97-4EE3-BD0A-DF6191757123}" type="presParOf" srcId="{5E350D2C-D41C-44B0-94AA-B617CF39F0C7}" destId="{BB2C2939-B8DF-46AF-BE8D-45BD52C26334}" srcOrd="4" destOrd="0" presId="urn:microsoft.com/office/officeart/2018/2/layout/IconLabelDescriptionList"/>
    <dgm:cxn modelId="{8C2E3EAF-333D-41BF-BAB0-43208DB2558C}" type="presParOf" srcId="{533CF24C-F59C-4170-B680-B4F89E846574}" destId="{B0BC4F45-A311-447F-BF7A-840ED8F009DC}" srcOrd="3" destOrd="0" presId="urn:microsoft.com/office/officeart/2018/2/layout/IconLabelDescriptionList"/>
    <dgm:cxn modelId="{95650B20-CEF6-44E1-82F9-C116645EF45B}" type="presParOf" srcId="{533CF24C-F59C-4170-B680-B4F89E846574}" destId="{3AF90F06-DFEC-415C-B2B0-6D87896B2133}" srcOrd="4" destOrd="0" presId="urn:microsoft.com/office/officeart/2018/2/layout/IconLabelDescriptionList"/>
    <dgm:cxn modelId="{7C28A835-1E29-426A-86F7-404B715C978F}" type="presParOf" srcId="{3AF90F06-DFEC-415C-B2B0-6D87896B2133}" destId="{3BB0610C-805A-480A-A26B-96839C054846}" srcOrd="0" destOrd="0" presId="urn:microsoft.com/office/officeart/2018/2/layout/IconLabelDescriptionList"/>
    <dgm:cxn modelId="{B3050A19-C812-4DD9-8B30-FE91B104D2C5}" type="presParOf" srcId="{3AF90F06-DFEC-415C-B2B0-6D87896B2133}" destId="{0EB778B1-B354-45AF-866B-6FC3CACD9ACD}" srcOrd="1" destOrd="0" presId="urn:microsoft.com/office/officeart/2018/2/layout/IconLabelDescriptionList"/>
    <dgm:cxn modelId="{5D655E06-5CB8-4F36-87A6-129FF8FD26C8}" type="presParOf" srcId="{3AF90F06-DFEC-415C-B2B0-6D87896B2133}" destId="{FD3065C2-D71F-47E6-A09F-B2900AB9EF82}" srcOrd="2" destOrd="0" presId="urn:microsoft.com/office/officeart/2018/2/layout/IconLabelDescriptionList"/>
    <dgm:cxn modelId="{9C6FDD38-88DE-46D5-A46F-256BE8674E3F}" type="presParOf" srcId="{3AF90F06-DFEC-415C-B2B0-6D87896B2133}" destId="{8896F371-AB91-44FC-BBB3-A66B8CD6AB99}" srcOrd="3" destOrd="0" presId="urn:microsoft.com/office/officeart/2018/2/layout/IconLabelDescriptionList"/>
    <dgm:cxn modelId="{92B7DDC8-45B4-4084-A2F4-988CE7802C48}" type="presParOf" srcId="{3AF90F06-DFEC-415C-B2B0-6D87896B2133}" destId="{29286292-419E-4F8F-9FF9-2AD8FDB99EF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92197E-2AE2-418A-BA16-394007D4C2F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80AC99-DC4D-48A2-85E3-99F4435FA6E7}">
      <dgm:prSet/>
      <dgm:spPr/>
      <dgm:t>
        <a:bodyPr/>
        <a:lstStyle/>
        <a:p>
          <a:pPr>
            <a:defRPr cap="all"/>
          </a:pPr>
          <a:r>
            <a:rPr lang="en-US" dirty="0"/>
            <a:t>Agile project management (APM) is an </a:t>
          </a:r>
          <a:r>
            <a:rPr lang="en-US" b="1" dirty="0"/>
            <a:t>iterative approach</a:t>
          </a:r>
          <a:r>
            <a:rPr lang="en-US" dirty="0"/>
            <a:t> to planning and guiding project processes.</a:t>
          </a:r>
        </a:p>
      </dgm:t>
    </dgm:pt>
    <dgm:pt modelId="{C3107726-987A-4A76-B1D0-0EF437A098D3}" type="parTrans" cxnId="{CB5A4052-1CE7-436E-A27F-8C5FC9B710B0}">
      <dgm:prSet/>
      <dgm:spPr/>
      <dgm:t>
        <a:bodyPr/>
        <a:lstStyle/>
        <a:p>
          <a:endParaRPr lang="en-US"/>
        </a:p>
      </dgm:t>
    </dgm:pt>
    <dgm:pt modelId="{CCB986D9-A235-42C6-B743-923F2C75722E}" type="sibTrans" cxnId="{CB5A4052-1CE7-436E-A27F-8C5FC9B710B0}">
      <dgm:prSet/>
      <dgm:spPr/>
      <dgm:t>
        <a:bodyPr/>
        <a:lstStyle/>
        <a:p>
          <a:endParaRPr lang="en-US"/>
        </a:p>
      </dgm:t>
    </dgm:pt>
    <dgm:pt modelId="{A17F19C5-917F-4806-A240-3ABB126F8BF9}">
      <dgm:prSet/>
      <dgm:spPr/>
      <dgm:t>
        <a:bodyPr/>
        <a:lstStyle/>
        <a:p>
          <a:pPr>
            <a:defRPr cap="all"/>
          </a:pPr>
          <a:r>
            <a:rPr lang="en-US" dirty="0"/>
            <a:t>It breaks project processes into</a:t>
          </a:r>
          <a:r>
            <a:rPr lang="en-US" b="1" dirty="0"/>
            <a:t> smaller cycles</a:t>
          </a:r>
          <a:r>
            <a:rPr lang="en-US" dirty="0"/>
            <a:t> known as sprints or </a:t>
          </a:r>
          <a:r>
            <a:rPr lang="en-US" b="1" dirty="0"/>
            <a:t>iterations</a:t>
          </a:r>
          <a:r>
            <a:rPr lang="en-US" dirty="0"/>
            <a:t>.</a:t>
          </a:r>
        </a:p>
      </dgm:t>
    </dgm:pt>
    <dgm:pt modelId="{B8E0C161-776E-4078-A569-5E5D63A6746E}" type="parTrans" cxnId="{22E339FB-A965-4BFE-A6A1-2843B8545757}">
      <dgm:prSet/>
      <dgm:spPr/>
      <dgm:t>
        <a:bodyPr/>
        <a:lstStyle/>
        <a:p>
          <a:endParaRPr lang="en-US"/>
        </a:p>
      </dgm:t>
    </dgm:pt>
    <dgm:pt modelId="{F3E4D7D9-4B46-4B68-A44A-F2CF890F4637}" type="sibTrans" cxnId="{22E339FB-A965-4BFE-A6A1-2843B8545757}">
      <dgm:prSet/>
      <dgm:spPr/>
      <dgm:t>
        <a:bodyPr/>
        <a:lstStyle/>
        <a:p>
          <a:endParaRPr lang="en-US"/>
        </a:p>
      </dgm:t>
    </dgm:pt>
    <dgm:pt modelId="{CE22A360-69A7-4422-897A-EA6839FEDA69}">
      <dgm:prSet/>
      <dgm:spPr/>
      <dgm:t>
        <a:bodyPr/>
        <a:lstStyle/>
        <a:p>
          <a:pPr>
            <a:defRPr cap="all"/>
          </a:pPr>
          <a:r>
            <a:rPr lang="en-US" b="1" dirty="0"/>
            <a:t>Continuous releases </a:t>
          </a:r>
          <a:r>
            <a:rPr lang="en-US" dirty="0"/>
            <a:t>are a focus, incorporating feedback within each iteration.</a:t>
          </a:r>
        </a:p>
      </dgm:t>
    </dgm:pt>
    <dgm:pt modelId="{F0238143-E77E-4207-979F-C194E5EF5DD3}" type="parTrans" cxnId="{6F5C41E4-8ACF-451F-8DFB-621071A8CFE0}">
      <dgm:prSet/>
      <dgm:spPr/>
      <dgm:t>
        <a:bodyPr/>
        <a:lstStyle/>
        <a:p>
          <a:endParaRPr lang="en-US"/>
        </a:p>
      </dgm:t>
    </dgm:pt>
    <dgm:pt modelId="{3C2215CF-2B8E-4BFB-A1ED-9FD8588825A5}" type="sibTrans" cxnId="{6F5C41E4-8ACF-451F-8DFB-621071A8CFE0}">
      <dgm:prSet/>
      <dgm:spPr/>
      <dgm:t>
        <a:bodyPr/>
        <a:lstStyle/>
        <a:p>
          <a:endParaRPr lang="en-US"/>
        </a:p>
      </dgm:t>
    </dgm:pt>
    <dgm:pt modelId="{559A2901-8392-4C3F-A143-D11F286A5037}" type="pres">
      <dgm:prSet presAssocID="{3792197E-2AE2-418A-BA16-394007D4C2F5}" presName="root" presStyleCnt="0">
        <dgm:presLayoutVars>
          <dgm:dir/>
          <dgm:resizeHandles val="exact"/>
        </dgm:presLayoutVars>
      </dgm:prSet>
      <dgm:spPr/>
    </dgm:pt>
    <dgm:pt modelId="{805BD4FD-9FEE-4890-926C-FBB29F65E665}" type="pres">
      <dgm:prSet presAssocID="{A880AC99-DC4D-48A2-85E3-99F4435FA6E7}" presName="compNode" presStyleCnt="0"/>
      <dgm:spPr/>
    </dgm:pt>
    <dgm:pt modelId="{92373B40-8139-431A-867D-D6FFBD510FD3}" type="pres">
      <dgm:prSet presAssocID="{A880AC99-DC4D-48A2-85E3-99F4435FA6E7}" presName="iconBgRect" presStyleLbl="bgShp" presStyleIdx="0" presStyleCnt="3"/>
      <dgm:spPr/>
    </dgm:pt>
    <dgm:pt modelId="{905A1C0A-6D26-4906-A765-3C450DDD685A}" type="pres">
      <dgm:prSet presAssocID="{A880AC99-DC4D-48A2-85E3-99F4435FA6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62F1721-E05D-4A85-903D-9B44430EAF1A}" type="pres">
      <dgm:prSet presAssocID="{A880AC99-DC4D-48A2-85E3-99F4435FA6E7}" presName="spaceRect" presStyleCnt="0"/>
      <dgm:spPr/>
    </dgm:pt>
    <dgm:pt modelId="{8C9ED8D0-A72D-4D01-8B6E-ABE4C9AD8AFF}" type="pres">
      <dgm:prSet presAssocID="{A880AC99-DC4D-48A2-85E3-99F4435FA6E7}" presName="textRect" presStyleLbl="revTx" presStyleIdx="0" presStyleCnt="3">
        <dgm:presLayoutVars>
          <dgm:chMax val="1"/>
          <dgm:chPref val="1"/>
        </dgm:presLayoutVars>
      </dgm:prSet>
      <dgm:spPr/>
    </dgm:pt>
    <dgm:pt modelId="{B412EAF2-6B6D-4158-A684-79594C2BA9AE}" type="pres">
      <dgm:prSet presAssocID="{CCB986D9-A235-42C6-B743-923F2C75722E}" presName="sibTrans" presStyleCnt="0"/>
      <dgm:spPr/>
    </dgm:pt>
    <dgm:pt modelId="{6D85E6BD-ED4E-4E31-B71B-8B46410CDEEE}" type="pres">
      <dgm:prSet presAssocID="{A17F19C5-917F-4806-A240-3ABB126F8BF9}" presName="compNode" presStyleCnt="0"/>
      <dgm:spPr/>
    </dgm:pt>
    <dgm:pt modelId="{35352042-9C17-4BEB-8B3F-6D118A7CD878}" type="pres">
      <dgm:prSet presAssocID="{A17F19C5-917F-4806-A240-3ABB126F8BF9}" presName="iconBgRect" presStyleLbl="bgShp" presStyleIdx="1" presStyleCnt="3"/>
      <dgm:spPr/>
    </dgm:pt>
    <dgm:pt modelId="{5491A2AF-4C9B-4AF3-AD6A-EAEBC55910E4}" type="pres">
      <dgm:prSet presAssocID="{A17F19C5-917F-4806-A240-3ABB126F8B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29E3526A-CB17-45A3-8692-76C0E97C93E0}" type="pres">
      <dgm:prSet presAssocID="{A17F19C5-917F-4806-A240-3ABB126F8BF9}" presName="spaceRect" presStyleCnt="0"/>
      <dgm:spPr/>
    </dgm:pt>
    <dgm:pt modelId="{BF1FF5A9-4888-4889-8E7A-36F84F517287}" type="pres">
      <dgm:prSet presAssocID="{A17F19C5-917F-4806-A240-3ABB126F8BF9}" presName="textRect" presStyleLbl="revTx" presStyleIdx="1" presStyleCnt="3">
        <dgm:presLayoutVars>
          <dgm:chMax val="1"/>
          <dgm:chPref val="1"/>
        </dgm:presLayoutVars>
      </dgm:prSet>
      <dgm:spPr/>
    </dgm:pt>
    <dgm:pt modelId="{0C8AF2F1-8804-4BF5-A549-CA0123D2DD05}" type="pres">
      <dgm:prSet presAssocID="{F3E4D7D9-4B46-4B68-A44A-F2CF890F4637}" presName="sibTrans" presStyleCnt="0"/>
      <dgm:spPr/>
    </dgm:pt>
    <dgm:pt modelId="{13CDEE32-BD17-48A4-9BCB-10AAF980106F}" type="pres">
      <dgm:prSet presAssocID="{CE22A360-69A7-4422-897A-EA6839FEDA69}" presName="compNode" presStyleCnt="0"/>
      <dgm:spPr/>
    </dgm:pt>
    <dgm:pt modelId="{86BD2818-7E5E-4553-92DE-3A014E1E98BD}" type="pres">
      <dgm:prSet presAssocID="{CE22A360-69A7-4422-897A-EA6839FEDA69}" presName="iconBgRect" presStyleLbl="bgShp" presStyleIdx="2" presStyleCnt="3"/>
      <dgm:spPr/>
    </dgm:pt>
    <dgm:pt modelId="{0223C520-8F31-48FA-BCE2-E7BE2FCB8731}" type="pres">
      <dgm:prSet presAssocID="{CE22A360-69A7-4422-897A-EA6839FEDA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69AB703-E45B-4B72-B88F-14D435C9FF77}" type="pres">
      <dgm:prSet presAssocID="{CE22A360-69A7-4422-897A-EA6839FEDA69}" presName="spaceRect" presStyleCnt="0"/>
      <dgm:spPr/>
    </dgm:pt>
    <dgm:pt modelId="{CD16C1A9-F365-48C0-8692-685AD6F44B9D}" type="pres">
      <dgm:prSet presAssocID="{CE22A360-69A7-4422-897A-EA6839FEDA6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FD3441F-93E2-4FE6-BFFA-02C03DF8A6D4}" type="presOf" srcId="{CE22A360-69A7-4422-897A-EA6839FEDA69}" destId="{CD16C1A9-F365-48C0-8692-685AD6F44B9D}" srcOrd="0" destOrd="0" presId="urn:microsoft.com/office/officeart/2018/5/layout/IconCircleLabelList"/>
    <dgm:cxn modelId="{CB5A4052-1CE7-436E-A27F-8C5FC9B710B0}" srcId="{3792197E-2AE2-418A-BA16-394007D4C2F5}" destId="{A880AC99-DC4D-48A2-85E3-99F4435FA6E7}" srcOrd="0" destOrd="0" parTransId="{C3107726-987A-4A76-B1D0-0EF437A098D3}" sibTransId="{CCB986D9-A235-42C6-B743-923F2C75722E}"/>
    <dgm:cxn modelId="{09D1A4D9-EE92-4A2E-9577-C83322DCABDC}" type="presOf" srcId="{3792197E-2AE2-418A-BA16-394007D4C2F5}" destId="{559A2901-8392-4C3F-A143-D11F286A5037}" srcOrd="0" destOrd="0" presId="urn:microsoft.com/office/officeart/2018/5/layout/IconCircleLabelList"/>
    <dgm:cxn modelId="{6F5C41E4-8ACF-451F-8DFB-621071A8CFE0}" srcId="{3792197E-2AE2-418A-BA16-394007D4C2F5}" destId="{CE22A360-69A7-4422-897A-EA6839FEDA69}" srcOrd="2" destOrd="0" parTransId="{F0238143-E77E-4207-979F-C194E5EF5DD3}" sibTransId="{3C2215CF-2B8E-4BFB-A1ED-9FD8588825A5}"/>
    <dgm:cxn modelId="{C1BD76EE-44F7-4665-B0E1-17E86A884A7A}" type="presOf" srcId="{A17F19C5-917F-4806-A240-3ABB126F8BF9}" destId="{BF1FF5A9-4888-4889-8E7A-36F84F517287}" srcOrd="0" destOrd="0" presId="urn:microsoft.com/office/officeart/2018/5/layout/IconCircleLabelList"/>
    <dgm:cxn modelId="{22E339FB-A965-4BFE-A6A1-2843B8545757}" srcId="{3792197E-2AE2-418A-BA16-394007D4C2F5}" destId="{A17F19C5-917F-4806-A240-3ABB126F8BF9}" srcOrd="1" destOrd="0" parTransId="{B8E0C161-776E-4078-A569-5E5D63A6746E}" sibTransId="{F3E4D7D9-4B46-4B68-A44A-F2CF890F4637}"/>
    <dgm:cxn modelId="{3351E3FD-3523-429E-9D4F-710DDBE52E7E}" type="presOf" srcId="{A880AC99-DC4D-48A2-85E3-99F4435FA6E7}" destId="{8C9ED8D0-A72D-4D01-8B6E-ABE4C9AD8AFF}" srcOrd="0" destOrd="0" presId="urn:microsoft.com/office/officeart/2018/5/layout/IconCircleLabelList"/>
    <dgm:cxn modelId="{CD63F7F0-2BD7-4F08-AA78-BB896E3B0741}" type="presParOf" srcId="{559A2901-8392-4C3F-A143-D11F286A5037}" destId="{805BD4FD-9FEE-4890-926C-FBB29F65E665}" srcOrd="0" destOrd="0" presId="urn:microsoft.com/office/officeart/2018/5/layout/IconCircleLabelList"/>
    <dgm:cxn modelId="{344AFCDF-1DA1-4B2F-B1C7-AE9D6B0392CC}" type="presParOf" srcId="{805BD4FD-9FEE-4890-926C-FBB29F65E665}" destId="{92373B40-8139-431A-867D-D6FFBD510FD3}" srcOrd="0" destOrd="0" presId="urn:microsoft.com/office/officeart/2018/5/layout/IconCircleLabelList"/>
    <dgm:cxn modelId="{6DCC50CB-8FDD-432C-AFD3-8E69B42C33AF}" type="presParOf" srcId="{805BD4FD-9FEE-4890-926C-FBB29F65E665}" destId="{905A1C0A-6D26-4906-A765-3C450DDD685A}" srcOrd="1" destOrd="0" presId="urn:microsoft.com/office/officeart/2018/5/layout/IconCircleLabelList"/>
    <dgm:cxn modelId="{6F35C801-D56F-46C7-8D43-9C20D4888E51}" type="presParOf" srcId="{805BD4FD-9FEE-4890-926C-FBB29F65E665}" destId="{162F1721-E05D-4A85-903D-9B44430EAF1A}" srcOrd="2" destOrd="0" presId="urn:microsoft.com/office/officeart/2018/5/layout/IconCircleLabelList"/>
    <dgm:cxn modelId="{DBD35433-639B-45EE-9F1A-D8372CD41E8F}" type="presParOf" srcId="{805BD4FD-9FEE-4890-926C-FBB29F65E665}" destId="{8C9ED8D0-A72D-4D01-8B6E-ABE4C9AD8AFF}" srcOrd="3" destOrd="0" presId="urn:microsoft.com/office/officeart/2018/5/layout/IconCircleLabelList"/>
    <dgm:cxn modelId="{E8D6E3C5-719C-470D-9CAA-D8DC5EBA8CB5}" type="presParOf" srcId="{559A2901-8392-4C3F-A143-D11F286A5037}" destId="{B412EAF2-6B6D-4158-A684-79594C2BA9AE}" srcOrd="1" destOrd="0" presId="urn:microsoft.com/office/officeart/2018/5/layout/IconCircleLabelList"/>
    <dgm:cxn modelId="{931F680C-825B-4011-AFB5-9FF1119658BF}" type="presParOf" srcId="{559A2901-8392-4C3F-A143-D11F286A5037}" destId="{6D85E6BD-ED4E-4E31-B71B-8B46410CDEEE}" srcOrd="2" destOrd="0" presId="urn:microsoft.com/office/officeart/2018/5/layout/IconCircleLabelList"/>
    <dgm:cxn modelId="{96A3A8FA-9C3A-4FA5-A0C0-E76669F45034}" type="presParOf" srcId="{6D85E6BD-ED4E-4E31-B71B-8B46410CDEEE}" destId="{35352042-9C17-4BEB-8B3F-6D118A7CD878}" srcOrd="0" destOrd="0" presId="urn:microsoft.com/office/officeart/2018/5/layout/IconCircleLabelList"/>
    <dgm:cxn modelId="{289ABF35-2815-458F-BFE7-525E4B224513}" type="presParOf" srcId="{6D85E6BD-ED4E-4E31-B71B-8B46410CDEEE}" destId="{5491A2AF-4C9B-4AF3-AD6A-EAEBC55910E4}" srcOrd="1" destOrd="0" presId="urn:microsoft.com/office/officeart/2018/5/layout/IconCircleLabelList"/>
    <dgm:cxn modelId="{C2802329-0FBC-4BB6-A411-16B9274891FA}" type="presParOf" srcId="{6D85E6BD-ED4E-4E31-B71B-8B46410CDEEE}" destId="{29E3526A-CB17-45A3-8692-76C0E97C93E0}" srcOrd="2" destOrd="0" presId="urn:microsoft.com/office/officeart/2018/5/layout/IconCircleLabelList"/>
    <dgm:cxn modelId="{3F59A05E-C618-4FB5-BC0F-12FFA17367BC}" type="presParOf" srcId="{6D85E6BD-ED4E-4E31-B71B-8B46410CDEEE}" destId="{BF1FF5A9-4888-4889-8E7A-36F84F517287}" srcOrd="3" destOrd="0" presId="urn:microsoft.com/office/officeart/2018/5/layout/IconCircleLabelList"/>
    <dgm:cxn modelId="{80501B20-84FD-48FA-BC53-8BFAF8C3EEBC}" type="presParOf" srcId="{559A2901-8392-4C3F-A143-D11F286A5037}" destId="{0C8AF2F1-8804-4BF5-A549-CA0123D2DD05}" srcOrd="3" destOrd="0" presId="urn:microsoft.com/office/officeart/2018/5/layout/IconCircleLabelList"/>
    <dgm:cxn modelId="{5F5A6BD4-0A30-4B05-9DDE-FBE09D7DCF61}" type="presParOf" srcId="{559A2901-8392-4C3F-A143-D11F286A5037}" destId="{13CDEE32-BD17-48A4-9BCB-10AAF980106F}" srcOrd="4" destOrd="0" presId="urn:microsoft.com/office/officeart/2018/5/layout/IconCircleLabelList"/>
    <dgm:cxn modelId="{1147D2D8-3520-443A-9B59-D082983D0DF9}" type="presParOf" srcId="{13CDEE32-BD17-48A4-9BCB-10AAF980106F}" destId="{86BD2818-7E5E-4553-92DE-3A014E1E98BD}" srcOrd="0" destOrd="0" presId="urn:microsoft.com/office/officeart/2018/5/layout/IconCircleLabelList"/>
    <dgm:cxn modelId="{5CB1C3C7-996C-458F-90D2-8D2CADA78E66}" type="presParOf" srcId="{13CDEE32-BD17-48A4-9BCB-10AAF980106F}" destId="{0223C520-8F31-48FA-BCE2-E7BE2FCB8731}" srcOrd="1" destOrd="0" presId="urn:microsoft.com/office/officeart/2018/5/layout/IconCircleLabelList"/>
    <dgm:cxn modelId="{6E13509C-F87B-40D8-94FB-6BA4DCFD46BD}" type="presParOf" srcId="{13CDEE32-BD17-48A4-9BCB-10AAF980106F}" destId="{069AB703-E45B-4B72-B88F-14D435C9FF77}" srcOrd="2" destOrd="0" presId="urn:microsoft.com/office/officeart/2018/5/layout/IconCircleLabelList"/>
    <dgm:cxn modelId="{27EA07AE-2391-481D-BC96-39989A43DF4A}" type="presParOf" srcId="{13CDEE32-BD17-48A4-9BCB-10AAF980106F}" destId="{CD16C1A9-F365-48C0-8692-685AD6F44B9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3E93F3-FD71-45A6-9FE4-43C91140ECA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43B5CA-78FF-4DDA-A506-BA0EB99DAF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Optimal Resource </a:t>
          </a:r>
          <a:r>
            <a:rPr lang="en-US" b="1" dirty="0"/>
            <a:t>Utilization</a:t>
          </a:r>
          <a:r>
            <a:rPr lang="en-US" dirty="0"/>
            <a:t>: The approach facilitates swift deployment while minimizing resource wastage, ensuring efficient resource management.</a:t>
          </a:r>
        </a:p>
      </dgm:t>
    </dgm:pt>
    <dgm:pt modelId="{01106850-8DD1-4E17-B1F7-830720AAA2EA}" type="parTrans" cxnId="{76469AF2-DA05-4DA7-AAAF-E300CCBAD66D}">
      <dgm:prSet/>
      <dgm:spPr/>
      <dgm:t>
        <a:bodyPr/>
        <a:lstStyle/>
        <a:p>
          <a:endParaRPr lang="en-US"/>
        </a:p>
      </dgm:t>
    </dgm:pt>
    <dgm:pt modelId="{F7318F7B-19D9-48E8-8FAE-AFD7FDA465D2}" type="sibTrans" cxnId="{76469AF2-DA05-4DA7-AAAF-E300CCBAD66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DF1872-D213-481B-8FAC-21FEF87D45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Heightened </a:t>
          </a:r>
          <a:r>
            <a:rPr lang="en-US" b="1" dirty="0"/>
            <a:t>Flexibility </a:t>
          </a:r>
          <a:r>
            <a:rPr lang="en-US" dirty="0"/>
            <a:t>and </a:t>
          </a:r>
          <a:r>
            <a:rPr lang="en-US" b="1" dirty="0"/>
            <a:t>Adaptability</a:t>
          </a:r>
          <a:r>
            <a:rPr lang="en-US" dirty="0"/>
            <a:t>: Developers can more effectively adjust to changes and implement necessary modifications, showcasing greater adaptability.</a:t>
          </a:r>
        </a:p>
      </dgm:t>
    </dgm:pt>
    <dgm:pt modelId="{10E9612C-4EDA-4646-B8E6-5495A58C81FF}" type="parTrans" cxnId="{588A0F17-7D0F-45EC-93C2-BD5B9DE9A52E}">
      <dgm:prSet/>
      <dgm:spPr/>
      <dgm:t>
        <a:bodyPr/>
        <a:lstStyle/>
        <a:p>
          <a:endParaRPr lang="en-US"/>
        </a:p>
      </dgm:t>
    </dgm:pt>
    <dgm:pt modelId="{0F6F22AD-BD7B-496E-8FC4-CFCC6CE4F931}" type="sibTrans" cxnId="{588A0F17-7D0F-45EC-93C2-BD5B9DE9A5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FE2A8C-5534-4A9A-94E2-83EFE663D6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Swift </a:t>
          </a:r>
          <a:r>
            <a:rPr lang="en-US" b="1" dirty="0"/>
            <a:t>Problem Identification</a:t>
          </a:r>
          <a:r>
            <a:rPr lang="en-US" dirty="0"/>
            <a:t>: The method enables rapid issue recognition, leading to quicker resolutions and improved project control.</a:t>
          </a:r>
        </a:p>
      </dgm:t>
    </dgm:pt>
    <dgm:pt modelId="{85EF3D48-A0A4-4C45-8F42-DC19DF4C8754}" type="parTrans" cxnId="{B3DB6DE6-ACC7-4831-977C-0C0B42F2D209}">
      <dgm:prSet/>
      <dgm:spPr/>
      <dgm:t>
        <a:bodyPr/>
        <a:lstStyle/>
        <a:p>
          <a:endParaRPr lang="en-US"/>
        </a:p>
      </dgm:t>
    </dgm:pt>
    <dgm:pt modelId="{A7DCD25C-F260-4F7F-B268-78E94D656835}" type="sibTrans" cxnId="{B3DB6DE6-ACC7-4831-977C-0C0B42F2D2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E255F1-913A-46DF-BE82-B6F360F858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Amplified </a:t>
          </a:r>
          <a:r>
            <a:rPr lang="en-US" b="1" dirty="0"/>
            <a:t>User Collaboration</a:t>
          </a:r>
          <a:r>
            <a:rPr lang="en-US" dirty="0"/>
            <a:t>: There is an increased interaction with users, fostering the development of products that align more closely with user requirements</a:t>
          </a:r>
        </a:p>
      </dgm:t>
    </dgm:pt>
    <dgm:pt modelId="{C136FF4D-E12D-4ADA-9A73-53FE7916608F}" type="parTrans" cxnId="{693BE39D-1632-4348-B1E4-BD629E7C08B6}">
      <dgm:prSet/>
      <dgm:spPr/>
      <dgm:t>
        <a:bodyPr/>
        <a:lstStyle/>
        <a:p>
          <a:endParaRPr lang="en-US"/>
        </a:p>
      </dgm:t>
    </dgm:pt>
    <dgm:pt modelId="{5AA53201-2DB8-4DCD-AB4F-75C9AC9D7A0A}" type="sibTrans" cxnId="{693BE39D-1632-4348-B1E4-BD629E7C08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BE60FE-599E-4BEE-AA0B-D7BA5F5AB04D}" type="pres">
      <dgm:prSet presAssocID="{903E93F3-FD71-45A6-9FE4-43C91140ECA4}" presName="root" presStyleCnt="0">
        <dgm:presLayoutVars>
          <dgm:dir/>
          <dgm:resizeHandles val="exact"/>
        </dgm:presLayoutVars>
      </dgm:prSet>
      <dgm:spPr/>
    </dgm:pt>
    <dgm:pt modelId="{E9F25711-A3BC-4335-9A6C-E813DE7005C1}" type="pres">
      <dgm:prSet presAssocID="{903E93F3-FD71-45A6-9FE4-43C91140ECA4}" presName="container" presStyleCnt="0">
        <dgm:presLayoutVars>
          <dgm:dir/>
          <dgm:resizeHandles val="exact"/>
        </dgm:presLayoutVars>
      </dgm:prSet>
      <dgm:spPr/>
    </dgm:pt>
    <dgm:pt modelId="{9B5A1E00-9E9F-4709-B81E-E322FB1C574F}" type="pres">
      <dgm:prSet presAssocID="{FC43B5CA-78FF-4DDA-A506-BA0EB99DAFD8}" presName="compNode" presStyleCnt="0"/>
      <dgm:spPr/>
    </dgm:pt>
    <dgm:pt modelId="{A3918752-9794-4255-98E0-3FD31BF08449}" type="pres">
      <dgm:prSet presAssocID="{FC43B5CA-78FF-4DDA-A506-BA0EB99DAFD8}" presName="iconBgRect" presStyleLbl="bgShp" presStyleIdx="0" presStyleCnt="4"/>
      <dgm:spPr/>
    </dgm:pt>
    <dgm:pt modelId="{6C59E26E-B988-4CB4-A06C-519B622D613D}" type="pres">
      <dgm:prSet presAssocID="{FC43B5CA-78FF-4DDA-A506-BA0EB99DAFD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A04150A-986A-47A3-AFFF-3EC0D7B7840F}" type="pres">
      <dgm:prSet presAssocID="{FC43B5CA-78FF-4DDA-A506-BA0EB99DAFD8}" presName="spaceRect" presStyleCnt="0"/>
      <dgm:spPr/>
    </dgm:pt>
    <dgm:pt modelId="{17C8F4FD-9A2D-4000-87FE-D711D2DCD633}" type="pres">
      <dgm:prSet presAssocID="{FC43B5CA-78FF-4DDA-A506-BA0EB99DAFD8}" presName="textRect" presStyleLbl="revTx" presStyleIdx="0" presStyleCnt="4">
        <dgm:presLayoutVars>
          <dgm:chMax val="1"/>
          <dgm:chPref val="1"/>
        </dgm:presLayoutVars>
      </dgm:prSet>
      <dgm:spPr/>
    </dgm:pt>
    <dgm:pt modelId="{C009AB8C-D2E0-4E92-8E77-CCF094DD616A}" type="pres">
      <dgm:prSet presAssocID="{F7318F7B-19D9-48E8-8FAE-AFD7FDA465D2}" presName="sibTrans" presStyleLbl="sibTrans2D1" presStyleIdx="0" presStyleCnt="0"/>
      <dgm:spPr/>
    </dgm:pt>
    <dgm:pt modelId="{7D01116D-1E4D-4C0E-9D1F-BE8442FE5E23}" type="pres">
      <dgm:prSet presAssocID="{82DF1872-D213-481B-8FAC-21FEF87D45C0}" presName="compNode" presStyleCnt="0"/>
      <dgm:spPr/>
    </dgm:pt>
    <dgm:pt modelId="{6EA8A33D-482B-463B-B674-6D8E48B93BAE}" type="pres">
      <dgm:prSet presAssocID="{82DF1872-D213-481B-8FAC-21FEF87D45C0}" presName="iconBgRect" presStyleLbl="bgShp" presStyleIdx="1" presStyleCnt="4"/>
      <dgm:spPr/>
    </dgm:pt>
    <dgm:pt modelId="{49BC2AAC-2B75-49E7-8779-8C39E7AAF9CE}" type="pres">
      <dgm:prSet presAssocID="{82DF1872-D213-481B-8FAC-21FEF87D45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2EB0F34-155A-4A6C-A41C-094877FF0BB1}" type="pres">
      <dgm:prSet presAssocID="{82DF1872-D213-481B-8FAC-21FEF87D45C0}" presName="spaceRect" presStyleCnt="0"/>
      <dgm:spPr/>
    </dgm:pt>
    <dgm:pt modelId="{C30C08CC-B372-4724-BDD4-AA786C42750C}" type="pres">
      <dgm:prSet presAssocID="{82DF1872-D213-481B-8FAC-21FEF87D45C0}" presName="textRect" presStyleLbl="revTx" presStyleIdx="1" presStyleCnt="4">
        <dgm:presLayoutVars>
          <dgm:chMax val="1"/>
          <dgm:chPref val="1"/>
        </dgm:presLayoutVars>
      </dgm:prSet>
      <dgm:spPr/>
    </dgm:pt>
    <dgm:pt modelId="{3738FC24-63B3-4017-A93B-208244464A88}" type="pres">
      <dgm:prSet presAssocID="{0F6F22AD-BD7B-496E-8FC4-CFCC6CE4F931}" presName="sibTrans" presStyleLbl="sibTrans2D1" presStyleIdx="0" presStyleCnt="0"/>
      <dgm:spPr/>
    </dgm:pt>
    <dgm:pt modelId="{45AE93ED-6A97-430C-8500-6402BDF182BA}" type="pres">
      <dgm:prSet presAssocID="{56FE2A8C-5534-4A9A-94E2-83EFE663D694}" presName="compNode" presStyleCnt="0"/>
      <dgm:spPr/>
    </dgm:pt>
    <dgm:pt modelId="{863E3468-DBAE-4021-8C1B-F811FEB38263}" type="pres">
      <dgm:prSet presAssocID="{56FE2A8C-5534-4A9A-94E2-83EFE663D694}" presName="iconBgRect" presStyleLbl="bgShp" presStyleIdx="2" presStyleCnt="4"/>
      <dgm:spPr/>
    </dgm:pt>
    <dgm:pt modelId="{E31F4020-320F-4096-9E94-18488CED179B}" type="pres">
      <dgm:prSet presAssocID="{56FE2A8C-5534-4A9A-94E2-83EFE663D69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5B05C6C-A82D-4B1D-9326-E87E84AFAEEF}" type="pres">
      <dgm:prSet presAssocID="{56FE2A8C-5534-4A9A-94E2-83EFE663D694}" presName="spaceRect" presStyleCnt="0"/>
      <dgm:spPr/>
    </dgm:pt>
    <dgm:pt modelId="{FF43AB5D-4703-443F-93DB-79813F30B4CC}" type="pres">
      <dgm:prSet presAssocID="{56FE2A8C-5534-4A9A-94E2-83EFE663D694}" presName="textRect" presStyleLbl="revTx" presStyleIdx="2" presStyleCnt="4">
        <dgm:presLayoutVars>
          <dgm:chMax val="1"/>
          <dgm:chPref val="1"/>
        </dgm:presLayoutVars>
      </dgm:prSet>
      <dgm:spPr/>
    </dgm:pt>
    <dgm:pt modelId="{9946D651-D834-4BCA-AB00-29D3C43E0534}" type="pres">
      <dgm:prSet presAssocID="{A7DCD25C-F260-4F7F-B268-78E94D656835}" presName="sibTrans" presStyleLbl="sibTrans2D1" presStyleIdx="0" presStyleCnt="0"/>
      <dgm:spPr/>
    </dgm:pt>
    <dgm:pt modelId="{97E6F87A-B7BA-4074-8F2A-55EF81703FF0}" type="pres">
      <dgm:prSet presAssocID="{5FE255F1-913A-46DF-BE82-B6F360F858F6}" presName="compNode" presStyleCnt="0"/>
      <dgm:spPr/>
    </dgm:pt>
    <dgm:pt modelId="{8C5783D1-C0AD-44CE-A1A3-22319383207D}" type="pres">
      <dgm:prSet presAssocID="{5FE255F1-913A-46DF-BE82-B6F360F858F6}" presName="iconBgRect" presStyleLbl="bgShp" presStyleIdx="3" presStyleCnt="4"/>
      <dgm:spPr/>
    </dgm:pt>
    <dgm:pt modelId="{834FD1D9-AD08-401A-836D-94D5FE6C4C3D}" type="pres">
      <dgm:prSet presAssocID="{5FE255F1-913A-46DF-BE82-B6F360F858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3ACA1763-B6E9-4AC1-8CAD-1F48D9BB4C38}" type="pres">
      <dgm:prSet presAssocID="{5FE255F1-913A-46DF-BE82-B6F360F858F6}" presName="spaceRect" presStyleCnt="0"/>
      <dgm:spPr/>
    </dgm:pt>
    <dgm:pt modelId="{EEAD7F91-D35D-49CA-BCF7-CA3EB43F0F39}" type="pres">
      <dgm:prSet presAssocID="{5FE255F1-913A-46DF-BE82-B6F360F858F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88A0F17-7D0F-45EC-93C2-BD5B9DE9A52E}" srcId="{903E93F3-FD71-45A6-9FE4-43C91140ECA4}" destId="{82DF1872-D213-481B-8FAC-21FEF87D45C0}" srcOrd="1" destOrd="0" parTransId="{10E9612C-4EDA-4646-B8E6-5495A58C81FF}" sibTransId="{0F6F22AD-BD7B-496E-8FC4-CFCC6CE4F931}"/>
    <dgm:cxn modelId="{CE29E12A-D2BD-41B4-B3FF-897F95E9A373}" type="presOf" srcId="{A7DCD25C-F260-4F7F-B268-78E94D656835}" destId="{9946D651-D834-4BCA-AB00-29D3C43E0534}" srcOrd="0" destOrd="0" presId="urn:microsoft.com/office/officeart/2018/2/layout/IconCircleList"/>
    <dgm:cxn modelId="{9CCD936C-E305-46C1-9EB5-92580A83EC9E}" type="presOf" srcId="{0F6F22AD-BD7B-496E-8FC4-CFCC6CE4F931}" destId="{3738FC24-63B3-4017-A93B-208244464A88}" srcOrd="0" destOrd="0" presId="urn:microsoft.com/office/officeart/2018/2/layout/IconCircleList"/>
    <dgm:cxn modelId="{F05CB470-8301-438C-B484-452E3AAF01D4}" type="presOf" srcId="{FC43B5CA-78FF-4DDA-A506-BA0EB99DAFD8}" destId="{17C8F4FD-9A2D-4000-87FE-D711D2DCD633}" srcOrd="0" destOrd="0" presId="urn:microsoft.com/office/officeart/2018/2/layout/IconCircleList"/>
    <dgm:cxn modelId="{32781A59-AD7E-4127-8B5E-65CFC8074A16}" type="presOf" srcId="{56FE2A8C-5534-4A9A-94E2-83EFE663D694}" destId="{FF43AB5D-4703-443F-93DB-79813F30B4CC}" srcOrd="0" destOrd="0" presId="urn:microsoft.com/office/officeart/2018/2/layout/IconCircleList"/>
    <dgm:cxn modelId="{693BE39D-1632-4348-B1E4-BD629E7C08B6}" srcId="{903E93F3-FD71-45A6-9FE4-43C91140ECA4}" destId="{5FE255F1-913A-46DF-BE82-B6F360F858F6}" srcOrd="3" destOrd="0" parTransId="{C136FF4D-E12D-4ADA-9A73-53FE7916608F}" sibTransId="{5AA53201-2DB8-4DCD-AB4F-75C9AC9D7A0A}"/>
    <dgm:cxn modelId="{D56EC2C6-4B83-457A-84A8-6682D0ADB8CA}" type="presOf" srcId="{5FE255F1-913A-46DF-BE82-B6F360F858F6}" destId="{EEAD7F91-D35D-49CA-BCF7-CA3EB43F0F39}" srcOrd="0" destOrd="0" presId="urn:microsoft.com/office/officeart/2018/2/layout/IconCircleList"/>
    <dgm:cxn modelId="{148F12E6-0354-4201-B753-CC5B0B66F520}" type="presOf" srcId="{82DF1872-D213-481B-8FAC-21FEF87D45C0}" destId="{C30C08CC-B372-4724-BDD4-AA786C42750C}" srcOrd="0" destOrd="0" presId="urn:microsoft.com/office/officeart/2018/2/layout/IconCircleList"/>
    <dgm:cxn modelId="{B3DB6DE6-ACC7-4831-977C-0C0B42F2D209}" srcId="{903E93F3-FD71-45A6-9FE4-43C91140ECA4}" destId="{56FE2A8C-5534-4A9A-94E2-83EFE663D694}" srcOrd="2" destOrd="0" parTransId="{85EF3D48-A0A4-4C45-8F42-DC19DF4C8754}" sibTransId="{A7DCD25C-F260-4F7F-B268-78E94D656835}"/>
    <dgm:cxn modelId="{76469AF2-DA05-4DA7-AAAF-E300CCBAD66D}" srcId="{903E93F3-FD71-45A6-9FE4-43C91140ECA4}" destId="{FC43B5CA-78FF-4DDA-A506-BA0EB99DAFD8}" srcOrd="0" destOrd="0" parTransId="{01106850-8DD1-4E17-B1F7-830720AAA2EA}" sibTransId="{F7318F7B-19D9-48E8-8FAE-AFD7FDA465D2}"/>
    <dgm:cxn modelId="{B3A189F5-F9FA-47E6-8F40-2FBC9F6B71E1}" type="presOf" srcId="{F7318F7B-19D9-48E8-8FAE-AFD7FDA465D2}" destId="{C009AB8C-D2E0-4E92-8E77-CCF094DD616A}" srcOrd="0" destOrd="0" presId="urn:microsoft.com/office/officeart/2018/2/layout/IconCircleList"/>
    <dgm:cxn modelId="{0DA2ABF5-52BC-44FE-BEB9-E4755655C412}" type="presOf" srcId="{903E93F3-FD71-45A6-9FE4-43C91140ECA4}" destId="{B8BE60FE-599E-4BEE-AA0B-D7BA5F5AB04D}" srcOrd="0" destOrd="0" presId="urn:microsoft.com/office/officeart/2018/2/layout/IconCircleList"/>
    <dgm:cxn modelId="{5E289561-5A66-4D9C-B708-D28AF585D8D2}" type="presParOf" srcId="{B8BE60FE-599E-4BEE-AA0B-D7BA5F5AB04D}" destId="{E9F25711-A3BC-4335-9A6C-E813DE7005C1}" srcOrd="0" destOrd="0" presId="urn:microsoft.com/office/officeart/2018/2/layout/IconCircleList"/>
    <dgm:cxn modelId="{41F163BD-35F4-4FC0-AFD0-46CB42678735}" type="presParOf" srcId="{E9F25711-A3BC-4335-9A6C-E813DE7005C1}" destId="{9B5A1E00-9E9F-4709-B81E-E322FB1C574F}" srcOrd="0" destOrd="0" presId="urn:microsoft.com/office/officeart/2018/2/layout/IconCircleList"/>
    <dgm:cxn modelId="{75B68428-4AD8-4634-9534-97EFFC51C266}" type="presParOf" srcId="{9B5A1E00-9E9F-4709-B81E-E322FB1C574F}" destId="{A3918752-9794-4255-98E0-3FD31BF08449}" srcOrd="0" destOrd="0" presId="urn:microsoft.com/office/officeart/2018/2/layout/IconCircleList"/>
    <dgm:cxn modelId="{0DB562B8-DB3A-4769-92E3-622F46098E12}" type="presParOf" srcId="{9B5A1E00-9E9F-4709-B81E-E322FB1C574F}" destId="{6C59E26E-B988-4CB4-A06C-519B622D613D}" srcOrd="1" destOrd="0" presId="urn:microsoft.com/office/officeart/2018/2/layout/IconCircleList"/>
    <dgm:cxn modelId="{23D3B547-8A20-4F80-B4F8-BC1F23BE3D71}" type="presParOf" srcId="{9B5A1E00-9E9F-4709-B81E-E322FB1C574F}" destId="{6A04150A-986A-47A3-AFFF-3EC0D7B7840F}" srcOrd="2" destOrd="0" presId="urn:microsoft.com/office/officeart/2018/2/layout/IconCircleList"/>
    <dgm:cxn modelId="{E4EFA8E8-1BC7-41DD-A90B-0F35FAB361C9}" type="presParOf" srcId="{9B5A1E00-9E9F-4709-B81E-E322FB1C574F}" destId="{17C8F4FD-9A2D-4000-87FE-D711D2DCD633}" srcOrd="3" destOrd="0" presId="urn:microsoft.com/office/officeart/2018/2/layout/IconCircleList"/>
    <dgm:cxn modelId="{1BFDFABF-4B17-4D05-81D6-7BA646674ADC}" type="presParOf" srcId="{E9F25711-A3BC-4335-9A6C-E813DE7005C1}" destId="{C009AB8C-D2E0-4E92-8E77-CCF094DD616A}" srcOrd="1" destOrd="0" presId="urn:microsoft.com/office/officeart/2018/2/layout/IconCircleList"/>
    <dgm:cxn modelId="{3A53D924-0D29-4B04-BEBD-C66EFDEDBF9D}" type="presParOf" srcId="{E9F25711-A3BC-4335-9A6C-E813DE7005C1}" destId="{7D01116D-1E4D-4C0E-9D1F-BE8442FE5E23}" srcOrd="2" destOrd="0" presId="urn:microsoft.com/office/officeart/2018/2/layout/IconCircleList"/>
    <dgm:cxn modelId="{AFDD79D2-07A2-4CA6-8FB5-5CC20D86577A}" type="presParOf" srcId="{7D01116D-1E4D-4C0E-9D1F-BE8442FE5E23}" destId="{6EA8A33D-482B-463B-B674-6D8E48B93BAE}" srcOrd="0" destOrd="0" presId="urn:microsoft.com/office/officeart/2018/2/layout/IconCircleList"/>
    <dgm:cxn modelId="{DEC5A8E9-0BC4-4E31-B0C9-972FAC50F03D}" type="presParOf" srcId="{7D01116D-1E4D-4C0E-9D1F-BE8442FE5E23}" destId="{49BC2AAC-2B75-49E7-8779-8C39E7AAF9CE}" srcOrd="1" destOrd="0" presId="urn:microsoft.com/office/officeart/2018/2/layout/IconCircleList"/>
    <dgm:cxn modelId="{B78188A3-2EDD-4802-84BB-12C7BD2C9454}" type="presParOf" srcId="{7D01116D-1E4D-4C0E-9D1F-BE8442FE5E23}" destId="{F2EB0F34-155A-4A6C-A41C-094877FF0BB1}" srcOrd="2" destOrd="0" presId="urn:microsoft.com/office/officeart/2018/2/layout/IconCircleList"/>
    <dgm:cxn modelId="{BD429F59-45C1-488E-B00C-C9C923B9D1A0}" type="presParOf" srcId="{7D01116D-1E4D-4C0E-9D1F-BE8442FE5E23}" destId="{C30C08CC-B372-4724-BDD4-AA786C42750C}" srcOrd="3" destOrd="0" presId="urn:microsoft.com/office/officeart/2018/2/layout/IconCircleList"/>
    <dgm:cxn modelId="{DAD7ACD4-5FBE-468A-B5F0-D4099B9FC8A5}" type="presParOf" srcId="{E9F25711-A3BC-4335-9A6C-E813DE7005C1}" destId="{3738FC24-63B3-4017-A93B-208244464A88}" srcOrd="3" destOrd="0" presId="urn:microsoft.com/office/officeart/2018/2/layout/IconCircleList"/>
    <dgm:cxn modelId="{9EB58F21-EF2C-4DFA-AA1C-FA4EDD842278}" type="presParOf" srcId="{E9F25711-A3BC-4335-9A6C-E813DE7005C1}" destId="{45AE93ED-6A97-430C-8500-6402BDF182BA}" srcOrd="4" destOrd="0" presId="urn:microsoft.com/office/officeart/2018/2/layout/IconCircleList"/>
    <dgm:cxn modelId="{6D374831-4469-4B2D-8591-0F4A3A8EADE8}" type="presParOf" srcId="{45AE93ED-6A97-430C-8500-6402BDF182BA}" destId="{863E3468-DBAE-4021-8C1B-F811FEB38263}" srcOrd="0" destOrd="0" presId="urn:microsoft.com/office/officeart/2018/2/layout/IconCircleList"/>
    <dgm:cxn modelId="{4CD5006B-105B-4773-8AA2-3CAE8BE5BDFC}" type="presParOf" srcId="{45AE93ED-6A97-430C-8500-6402BDF182BA}" destId="{E31F4020-320F-4096-9E94-18488CED179B}" srcOrd="1" destOrd="0" presId="urn:microsoft.com/office/officeart/2018/2/layout/IconCircleList"/>
    <dgm:cxn modelId="{01D3B711-5C17-4708-AE7F-56F71CB54CF7}" type="presParOf" srcId="{45AE93ED-6A97-430C-8500-6402BDF182BA}" destId="{95B05C6C-A82D-4B1D-9326-E87E84AFAEEF}" srcOrd="2" destOrd="0" presId="urn:microsoft.com/office/officeart/2018/2/layout/IconCircleList"/>
    <dgm:cxn modelId="{6BE5A044-D1F6-4C4E-83C5-235319685734}" type="presParOf" srcId="{45AE93ED-6A97-430C-8500-6402BDF182BA}" destId="{FF43AB5D-4703-443F-93DB-79813F30B4CC}" srcOrd="3" destOrd="0" presId="urn:microsoft.com/office/officeart/2018/2/layout/IconCircleList"/>
    <dgm:cxn modelId="{D777D49B-FCCA-4851-9B2F-420FAE520171}" type="presParOf" srcId="{E9F25711-A3BC-4335-9A6C-E813DE7005C1}" destId="{9946D651-D834-4BCA-AB00-29D3C43E0534}" srcOrd="5" destOrd="0" presId="urn:microsoft.com/office/officeart/2018/2/layout/IconCircleList"/>
    <dgm:cxn modelId="{70816FE6-2A70-49AC-BA12-9FB9FB62F7F0}" type="presParOf" srcId="{E9F25711-A3BC-4335-9A6C-E813DE7005C1}" destId="{97E6F87A-B7BA-4074-8F2A-55EF81703FF0}" srcOrd="6" destOrd="0" presId="urn:microsoft.com/office/officeart/2018/2/layout/IconCircleList"/>
    <dgm:cxn modelId="{2CF75CC2-824A-4FFB-83AF-E58C1BBE0E93}" type="presParOf" srcId="{97E6F87A-B7BA-4074-8F2A-55EF81703FF0}" destId="{8C5783D1-C0AD-44CE-A1A3-22319383207D}" srcOrd="0" destOrd="0" presId="urn:microsoft.com/office/officeart/2018/2/layout/IconCircleList"/>
    <dgm:cxn modelId="{8F492FB8-4B56-45A0-B38A-9E8C2A29DFAD}" type="presParOf" srcId="{97E6F87A-B7BA-4074-8F2A-55EF81703FF0}" destId="{834FD1D9-AD08-401A-836D-94D5FE6C4C3D}" srcOrd="1" destOrd="0" presId="urn:microsoft.com/office/officeart/2018/2/layout/IconCircleList"/>
    <dgm:cxn modelId="{8053E06D-7EA3-4F5A-B5BF-BA0074030CCD}" type="presParOf" srcId="{97E6F87A-B7BA-4074-8F2A-55EF81703FF0}" destId="{3ACA1763-B6E9-4AC1-8CAD-1F48D9BB4C38}" srcOrd="2" destOrd="0" presId="urn:microsoft.com/office/officeart/2018/2/layout/IconCircleList"/>
    <dgm:cxn modelId="{1BE4324E-5395-41DD-9295-8BB5F6173A32}" type="presParOf" srcId="{97E6F87A-B7BA-4074-8F2A-55EF81703FF0}" destId="{EEAD7F91-D35D-49CA-BCF7-CA3EB43F0F3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63AAFF-3C80-4A67-AE7C-3E08123EBC1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763658-4704-450B-B1E4-D52BD36305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Variable Outcomes</a:t>
          </a:r>
          <a:r>
            <a:rPr lang="en-US" dirty="0"/>
            <a:t>: Project outcomes may lack consistency due to the absence of well-defined initial approaches, potentially leading to deviations from the intended path.</a:t>
          </a:r>
        </a:p>
      </dgm:t>
    </dgm:pt>
    <dgm:pt modelId="{7C6BFDA1-9030-4F70-981B-57A8049D8DC7}" type="parTrans" cxnId="{D0D2E716-4E11-46DC-9D89-0C03A9466BCC}">
      <dgm:prSet/>
      <dgm:spPr/>
      <dgm:t>
        <a:bodyPr/>
        <a:lstStyle/>
        <a:p>
          <a:endParaRPr lang="en-US"/>
        </a:p>
      </dgm:t>
    </dgm:pt>
    <dgm:pt modelId="{8AC51D5F-07EB-42EB-BB43-F0F34E640675}" type="sibTrans" cxnId="{D0D2E716-4E11-46DC-9D89-0C03A9466BC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21C851-372A-4E71-8E14-788359AEE1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Ambiguous </a:t>
          </a:r>
          <a:r>
            <a:rPr lang="en-US" dirty="0"/>
            <a:t>Progress Assessment: Projects that deviate from their intended trajectory can result in less predictable results, making it challenging to gauge progress accurately.</a:t>
          </a:r>
        </a:p>
      </dgm:t>
    </dgm:pt>
    <dgm:pt modelId="{33679880-473D-4496-A9F8-4D4868100225}" type="parTrans" cxnId="{2479133F-D1D5-4A31-ADBA-BD63C39D4BD0}">
      <dgm:prSet/>
      <dgm:spPr/>
      <dgm:t>
        <a:bodyPr/>
        <a:lstStyle/>
        <a:p>
          <a:endParaRPr lang="en-US"/>
        </a:p>
      </dgm:t>
    </dgm:pt>
    <dgm:pt modelId="{7DE1DAF5-0227-4DA5-91F5-4FB5D2705512}" type="sibTrans" cxnId="{2479133F-D1D5-4A31-ADBA-BD63C39D4BD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3ED01C-5CDC-447B-B113-D107DBB013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rial"/>
              <a:cs typeface="Arial"/>
            </a:rPr>
            <a:t>Time constraints.</a:t>
          </a:r>
          <a:r>
            <a:rPr lang="en-US" dirty="0">
              <a:latin typeface="Arial"/>
              <a:cs typeface="Arial"/>
            </a:rPr>
            <a:t> Agile management relies on making decisions quickly, so it isn't suitable for organizations that take a long time to analyze issues.</a:t>
          </a:r>
        </a:p>
      </dgm:t>
    </dgm:pt>
    <dgm:pt modelId="{6844C23C-D5ED-4CA6-B6B4-DABFB0FC0CC1}" type="parTrans" cxnId="{ED5221B6-39B1-4239-A119-5F4D7B636E5D}">
      <dgm:prSet/>
      <dgm:spPr/>
      <dgm:t>
        <a:bodyPr/>
        <a:lstStyle/>
        <a:p>
          <a:endParaRPr lang="en-US"/>
        </a:p>
      </dgm:t>
    </dgm:pt>
    <dgm:pt modelId="{C3E5D956-5ADA-44F7-99B0-A05BB0F7122E}" type="sibTrans" cxnId="{ED5221B6-39B1-4239-A119-5F4D7B636E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E186CE-5F00-4F77-8F7F-BBE676BDDF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Communication Complexity</a:t>
          </a:r>
          <a:r>
            <a:rPr lang="en-US" dirty="0"/>
            <a:t>: The need for ongoing collaboration among teams and end users can introduce communication difficulties, essential for crafting an optimal end product.</a:t>
          </a:r>
        </a:p>
      </dgm:t>
    </dgm:pt>
    <dgm:pt modelId="{D1E7BFF8-8648-403E-A2E9-D74080D565BA}" type="parTrans" cxnId="{9608E403-94C8-48A7-B81F-8FA9A7381D3C}">
      <dgm:prSet/>
      <dgm:spPr/>
      <dgm:t>
        <a:bodyPr/>
        <a:lstStyle/>
        <a:p>
          <a:endParaRPr lang="en-US"/>
        </a:p>
      </dgm:t>
    </dgm:pt>
    <dgm:pt modelId="{35D8F4B5-0F81-4493-BA1D-4B3394E8E16C}" type="sibTrans" cxnId="{9608E403-94C8-48A7-B81F-8FA9A7381D3C}">
      <dgm:prSet/>
      <dgm:spPr/>
      <dgm:t>
        <a:bodyPr/>
        <a:lstStyle/>
        <a:p>
          <a:endParaRPr lang="en-US"/>
        </a:p>
      </dgm:t>
    </dgm:pt>
    <dgm:pt modelId="{BD95D5A3-EF4A-4F74-817A-29982191131E}" type="pres">
      <dgm:prSet presAssocID="{A963AAFF-3C80-4A67-AE7C-3E08123EBC1E}" presName="root" presStyleCnt="0">
        <dgm:presLayoutVars>
          <dgm:dir/>
          <dgm:resizeHandles val="exact"/>
        </dgm:presLayoutVars>
      </dgm:prSet>
      <dgm:spPr/>
    </dgm:pt>
    <dgm:pt modelId="{A70ED881-7FBC-4CF2-991F-8DB30209C6D3}" type="pres">
      <dgm:prSet presAssocID="{A963AAFF-3C80-4A67-AE7C-3E08123EBC1E}" presName="container" presStyleCnt="0">
        <dgm:presLayoutVars>
          <dgm:dir/>
          <dgm:resizeHandles val="exact"/>
        </dgm:presLayoutVars>
      </dgm:prSet>
      <dgm:spPr/>
    </dgm:pt>
    <dgm:pt modelId="{E7E7BA85-3A51-410A-A8E4-522B14C4154D}" type="pres">
      <dgm:prSet presAssocID="{3F763658-4704-450B-B1E4-D52BD3630575}" presName="compNode" presStyleCnt="0"/>
      <dgm:spPr/>
    </dgm:pt>
    <dgm:pt modelId="{10255001-8546-4E7C-B9D1-5F28B82A4B40}" type="pres">
      <dgm:prSet presAssocID="{3F763658-4704-450B-B1E4-D52BD3630575}" presName="iconBgRect" presStyleLbl="bgShp" presStyleIdx="0" presStyleCnt="4"/>
      <dgm:spPr/>
    </dgm:pt>
    <dgm:pt modelId="{9D555587-9FBA-42F6-A443-E0556F7BBB26}" type="pres">
      <dgm:prSet presAssocID="{3F763658-4704-450B-B1E4-D52BD363057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CD358994-0746-409F-96CC-48476A6D4B21}" type="pres">
      <dgm:prSet presAssocID="{3F763658-4704-450B-B1E4-D52BD3630575}" presName="spaceRect" presStyleCnt="0"/>
      <dgm:spPr/>
    </dgm:pt>
    <dgm:pt modelId="{47169E09-7CEF-40B1-9829-90406695EB56}" type="pres">
      <dgm:prSet presAssocID="{3F763658-4704-450B-B1E4-D52BD3630575}" presName="textRect" presStyleLbl="revTx" presStyleIdx="0" presStyleCnt="4">
        <dgm:presLayoutVars>
          <dgm:chMax val="1"/>
          <dgm:chPref val="1"/>
        </dgm:presLayoutVars>
      </dgm:prSet>
      <dgm:spPr/>
    </dgm:pt>
    <dgm:pt modelId="{3C0580F4-8FE7-4EAC-AEFC-020FD19AA7F4}" type="pres">
      <dgm:prSet presAssocID="{8AC51D5F-07EB-42EB-BB43-F0F34E640675}" presName="sibTrans" presStyleLbl="sibTrans2D1" presStyleIdx="0" presStyleCnt="0"/>
      <dgm:spPr/>
    </dgm:pt>
    <dgm:pt modelId="{7BB356EA-9A2F-483C-B1FA-F473792C5C52}" type="pres">
      <dgm:prSet presAssocID="{2B21C851-372A-4E71-8E14-788359AEE1FB}" presName="compNode" presStyleCnt="0"/>
      <dgm:spPr/>
    </dgm:pt>
    <dgm:pt modelId="{66DECCCC-E9AB-434E-B85D-F4FA2507C57E}" type="pres">
      <dgm:prSet presAssocID="{2B21C851-372A-4E71-8E14-788359AEE1FB}" presName="iconBgRect" presStyleLbl="bgShp" presStyleIdx="1" presStyleCnt="4"/>
      <dgm:spPr/>
    </dgm:pt>
    <dgm:pt modelId="{3826674F-D439-482A-B51C-22EF47777E94}" type="pres">
      <dgm:prSet presAssocID="{2B21C851-372A-4E71-8E14-788359AEE1F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BD4DE6D-5935-4415-9A34-B7D68D531211}" type="pres">
      <dgm:prSet presAssocID="{2B21C851-372A-4E71-8E14-788359AEE1FB}" presName="spaceRect" presStyleCnt="0"/>
      <dgm:spPr/>
    </dgm:pt>
    <dgm:pt modelId="{2C58053D-7253-46DF-B8F1-1ABBBF85F55D}" type="pres">
      <dgm:prSet presAssocID="{2B21C851-372A-4E71-8E14-788359AEE1FB}" presName="textRect" presStyleLbl="revTx" presStyleIdx="1" presStyleCnt="4">
        <dgm:presLayoutVars>
          <dgm:chMax val="1"/>
          <dgm:chPref val="1"/>
        </dgm:presLayoutVars>
      </dgm:prSet>
      <dgm:spPr/>
    </dgm:pt>
    <dgm:pt modelId="{4B4EE0C6-C452-407C-B736-D6CAC73A22C8}" type="pres">
      <dgm:prSet presAssocID="{7DE1DAF5-0227-4DA5-91F5-4FB5D2705512}" presName="sibTrans" presStyleLbl="sibTrans2D1" presStyleIdx="0" presStyleCnt="0"/>
      <dgm:spPr/>
    </dgm:pt>
    <dgm:pt modelId="{FA80764B-6686-44CA-9F3D-B0A8239A7E08}" type="pres">
      <dgm:prSet presAssocID="{B43ED01C-5CDC-447B-B113-D107DBB01332}" presName="compNode" presStyleCnt="0"/>
      <dgm:spPr/>
    </dgm:pt>
    <dgm:pt modelId="{009D17B2-B094-4A94-B751-4867BC7B7443}" type="pres">
      <dgm:prSet presAssocID="{B43ED01C-5CDC-447B-B113-D107DBB01332}" presName="iconBgRect" presStyleLbl="bgShp" presStyleIdx="2" presStyleCnt="4"/>
      <dgm:spPr/>
    </dgm:pt>
    <dgm:pt modelId="{A4C6259C-3142-485B-A2DB-B9D74E814481}" type="pres">
      <dgm:prSet presAssocID="{B43ED01C-5CDC-447B-B113-D107DBB013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67DBF5B-C4ED-4A0C-8F75-A5B7C8971946}" type="pres">
      <dgm:prSet presAssocID="{B43ED01C-5CDC-447B-B113-D107DBB01332}" presName="spaceRect" presStyleCnt="0"/>
      <dgm:spPr/>
    </dgm:pt>
    <dgm:pt modelId="{60E39864-4A9F-42F3-B9CB-3E1177529687}" type="pres">
      <dgm:prSet presAssocID="{B43ED01C-5CDC-447B-B113-D107DBB01332}" presName="textRect" presStyleLbl="revTx" presStyleIdx="2" presStyleCnt="4">
        <dgm:presLayoutVars>
          <dgm:chMax val="1"/>
          <dgm:chPref val="1"/>
        </dgm:presLayoutVars>
      </dgm:prSet>
      <dgm:spPr/>
    </dgm:pt>
    <dgm:pt modelId="{AD417059-22C3-4E20-8EED-B8180BE21787}" type="pres">
      <dgm:prSet presAssocID="{C3E5D956-5ADA-44F7-99B0-A05BB0F7122E}" presName="sibTrans" presStyleLbl="sibTrans2D1" presStyleIdx="0" presStyleCnt="0"/>
      <dgm:spPr/>
    </dgm:pt>
    <dgm:pt modelId="{3A88778D-F520-439D-A67B-BAEF6342B478}" type="pres">
      <dgm:prSet presAssocID="{DEE186CE-5F00-4F77-8F7F-BBE676BDDFA7}" presName="compNode" presStyleCnt="0"/>
      <dgm:spPr/>
    </dgm:pt>
    <dgm:pt modelId="{D73F0A52-0EFF-4984-904B-C052667C8119}" type="pres">
      <dgm:prSet presAssocID="{DEE186CE-5F00-4F77-8F7F-BBE676BDDFA7}" presName="iconBgRect" presStyleLbl="bgShp" presStyleIdx="3" presStyleCnt="4"/>
      <dgm:spPr/>
    </dgm:pt>
    <dgm:pt modelId="{FE69E55E-E36D-4F97-B769-A27FB2B05A75}" type="pres">
      <dgm:prSet presAssocID="{DEE186CE-5F00-4F77-8F7F-BBE676BDDF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C7F159BC-2E73-4746-9960-5AE9E3E31517}" type="pres">
      <dgm:prSet presAssocID="{DEE186CE-5F00-4F77-8F7F-BBE676BDDFA7}" presName="spaceRect" presStyleCnt="0"/>
      <dgm:spPr/>
    </dgm:pt>
    <dgm:pt modelId="{C870882B-3AA2-408B-86C4-FAF98631482E}" type="pres">
      <dgm:prSet presAssocID="{DEE186CE-5F00-4F77-8F7F-BBE676BDDFA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608E403-94C8-48A7-B81F-8FA9A7381D3C}" srcId="{A963AAFF-3C80-4A67-AE7C-3E08123EBC1E}" destId="{DEE186CE-5F00-4F77-8F7F-BBE676BDDFA7}" srcOrd="3" destOrd="0" parTransId="{D1E7BFF8-8648-403E-A2E9-D74080D565BA}" sibTransId="{35D8F4B5-0F81-4493-BA1D-4B3394E8E16C}"/>
    <dgm:cxn modelId="{78BA6404-E132-489E-8F8C-815AF7121A81}" type="presOf" srcId="{DEE186CE-5F00-4F77-8F7F-BBE676BDDFA7}" destId="{C870882B-3AA2-408B-86C4-FAF98631482E}" srcOrd="0" destOrd="0" presId="urn:microsoft.com/office/officeart/2018/2/layout/IconCircleList"/>
    <dgm:cxn modelId="{D0D2E716-4E11-46DC-9D89-0C03A9466BCC}" srcId="{A963AAFF-3C80-4A67-AE7C-3E08123EBC1E}" destId="{3F763658-4704-450B-B1E4-D52BD3630575}" srcOrd="0" destOrd="0" parTransId="{7C6BFDA1-9030-4F70-981B-57A8049D8DC7}" sibTransId="{8AC51D5F-07EB-42EB-BB43-F0F34E640675}"/>
    <dgm:cxn modelId="{2479133F-D1D5-4A31-ADBA-BD63C39D4BD0}" srcId="{A963AAFF-3C80-4A67-AE7C-3E08123EBC1E}" destId="{2B21C851-372A-4E71-8E14-788359AEE1FB}" srcOrd="1" destOrd="0" parTransId="{33679880-473D-4496-A9F8-4D4868100225}" sibTransId="{7DE1DAF5-0227-4DA5-91F5-4FB5D2705512}"/>
    <dgm:cxn modelId="{A38D2764-890A-4D16-BD06-FA3D0CD55C58}" type="presOf" srcId="{8AC51D5F-07EB-42EB-BB43-F0F34E640675}" destId="{3C0580F4-8FE7-4EAC-AEFC-020FD19AA7F4}" srcOrd="0" destOrd="0" presId="urn:microsoft.com/office/officeart/2018/2/layout/IconCircleList"/>
    <dgm:cxn modelId="{7E82FC59-5689-45FE-98DB-DE3781E2ACEC}" type="presOf" srcId="{2B21C851-372A-4E71-8E14-788359AEE1FB}" destId="{2C58053D-7253-46DF-B8F1-1ABBBF85F55D}" srcOrd="0" destOrd="0" presId="urn:microsoft.com/office/officeart/2018/2/layout/IconCircleList"/>
    <dgm:cxn modelId="{9FB7595A-468C-4B58-845D-2D239F1CC08C}" type="presOf" srcId="{3F763658-4704-450B-B1E4-D52BD3630575}" destId="{47169E09-7CEF-40B1-9829-90406695EB56}" srcOrd="0" destOrd="0" presId="urn:microsoft.com/office/officeart/2018/2/layout/IconCircleList"/>
    <dgm:cxn modelId="{0C1B699B-FA95-4807-8A66-3DDCCBA5685D}" type="presOf" srcId="{A963AAFF-3C80-4A67-AE7C-3E08123EBC1E}" destId="{BD95D5A3-EF4A-4F74-817A-29982191131E}" srcOrd="0" destOrd="0" presId="urn:microsoft.com/office/officeart/2018/2/layout/IconCircleList"/>
    <dgm:cxn modelId="{9489A9A6-BB60-43A2-A672-CB64B76A052F}" type="presOf" srcId="{B43ED01C-5CDC-447B-B113-D107DBB01332}" destId="{60E39864-4A9F-42F3-B9CB-3E1177529687}" srcOrd="0" destOrd="0" presId="urn:microsoft.com/office/officeart/2018/2/layout/IconCircleList"/>
    <dgm:cxn modelId="{ED5221B6-39B1-4239-A119-5F4D7B636E5D}" srcId="{A963AAFF-3C80-4A67-AE7C-3E08123EBC1E}" destId="{B43ED01C-5CDC-447B-B113-D107DBB01332}" srcOrd="2" destOrd="0" parTransId="{6844C23C-D5ED-4CA6-B6B4-DABFB0FC0CC1}" sibTransId="{C3E5D956-5ADA-44F7-99B0-A05BB0F7122E}"/>
    <dgm:cxn modelId="{8B8880D6-3ED9-4A5C-9CC0-3B26861CE7F0}" type="presOf" srcId="{C3E5D956-5ADA-44F7-99B0-A05BB0F7122E}" destId="{AD417059-22C3-4E20-8EED-B8180BE21787}" srcOrd="0" destOrd="0" presId="urn:microsoft.com/office/officeart/2018/2/layout/IconCircleList"/>
    <dgm:cxn modelId="{6996F0EC-9FAE-41BB-ADE4-20381ABB3057}" type="presOf" srcId="{7DE1DAF5-0227-4DA5-91F5-4FB5D2705512}" destId="{4B4EE0C6-C452-407C-B736-D6CAC73A22C8}" srcOrd="0" destOrd="0" presId="urn:microsoft.com/office/officeart/2018/2/layout/IconCircleList"/>
    <dgm:cxn modelId="{23401569-1C37-445E-B880-FA454D42E3D1}" type="presParOf" srcId="{BD95D5A3-EF4A-4F74-817A-29982191131E}" destId="{A70ED881-7FBC-4CF2-991F-8DB30209C6D3}" srcOrd="0" destOrd="0" presId="urn:microsoft.com/office/officeart/2018/2/layout/IconCircleList"/>
    <dgm:cxn modelId="{54052810-17B1-49C9-B16D-5CDA5E104506}" type="presParOf" srcId="{A70ED881-7FBC-4CF2-991F-8DB30209C6D3}" destId="{E7E7BA85-3A51-410A-A8E4-522B14C4154D}" srcOrd="0" destOrd="0" presId="urn:microsoft.com/office/officeart/2018/2/layout/IconCircleList"/>
    <dgm:cxn modelId="{33C33523-DFFE-4017-BE56-5652C11268B4}" type="presParOf" srcId="{E7E7BA85-3A51-410A-A8E4-522B14C4154D}" destId="{10255001-8546-4E7C-B9D1-5F28B82A4B40}" srcOrd="0" destOrd="0" presId="urn:microsoft.com/office/officeart/2018/2/layout/IconCircleList"/>
    <dgm:cxn modelId="{226A52D8-95B6-4DC5-9D0C-C05547CC4799}" type="presParOf" srcId="{E7E7BA85-3A51-410A-A8E4-522B14C4154D}" destId="{9D555587-9FBA-42F6-A443-E0556F7BBB26}" srcOrd="1" destOrd="0" presId="urn:microsoft.com/office/officeart/2018/2/layout/IconCircleList"/>
    <dgm:cxn modelId="{3DD795B3-71A6-405F-A516-DD5832DA25BC}" type="presParOf" srcId="{E7E7BA85-3A51-410A-A8E4-522B14C4154D}" destId="{CD358994-0746-409F-96CC-48476A6D4B21}" srcOrd="2" destOrd="0" presId="urn:microsoft.com/office/officeart/2018/2/layout/IconCircleList"/>
    <dgm:cxn modelId="{1B3ECD64-9E74-495C-880E-BC42B20C7615}" type="presParOf" srcId="{E7E7BA85-3A51-410A-A8E4-522B14C4154D}" destId="{47169E09-7CEF-40B1-9829-90406695EB56}" srcOrd="3" destOrd="0" presId="urn:microsoft.com/office/officeart/2018/2/layout/IconCircleList"/>
    <dgm:cxn modelId="{2CA294E4-AD60-41D0-97B7-F24A07E12A16}" type="presParOf" srcId="{A70ED881-7FBC-4CF2-991F-8DB30209C6D3}" destId="{3C0580F4-8FE7-4EAC-AEFC-020FD19AA7F4}" srcOrd="1" destOrd="0" presId="urn:microsoft.com/office/officeart/2018/2/layout/IconCircleList"/>
    <dgm:cxn modelId="{9A380B4A-430F-43BB-9F7F-6C3B2CEE405F}" type="presParOf" srcId="{A70ED881-7FBC-4CF2-991F-8DB30209C6D3}" destId="{7BB356EA-9A2F-483C-B1FA-F473792C5C52}" srcOrd="2" destOrd="0" presId="urn:microsoft.com/office/officeart/2018/2/layout/IconCircleList"/>
    <dgm:cxn modelId="{300189A5-6006-4C07-B944-0B32FD7C5ADA}" type="presParOf" srcId="{7BB356EA-9A2F-483C-B1FA-F473792C5C52}" destId="{66DECCCC-E9AB-434E-B85D-F4FA2507C57E}" srcOrd="0" destOrd="0" presId="urn:microsoft.com/office/officeart/2018/2/layout/IconCircleList"/>
    <dgm:cxn modelId="{E74CB547-9377-49F4-977D-93E6B824791E}" type="presParOf" srcId="{7BB356EA-9A2F-483C-B1FA-F473792C5C52}" destId="{3826674F-D439-482A-B51C-22EF47777E94}" srcOrd="1" destOrd="0" presId="urn:microsoft.com/office/officeart/2018/2/layout/IconCircleList"/>
    <dgm:cxn modelId="{9F6002EF-0310-42D8-A50D-7C69F2B5B8D7}" type="presParOf" srcId="{7BB356EA-9A2F-483C-B1FA-F473792C5C52}" destId="{FBD4DE6D-5935-4415-9A34-B7D68D531211}" srcOrd="2" destOrd="0" presId="urn:microsoft.com/office/officeart/2018/2/layout/IconCircleList"/>
    <dgm:cxn modelId="{3B43ED56-219A-48D9-9443-02B669911248}" type="presParOf" srcId="{7BB356EA-9A2F-483C-B1FA-F473792C5C52}" destId="{2C58053D-7253-46DF-B8F1-1ABBBF85F55D}" srcOrd="3" destOrd="0" presId="urn:microsoft.com/office/officeart/2018/2/layout/IconCircleList"/>
    <dgm:cxn modelId="{EDD4401C-56C4-4B7C-A7B2-D719EF5C3C48}" type="presParOf" srcId="{A70ED881-7FBC-4CF2-991F-8DB30209C6D3}" destId="{4B4EE0C6-C452-407C-B736-D6CAC73A22C8}" srcOrd="3" destOrd="0" presId="urn:microsoft.com/office/officeart/2018/2/layout/IconCircleList"/>
    <dgm:cxn modelId="{E29E1103-10B6-4966-A59F-1199B9B18F76}" type="presParOf" srcId="{A70ED881-7FBC-4CF2-991F-8DB30209C6D3}" destId="{FA80764B-6686-44CA-9F3D-B0A8239A7E08}" srcOrd="4" destOrd="0" presId="urn:microsoft.com/office/officeart/2018/2/layout/IconCircleList"/>
    <dgm:cxn modelId="{DE660E0B-1445-47A1-ABBD-0A5EB475473E}" type="presParOf" srcId="{FA80764B-6686-44CA-9F3D-B0A8239A7E08}" destId="{009D17B2-B094-4A94-B751-4867BC7B7443}" srcOrd="0" destOrd="0" presId="urn:microsoft.com/office/officeart/2018/2/layout/IconCircleList"/>
    <dgm:cxn modelId="{DB4BB653-523C-46EF-844E-46F9294CA167}" type="presParOf" srcId="{FA80764B-6686-44CA-9F3D-B0A8239A7E08}" destId="{A4C6259C-3142-485B-A2DB-B9D74E814481}" srcOrd="1" destOrd="0" presId="urn:microsoft.com/office/officeart/2018/2/layout/IconCircleList"/>
    <dgm:cxn modelId="{8A15312E-B92C-4E67-A67A-1F49CECF0BFC}" type="presParOf" srcId="{FA80764B-6686-44CA-9F3D-B0A8239A7E08}" destId="{667DBF5B-C4ED-4A0C-8F75-A5B7C8971946}" srcOrd="2" destOrd="0" presId="urn:microsoft.com/office/officeart/2018/2/layout/IconCircleList"/>
    <dgm:cxn modelId="{4AA37948-D116-4058-8512-C7B4264F21C4}" type="presParOf" srcId="{FA80764B-6686-44CA-9F3D-B0A8239A7E08}" destId="{60E39864-4A9F-42F3-B9CB-3E1177529687}" srcOrd="3" destOrd="0" presId="urn:microsoft.com/office/officeart/2018/2/layout/IconCircleList"/>
    <dgm:cxn modelId="{F6B43B5F-24A0-4C4E-97ED-CE276252826C}" type="presParOf" srcId="{A70ED881-7FBC-4CF2-991F-8DB30209C6D3}" destId="{AD417059-22C3-4E20-8EED-B8180BE21787}" srcOrd="5" destOrd="0" presId="urn:microsoft.com/office/officeart/2018/2/layout/IconCircleList"/>
    <dgm:cxn modelId="{75DA9EFE-A024-4881-9589-4BEAEF13773C}" type="presParOf" srcId="{A70ED881-7FBC-4CF2-991F-8DB30209C6D3}" destId="{3A88778D-F520-439D-A67B-BAEF6342B478}" srcOrd="6" destOrd="0" presId="urn:microsoft.com/office/officeart/2018/2/layout/IconCircleList"/>
    <dgm:cxn modelId="{83DC2C70-9BF9-483E-9F22-4211F72FF040}" type="presParOf" srcId="{3A88778D-F520-439D-A67B-BAEF6342B478}" destId="{D73F0A52-0EFF-4984-904B-C052667C8119}" srcOrd="0" destOrd="0" presId="urn:microsoft.com/office/officeart/2018/2/layout/IconCircleList"/>
    <dgm:cxn modelId="{F6C24883-A928-479B-AC50-7FD18B1C71CB}" type="presParOf" srcId="{3A88778D-F520-439D-A67B-BAEF6342B478}" destId="{FE69E55E-E36D-4F97-B769-A27FB2B05A75}" srcOrd="1" destOrd="0" presId="urn:microsoft.com/office/officeart/2018/2/layout/IconCircleList"/>
    <dgm:cxn modelId="{D0CE83A6-6D00-4213-833B-1962F98CF56C}" type="presParOf" srcId="{3A88778D-F520-439D-A67B-BAEF6342B478}" destId="{C7F159BC-2E73-4746-9960-5AE9E3E31517}" srcOrd="2" destOrd="0" presId="urn:microsoft.com/office/officeart/2018/2/layout/IconCircleList"/>
    <dgm:cxn modelId="{847FD4BA-2302-4484-963A-ED8E656CC1CE}" type="presParOf" srcId="{3A88778D-F520-439D-A67B-BAEF6342B478}" destId="{C870882B-3AA2-408B-86C4-FAF98631482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91E75-0929-42C3-85C3-B9A93C99C1C5}">
      <dsp:nvSpPr>
        <dsp:cNvPr id="0" name=""/>
        <dsp:cNvSpPr/>
      </dsp:nvSpPr>
      <dsp:spPr>
        <a:xfrm>
          <a:off x="6589" y="538553"/>
          <a:ext cx="1074937" cy="1074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51CEE-D10E-4A0F-8411-7A9655B3E83D}">
      <dsp:nvSpPr>
        <dsp:cNvPr id="0" name=""/>
        <dsp:cNvSpPr/>
      </dsp:nvSpPr>
      <dsp:spPr>
        <a:xfrm>
          <a:off x="6589" y="1736536"/>
          <a:ext cx="3071250" cy="59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Invention: Airplane → Innovation: Commercial flights</a:t>
          </a:r>
        </a:p>
      </dsp:txBody>
      <dsp:txXfrm>
        <a:off x="6589" y="1736536"/>
        <a:ext cx="3071250" cy="590255"/>
      </dsp:txXfrm>
    </dsp:sp>
    <dsp:sp modelId="{9E1AE944-60E4-4499-802D-5EB2E609545A}">
      <dsp:nvSpPr>
        <dsp:cNvPr id="0" name=""/>
        <dsp:cNvSpPr/>
      </dsp:nvSpPr>
      <dsp:spPr>
        <a:xfrm>
          <a:off x="6589" y="2384021"/>
          <a:ext cx="3071250" cy="1016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 1903, the Wright brothers created the first human-piloted motorised aeroplane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Commercialization: after World War II with the rise of airlines like Pan Am and Boeing’s commercial jets</a:t>
          </a:r>
        </a:p>
      </dsp:txBody>
      <dsp:txXfrm>
        <a:off x="6589" y="2384021"/>
        <a:ext cx="3071250" cy="1016034"/>
      </dsp:txXfrm>
    </dsp:sp>
    <dsp:sp modelId="{EECAEDD0-A1D1-42B8-85AA-1F44065B9831}">
      <dsp:nvSpPr>
        <dsp:cNvPr id="0" name=""/>
        <dsp:cNvSpPr/>
      </dsp:nvSpPr>
      <dsp:spPr>
        <a:xfrm>
          <a:off x="3615308" y="538553"/>
          <a:ext cx="1074937" cy="1074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8D217-D3F3-4785-AFD8-220CB99EB419}">
      <dsp:nvSpPr>
        <dsp:cNvPr id="0" name=""/>
        <dsp:cNvSpPr/>
      </dsp:nvSpPr>
      <dsp:spPr>
        <a:xfrm>
          <a:off x="3615308" y="1736536"/>
          <a:ext cx="3071250" cy="59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Invention: Artificial Intelligence Algorithms → Innovation: Autonomous Vehicles</a:t>
          </a:r>
        </a:p>
      </dsp:txBody>
      <dsp:txXfrm>
        <a:off x="3615308" y="1736536"/>
        <a:ext cx="3071250" cy="590255"/>
      </dsp:txXfrm>
    </dsp:sp>
    <dsp:sp modelId="{BB2C2939-B8DF-46AF-BE8D-45BD52C26334}">
      <dsp:nvSpPr>
        <dsp:cNvPr id="0" name=""/>
        <dsp:cNvSpPr/>
      </dsp:nvSpPr>
      <dsp:spPr>
        <a:xfrm>
          <a:off x="3615308" y="2384021"/>
          <a:ext cx="3071250" cy="1016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Inventors: AI pioneers like Geoffrey Hinton, Yann LeCun, and Yoshua Bengio developed foundational algorithms in machine learning and neural networks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Commercialization: Companies such as Waymo (owned by Alphabet), Tesla, and Uber have turned AI algorithms into commercial products</a:t>
          </a:r>
        </a:p>
      </dsp:txBody>
      <dsp:txXfrm>
        <a:off x="3615308" y="2384021"/>
        <a:ext cx="3071250" cy="1016034"/>
      </dsp:txXfrm>
    </dsp:sp>
    <dsp:sp modelId="{3BB0610C-805A-480A-A26B-96839C054846}">
      <dsp:nvSpPr>
        <dsp:cNvPr id="0" name=""/>
        <dsp:cNvSpPr/>
      </dsp:nvSpPr>
      <dsp:spPr>
        <a:xfrm>
          <a:off x="7224027" y="538553"/>
          <a:ext cx="1074937" cy="1074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065C2-D71F-47E6-A09F-B2900AB9EF82}">
      <dsp:nvSpPr>
        <dsp:cNvPr id="0" name=""/>
        <dsp:cNvSpPr/>
      </dsp:nvSpPr>
      <dsp:spPr>
        <a:xfrm>
          <a:off x="7224027" y="1736536"/>
          <a:ext cx="3071250" cy="59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Invention: Lithium-Ion Battery Research → Innovation: Electric Vehicles </a:t>
          </a:r>
        </a:p>
      </dsp:txBody>
      <dsp:txXfrm>
        <a:off x="7224027" y="1736536"/>
        <a:ext cx="3071250" cy="590255"/>
      </dsp:txXfrm>
    </dsp:sp>
    <dsp:sp modelId="{29286292-419E-4F8F-9FF9-2AD8FDB99EF8}">
      <dsp:nvSpPr>
        <dsp:cNvPr id="0" name=""/>
        <dsp:cNvSpPr/>
      </dsp:nvSpPr>
      <dsp:spPr>
        <a:xfrm>
          <a:off x="7224027" y="2384021"/>
          <a:ext cx="3071250" cy="1016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Inventor: John B. Goodenough, along with a team of researchers, developed the lithium-ion battery in the late 1970s and 1980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Commercialization: Companies like Tesla, Panasonic, and LG Chem have commercialized lithium-ion batteries in consumer electronics and electric vehicle</a:t>
          </a:r>
        </a:p>
      </dsp:txBody>
      <dsp:txXfrm>
        <a:off x="7224027" y="2384021"/>
        <a:ext cx="3071250" cy="101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73B40-8139-431A-867D-D6FFBD510FD3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A1C0A-6D26-4906-A765-3C450DDD685A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ED8D0-A72D-4D01-8B6E-ABE4C9AD8AFF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Agile project management (APM) is an </a:t>
          </a:r>
          <a:r>
            <a:rPr lang="en-US" sz="1500" b="1" kern="1200" dirty="0"/>
            <a:t>iterative approach</a:t>
          </a:r>
          <a:r>
            <a:rPr lang="en-US" sz="1500" kern="1200" dirty="0"/>
            <a:t> to planning and guiding project processes.</a:t>
          </a:r>
        </a:p>
      </dsp:txBody>
      <dsp:txXfrm>
        <a:off x="93445" y="3018902"/>
        <a:ext cx="3206250" cy="720000"/>
      </dsp:txXfrm>
    </dsp:sp>
    <dsp:sp modelId="{35352042-9C17-4BEB-8B3F-6D118A7CD878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1A2AF-4C9B-4AF3-AD6A-EAEBC55910E4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FF5A9-4888-4889-8E7A-36F84F517287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It breaks project processes into</a:t>
          </a:r>
          <a:r>
            <a:rPr lang="en-US" sz="1500" b="1" kern="1200" dirty="0"/>
            <a:t> smaller cycles</a:t>
          </a:r>
          <a:r>
            <a:rPr lang="en-US" sz="1500" kern="1200" dirty="0"/>
            <a:t> known as sprints or </a:t>
          </a:r>
          <a:r>
            <a:rPr lang="en-US" sz="1500" b="1" kern="1200" dirty="0"/>
            <a:t>iterations</a:t>
          </a:r>
          <a:r>
            <a:rPr lang="en-US" sz="1500" kern="1200" dirty="0"/>
            <a:t>.</a:t>
          </a:r>
        </a:p>
      </dsp:txBody>
      <dsp:txXfrm>
        <a:off x="3860789" y="3018902"/>
        <a:ext cx="3206250" cy="720000"/>
      </dsp:txXfrm>
    </dsp:sp>
    <dsp:sp modelId="{86BD2818-7E5E-4553-92DE-3A014E1E98BD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3C520-8F31-48FA-BCE2-E7BE2FCB8731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6C1A9-F365-48C0-8692-685AD6F44B9D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Continuous releases </a:t>
          </a:r>
          <a:r>
            <a:rPr lang="en-US" sz="1500" kern="1200" dirty="0"/>
            <a:t>are a focus, incorporating feedback within each iteration.</a:t>
          </a:r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18752-9794-4255-98E0-3FD31BF08449}">
      <dsp:nvSpPr>
        <dsp:cNvPr id="0" name=""/>
        <dsp:cNvSpPr/>
      </dsp:nvSpPr>
      <dsp:spPr>
        <a:xfrm>
          <a:off x="130717" y="537043"/>
          <a:ext cx="1546195" cy="154619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9E26E-B988-4CB4-A06C-519B622D613D}">
      <dsp:nvSpPr>
        <dsp:cNvPr id="0" name=""/>
        <dsp:cNvSpPr/>
      </dsp:nvSpPr>
      <dsp:spPr>
        <a:xfrm>
          <a:off x="455418" y="861744"/>
          <a:ext cx="896793" cy="8967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8F4FD-9A2D-4000-87FE-D711D2DCD633}">
      <dsp:nvSpPr>
        <dsp:cNvPr id="0" name=""/>
        <dsp:cNvSpPr/>
      </dsp:nvSpPr>
      <dsp:spPr>
        <a:xfrm>
          <a:off x="2008240" y="537043"/>
          <a:ext cx="3644603" cy="15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Optimal Resource </a:t>
          </a:r>
          <a:r>
            <a:rPr lang="en-US" sz="1900" b="1" kern="1200" dirty="0"/>
            <a:t>Utilization</a:t>
          </a:r>
          <a:r>
            <a:rPr lang="en-US" sz="1900" kern="1200" dirty="0"/>
            <a:t>: The approach facilitates swift deployment while minimizing resource wastage, ensuring efficient resource management.</a:t>
          </a:r>
        </a:p>
      </dsp:txBody>
      <dsp:txXfrm>
        <a:off x="2008240" y="537043"/>
        <a:ext cx="3644603" cy="1546195"/>
      </dsp:txXfrm>
    </dsp:sp>
    <dsp:sp modelId="{6EA8A33D-482B-463B-B674-6D8E48B93BAE}">
      <dsp:nvSpPr>
        <dsp:cNvPr id="0" name=""/>
        <dsp:cNvSpPr/>
      </dsp:nvSpPr>
      <dsp:spPr>
        <a:xfrm>
          <a:off x="6287888" y="537043"/>
          <a:ext cx="1546195" cy="154619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C2AAC-2B75-49E7-8779-8C39E7AAF9CE}">
      <dsp:nvSpPr>
        <dsp:cNvPr id="0" name=""/>
        <dsp:cNvSpPr/>
      </dsp:nvSpPr>
      <dsp:spPr>
        <a:xfrm>
          <a:off x="6612589" y="861744"/>
          <a:ext cx="896793" cy="8967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C08CC-B372-4724-BDD4-AA786C42750C}">
      <dsp:nvSpPr>
        <dsp:cNvPr id="0" name=""/>
        <dsp:cNvSpPr/>
      </dsp:nvSpPr>
      <dsp:spPr>
        <a:xfrm>
          <a:off x="8165411" y="537043"/>
          <a:ext cx="3644603" cy="15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Heightened </a:t>
          </a:r>
          <a:r>
            <a:rPr lang="en-US" sz="1900" b="1" kern="1200" dirty="0"/>
            <a:t>Flexibility </a:t>
          </a:r>
          <a:r>
            <a:rPr lang="en-US" sz="1900" kern="1200" dirty="0"/>
            <a:t>and </a:t>
          </a:r>
          <a:r>
            <a:rPr lang="en-US" sz="1900" b="1" kern="1200" dirty="0"/>
            <a:t>Adaptability</a:t>
          </a:r>
          <a:r>
            <a:rPr lang="en-US" sz="1900" kern="1200" dirty="0"/>
            <a:t>: Developers can more effectively adjust to changes and implement necessary modifications, showcasing greater adaptability.</a:t>
          </a:r>
        </a:p>
      </dsp:txBody>
      <dsp:txXfrm>
        <a:off x="8165411" y="537043"/>
        <a:ext cx="3644603" cy="1546195"/>
      </dsp:txXfrm>
    </dsp:sp>
    <dsp:sp modelId="{863E3468-DBAE-4021-8C1B-F811FEB38263}">
      <dsp:nvSpPr>
        <dsp:cNvPr id="0" name=""/>
        <dsp:cNvSpPr/>
      </dsp:nvSpPr>
      <dsp:spPr>
        <a:xfrm>
          <a:off x="130717" y="2936614"/>
          <a:ext cx="1546195" cy="154619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1F4020-320F-4096-9E94-18488CED179B}">
      <dsp:nvSpPr>
        <dsp:cNvPr id="0" name=""/>
        <dsp:cNvSpPr/>
      </dsp:nvSpPr>
      <dsp:spPr>
        <a:xfrm>
          <a:off x="455418" y="3261315"/>
          <a:ext cx="896793" cy="8967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3AB5D-4703-443F-93DB-79813F30B4CC}">
      <dsp:nvSpPr>
        <dsp:cNvPr id="0" name=""/>
        <dsp:cNvSpPr/>
      </dsp:nvSpPr>
      <dsp:spPr>
        <a:xfrm>
          <a:off x="2008240" y="2936614"/>
          <a:ext cx="3644603" cy="15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Swift </a:t>
          </a:r>
          <a:r>
            <a:rPr lang="en-US" sz="1900" b="1" kern="1200" dirty="0"/>
            <a:t>Problem Identification</a:t>
          </a:r>
          <a:r>
            <a:rPr lang="en-US" sz="1900" kern="1200" dirty="0"/>
            <a:t>: The method enables rapid issue recognition, leading to quicker resolutions and improved project control.</a:t>
          </a:r>
        </a:p>
      </dsp:txBody>
      <dsp:txXfrm>
        <a:off x="2008240" y="2936614"/>
        <a:ext cx="3644603" cy="1546195"/>
      </dsp:txXfrm>
    </dsp:sp>
    <dsp:sp modelId="{8C5783D1-C0AD-44CE-A1A3-22319383207D}">
      <dsp:nvSpPr>
        <dsp:cNvPr id="0" name=""/>
        <dsp:cNvSpPr/>
      </dsp:nvSpPr>
      <dsp:spPr>
        <a:xfrm>
          <a:off x="6287888" y="2936614"/>
          <a:ext cx="1546195" cy="154619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4FD1D9-AD08-401A-836D-94D5FE6C4C3D}">
      <dsp:nvSpPr>
        <dsp:cNvPr id="0" name=""/>
        <dsp:cNvSpPr/>
      </dsp:nvSpPr>
      <dsp:spPr>
        <a:xfrm>
          <a:off x="6612589" y="3261315"/>
          <a:ext cx="896793" cy="8967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D7F91-D35D-49CA-BCF7-CA3EB43F0F39}">
      <dsp:nvSpPr>
        <dsp:cNvPr id="0" name=""/>
        <dsp:cNvSpPr/>
      </dsp:nvSpPr>
      <dsp:spPr>
        <a:xfrm>
          <a:off x="8165411" y="2936614"/>
          <a:ext cx="3644603" cy="15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Amplified </a:t>
          </a:r>
          <a:r>
            <a:rPr lang="en-US" sz="1900" b="1" kern="1200" dirty="0"/>
            <a:t>User Collaboration</a:t>
          </a:r>
          <a:r>
            <a:rPr lang="en-US" sz="1900" kern="1200" dirty="0"/>
            <a:t>: There is an increased interaction with users, fostering the development of products that align more closely with user requirements</a:t>
          </a:r>
        </a:p>
      </dsp:txBody>
      <dsp:txXfrm>
        <a:off x="8165411" y="2936614"/>
        <a:ext cx="3644603" cy="15461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55001-8546-4E7C-B9D1-5F28B82A4B40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555587-9FBA-42F6-A443-E0556F7BBB26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69E09-7CEF-40B1-9829-90406695EB56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Variable Outcomes</a:t>
          </a:r>
          <a:r>
            <a:rPr lang="en-US" sz="1500" kern="1200" dirty="0"/>
            <a:t>: Project outcomes may lack consistency due to the absence of well-defined initial approaches, potentially leading to deviations from the intended path.</a:t>
          </a:r>
        </a:p>
      </dsp:txBody>
      <dsp:txXfrm>
        <a:off x="1948202" y="368029"/>
        <a:ext cx="3233964" cy="1371985"/>
      </dsp:txXfrm>
    </dsp:sp>
    <dsp:sp modelId="{66DECCCC-E9AB-434E-B85D-F4FA2507C57E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6674F-D439-482A-B51C-22EF47777E9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8053D-7253-46DF-B8F1-1ABBBF85F55D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Ambiguous </a:t>
          </a:r>
          <a:r>
            <a:rPr lang="en-US" sz="1500" kern="1200" dirty="0"/>
            <a:t>Progress Assessment: Projects that deviate from their intended trajectory can result in less predictable results, making it challenging to gauge progress accurately.</a:t>
          </a:r>
        </a:p>
      </dsp:txBody>
      <dsp:txXfrm>
        <a:off x="7411643" y="368029"/>
        <a:ext cx="3233964" cy="1371985"/>
      </dsp:txXfrm>
    </dsp:sp>
    <dsp:sp modelId="{009D17B2-B094-4A94-B751-4867BC7B744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6259C-3142-485B-A2DB-B9D74E814481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39864-4A9F-42F3-B9CB-3E1177529687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rial"/>
              <a:cs typeface="Arial"/>
            </a:rPr>
            <a:t>Time constraints.</a:t>
          </a:r>
          <a:r>
            <a:rPr lang="en-US" sz="1500" kern="1200" dirty="0">
              <a:latin typeface="Arial"/>
              <a:cs typeface="Arial"/>
            </a:rPr>
            <a:t> Agile management relies on making decisions quickly, so it isn't suitable for organizations that take a long time to analyze issues.</a:t>
          </a:r>
        </a:p>
      </dsp:txBody>
      <dsp:txXfrm>
        <a:off x="1948202" y="2452790"/>
        <a:ext cx="3233964" cy="1371985"/>
      </dsp:txXfrm>
    </dsp:sp>
    <dsp:sp modelId="{D73F0A52-0EFF-4984-904B-C052667C8119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9E55E-E36D-4F97-B769-A27FB2B05A7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0882B-3AA2-408B-86C4-FAF98631482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Communication Complexity</a:t>
          </a:r>
          <a:r>
            <a:rPr lang="en-US" sz="1500" kern="1200" dirty="0"/>
            <a:t>: The need for ongoing collaboration among teams and end users can introduce communication difficulties, essential for crafting an optimal end product.</a:t>
          </a:r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7EA9D-9D99-4D76-AE7C-D4B405A1946E}" type="datetimeFigureOut"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C5867-853C-46CD-8D4C-DFC08A00D9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7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Students: think how you may implement one on this in your project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C5867-853C-46CD-8D4C-DFC08A00D943}" type="slidenum"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33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pmi.org/-/media/pmi/documents/public/pdf/learning/thought-leadership/pulse/pmi-pulse-2020-appendix.pdf?v=f3ef13d4-2187-4818-a80e-dd8045157d97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target.com/searchcio/definition/Agile-project-management" TargetMode="External"/><Relationship Id="rId7" Type="http://schemas.openxmlformats.org/officeDocument/2006/relationships/hyperlink" Target="https://kanbanize.com/kanban-resources/getting-started/what-is-kanban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lean-software-development-lsd/" TargetMode="External"/><Relationship Id="rId5" Type="http://schemas.openxmlformats.org/officeDocument/2006/relationships/hyperlink" Target="https://scrumguides.org/" TargetMode="External"/><Relationship Id="rId4" Type="http://schemas.openxmlformats.org/officeDocument/2006/relationships/hyperlink" Target="https://monday.com/blog/project-management/waterfall-methodolo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7E0D1-3F21-AA6F-1DEB-EFF4EA104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32" y="1295231"/>
            <a:ext cx="5895178" cy="3807446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>
                <a:latin typeface="Arial"/>
                <a:ea typeface="+mj-lt"/>
                <a:cs typeface="+mj-lt"/>
              </a:rPr>
              <a:t>Designing innovative products</a:t>
            </a:r>
            <a:br>
              <a:rPr lang="en-US" sz="6600" b="1">
                <a:latin typeface="Arial"/>
                <a:ea typeface="+mj-lt"/>
                <a:cs typeface="+mj-lt"/>
              </a:rPr>
            </a:br>
            <a:r>
              <a:rPr lang="en-US" sz="6600" b="1">
                <a:latin typeface="Arial"/>
                <a:cs typeface="Calibri Light"/>
              </a:rPr>
              <a:t>-introduction-</a:t>
            </a:r>
            <a:endParaRPr lang="en-US" sz="6600" b="1">
              <a:latin typeface="Arial"/>
              <a:cs typeface="Arial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onnsiteX0" fmla="*/ 0 w 5897880"/>
              <a:gd name="connsiteY0" fmla="*/ 0 h 18288"/>
              <a:gd name="connsiteX1" fmla="*/ 537362 w 5897880"/>
              <a:gd name="connsiteY1" fmla="*/ 0 h 18288"/>
              <a:gd name="connsiteX2" fmla="*/ 1133704 w 5897880"/>
              <a:gd name="connsiteY2" fmla="*/ 0 h 18288"/>
              <a:gd name="connsiteX3" fmla="*/ 1671066 w 5897880"/>
              <a:gd name="connsiteY3" fmla="*/ 0 h 18288"/>
              <a:gd name="connsiteX4" fmla="*/ 2385365 w 5897880"/>
              <a:gd name="connsiteY4" fmla="*/ 0 h 18288"/>
              <a:gd name="connsiteX5" fmla="*/ 3040685 w 5897880"/>
              <a:gd name="connsiteY5" fmla="*/ 0 h 18288"/>
              <a:gd name="connsiteX6" fmla="*/ 3696005 w 5897880"/>
              <a:gd name="connsiteY6" fmla="*/ 0 h 18288"/>
              <a:gd name="connsiteX7" fmla="*/ 4469282 w 5897880"/>
              <a:gd name="connsiteY7" fmla="*/ 0 h 18288"/>
              <a:gd name="connsiteX8" fmla="*/ 5183581 w 5897880"/>
              <a:gd name="connsiteY8" fmla="*/ 0 h 18288"/>
              <a:gd name="connsiteX9" fmla="*/ 5897880 w 5897880"/>
              <a:gd name="connsiteY9" fmla="*/ 0 h 18288"/>
              <a:gd name="connsiteX10" fmla="*/ 5897880 w 5897880"/>
              <a:gd name="connsiteY10" fmla="*/ 18288 h 18288"/>
              <a:gd name="connsiteX11" fmla="*/ 5419496 w 5897880"/>
              <a:gd name="connsiteY11" fmla="*/ 18288 h 18288"/>
              <a:gd name="connsiteX12" fmla="*/ 4882134 w 5897880"/>
              <a:gd name="connsiteY12" fmla="*/ 18288 h 18288"/>
              <a:gd name="connsiteX13" fmla="*/ 4167835 w 5897880"/>
              <a:gd name="connsiteY13" fmla="*/ 18288 h 18288"/>
              <a:gd name="connsiteX14" fmla="*/ 3394558 w 5897880"/>
              <a:gd name="connsiteY14" fmla="*/ 18288 h 18288"/>
              <a:gd name="connsiteX15" fmla="*/ 2798216 w 5897880"/>
              <a:gd name="connsiteY15" fmla="*/ 18288 h 18288"/>
              <a:gd name="connsiteX16" fmla="*/ 2024939 w 5897880"/>
              <a:gd name="connsiteY16" fmla="*/ 18288 h 18288"/>
              <a:gd name="connsiteX17" fmla="*/ 1487576 w 5897880"/>
              <a:gd name="connsiteY17" fmla="*/ 18288 h 18288"/>
              <a:gd name="connsiteX18" fmla="*/ 1009193 w 5897880"/>
              <a:gd name="connsiteY18" fmla="*/ 18288 h 18288"/>
              <a:gd name="connsiteX19" fmla="*/ 0 w 5897880"/>
              <a:gd name="connsiteY19" fmla="*/ 18288 h 18288"/>
              <a:gd name="connsiteX20" fmla="*/ 0 w 5897880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7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24929-A5C2-D71B-4BFE-EF04E1CD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Tech</a:t>
            </a:r>
            <a:endParaRPr lang="en-US" sz="540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5F3120D9-C556-FFFF-D5D6-04FEE59C2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72" r="7948" b="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BA976-22EE-DD41-5597-9BAD9AC9D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Calibri"/>
              </a:rPr>
              <a:t>Sem 1: Innovation in project Management: Agile</a:t>
            </a:r>
          </a:p>
          <a:p>
            <a:r>
              <a:rPr lang="en-US" sz="2200" dirty="0">
                <a:cs typeface="Calibri"/>
              </a:rPr>
              <a:t>Sem 2: Innovation in UX/UI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3: Innovative products with AI. Part 1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4: Innovative products with AI. Part 2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5: IoT and Cloud</a:t>
            </a:r>
          </a:p>
          <a:p>
            <a:r>
              <a:rPr lang="en-US" sz="2200" dirty="0">
                <a:cs typeface="Calibri"/>
              </a:rPr>
              <a:t>Sem 6: Data driven innovation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Sem 7: Habit forming products</a:t>
            </a:r>
            <a:endParaRPr lang="en-US" sz="2200" dirty="0">
              <a:ea typeface="Calibri"/>
              <a:cs typeface="Calibri"/>
            </a:endParaRPr>
          </a:p>
          <a:p>
            <a:endParaRPr lang="en-US" sz="2200">
              <a:cs typeface="Calibri"/>
            </a:endParaRPr>
          </a:p>
          <a:p>
            <a:pPr marL="0" indent="0">
              <a:buNone/>
            </a:pPr>
            <a:endParaRPr lang="en-US" sz="2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57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A3F5-C316-BE81-D695-09FE51AE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b="1">
                <a:latin typeface="Calibri"/>
                <a:ea typeface="Calibri"/>
                <a:cs typeface="Calibri"/>
              </a:rPr>
              <a:t>What is innovation?</a:t>
            </a:r>
            <a:endParaRPr lang="en-US" sz="3600"/>
          </a:p>
        </p:txBody>
      </p:sp>
      <p:pic>
        <p:nvPicPr>
          <p:cNvPr id="12" name="Picture 11" descr="Small white light bulbs with one large yellow light bulb drawn on a black surface">
            <a:extLst>
              <a:ext uri="{FF2B5EF4-FFF2-40B4-BE49-F238E27FC236}">
                <a16:creationId xmlns:a16="http://schemas.microsoft.com/office/drawing/2014/main" id="{2559F53A-B732-543D-1DF9-347F608B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13" b="26692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5042-1469-4C0F-31AB-BF2EECF4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1800" b="1">
              <a:ea typeface="Calibri"/>
              <a:cs typeface="Calibri"/>
            </a:endParaRPr>
          </a:p>
          <a:p>
            <a:endParaRPr lang="en-US" sz="1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84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80109-51DF-08DC-9322-2F2FC6E4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rgbClr val="00B050"/>
                </a:solidFill>
                <a:ea typeface="Calibri Light"/>
                <a:cs typeface="Calibri Light"/>
              </a:rPr>
              <a:t>Innovation </a:t>
            </a:r>
            <a:r>
              <a:rPr lang="en-US" sz="5400" dirty="0">
                <a:ea typeface="Calibri Light"/>
                <a:cs typeface="Calibri Light"/>
              </a:rPr>
              <a:t>Is not </a:t>
            </a:r>
            <a:r>
              <a:rPr lang="en-US" sz="5400" b="1" dirty="0">
                <a:solidFill>
                  <a:srgbClr val="FF0000"/>
                </a:solidFill>
                <a:ea typeface="Calibri Light"/>
                <a:cs typeface="Calibri Light"/>
              </a:rPr>
              <a:t>Invention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9CEB59-EC44-1E1F-8D6B-F46B3CA9E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589029" cy="36559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/>
                <a:cs typeface="Calibri"/>
              </a:rPr>
              <a:t>May include </a:t>
            </a:r>
            <a:r>
              <a:rPr lang="en-US" sz="2200" b="1" dirty="0">
                <a:solidFill>
                  <a:srgbClr val="FF0000"/>
                </a:solidFill>
                <a:ea typeface="Calibri"/>
                <a:cs typeface="Calibri"/>
              </a:rPr>
              <a:t>invention </a:t>
            </a:r>
            <a:r>
              <a:rPr lang="en-US" sz="2200" dirty="0">
                <a:ea typeface="Calibri"/>
                <a:cs typeface="Calibri"/>
              </a:rPr>
              <a:t>but requires many other things: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ea typeface="Calibri"/>
                <a:cs typeface="Calibri"/>
              </a:rPr>
              <a:t>Deep understanding of customers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ea typeface="Calibri"/>
                <a:cs typeface="Calibri"/>
              </a:rPr>
              <a:t>How can work with partners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ea typeface="Calibri"/>
                <a:cs typeface="Calibri"/>
              </a:rPr>
              <a:t>How it will pay for itself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Calibri"/>
              <a:cs typeface="Calibri"/>
            </a:endParaRPr>
          </a:p>
          <a:p>
            <a:r>
              <a:rPr lang="en-US" sz="2200" dirty="0">
                <a:ea typeface="Calibri"/>
                <a:cs typeface="Calibri"/>
              </a:rPr>
              <a:t>Innovations are based on </a:t>
            </a:r>
            <a:r>
              <a:rPr lang="en-US" sz="2200" b="1" dirty="0">
                <a:ea typeface="Calibri"/>
                <a:cs typeface="Calibri"/>
              </a:rPr>
              <a:t>previous </a:t>
            </a:r>
            <a:r>
              <a:rPr lang="en-US" sz="2200" dirty="0">
                <a:ea typeface="Calibri"/>
                <a:cs typeface="Calibri"/>
              </a:rPr>
              <a:t>advances. Don't have to be new to the world.</a:t>
            </a:r>
          </a:p>
          <a:p>
            <a:pPr marL="457200" lvl="1" indent="0">
              <a:buNone/>
            </a:pP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4" name="Content Placeholder 3" descr="A red rectangular sign with white text&#10;&#10;Description automatically generated">
            <a:extLst>
              <a:ext uri="{FF2B5EF4-FFF2-40B4-BE49-F238E27FC236}">
                <a16:creationId xmlns:a16="http://schemas.microsoft.com/office/drawing/2014/main" id="{5E7F12D7-575F-FAA8-F6C9-CE9ABD468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92" r="3395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7792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05826389-5B39-B969-DF2D-A30208152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0" r="-1" b="-1"/>
          <a:stretch/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F4EF4-1095-442B-9106-ABFEDD01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Def.</a:t>
            </a:r>
            <a:endParaRPr lang="en-US" sz="40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63BCF-2527-1B61-4115-E3A201359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Innovation requires </a:t>
            </a:r>
            <a:r>
              <a:rPr lang="en-US" sz="2400" b="1" dirty="0">
                <a:ea typeface="Calibri"/>
                <a:cs typeface="Calibri"/>
              </a:rPr>
              <a:t>Identifying</a:t>
            </a:r>
            <a:r>
              <a:rPr lang="en-US" sz="2400" b="1" baseline="30000" dirty="0">
                <a:ea typeface="Calibri"/>
                <a:cs typeface="Calibri"/>
              </a:rPr>
              <a:t>1</a:t>
            </a:r>
            <a:r>
              <a:rPr lang="en-US" sz="2400" b="1" dirty="0">
                <a:ea typeface="Calibri"/>
                <a:cs typeface="Calibri"/>
              </a:rPr>
              <a:t> </a:t>
            </a:r>
            <a:r>
              <a:rPr lang="en-US" sz="2400" dirty="0">
                <a:ea typeface="Calibri"/>
                <a:cs typeface="Calibri"/>
              </a:rPr>
              <a:t>the problems that </a:t>
            </a:r>
            <a:r>
              <a:rPr lang="en-US" sz="2400" b="1" dirty="0">
                <a:ea typeface="Calibri"/>
                <a:cs typeface="Calibri"/>
              </a:rPr>
              <a:t>Matter</a:t>
            </a:r>
            <a:r>
              <a:rPr lang="en-US" sz="2400" b="1" baseline="30000" dirty="0">
                <a:ea typeface="Calibri"/>
                <a:cs typeface="Calibri"/>
              </a:rPr>
              <a:t>2</a:t>
            </a:r>
            <a:r>
              <a:rPr lang="en-US" sz="2400" b="1" dirty="0">
                <a:ea typeface="Calibri"/>
                <a:cs typeface="Calibri"/>
              </a:rPr>
              <a:t> </a:t>
            </a:r>
            <a:r>
              <a:rPr lang="en-US" sz="2400" dirty="0">
                <a:ea typeface="Calibri"/>
                <a:cs typeface="Calibri"/>
              </a:rPr>
              <a:t>and </a:t>
            </a:r>
            <a:r>
              <a:rPr lang="en-US" sz="2400" b="1" dirty="0">
                <a:ea typeface="Calibri"/>
                <a:cs typeface="Calibri"/>
              </a:rPr>
              <a:t>Moving through Them</a:t>
            </a:r>
            <a:r>
              <a:rPr lang="en-US" sz="2400" b="1" baseline="30000" dirty="0">
                <a:ea typeface="Calibri"/>
                <a:cs typeface="Calibri"/>
              </a:rPr>
              <a:t>3</a:t>
            </a:r>
            <a:r>
              <a:rPr lang="en-US" sz="2400" dirty="0">
                <a:ea typeface="Calibri"/>
                <a:cs typeface="Calibri"/>
              </a:rPr>
              <a:t> Systematically to </a:t>
            </a:r>
            <a:r>
              <a:rPr lang="en-US" sz="2400" b="1" dirty="0">
                <a:ea typeface="Calibri"/>
                <a:cs typeface="Calibri"/>
              </a:rPr>
              <a:t>Deliver Elegant Solutions</a:t>
            </a:r>
            <a:r>
              <a:rPr lang="en-US" sz="2400" b="1" baseline="30000" dirty="0">
                <a:ea typeface="Calibri"/>
                <a:cs typeface="Calibri"/>
              </a:rPr>
              <a:t>4</a:t>
            </a:r>
            <a:r>
              <a:rPr lang="en-US" sz="2400" dirty="0">
                <a:ea typeface="Calibri"/>
                <a:cs typeface="Calibri"/>
              </a:rPr>
              <a:t>.</a:t>
            </a:r>
            <a:endParaRPr lang="en-US" sz="2400" baseline="30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72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B7D2C-0FF1-4D7A-B993-DDFB18A6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tx2"/>
                </a:solidFill>
                <a:ea typeface="Calibri Light"/>
                <a:cs typeface="Calibri Light"/>
              </a:rPr>
              <a:t>Examples of inventions/innovations</a:t>
            </a:r>
            <a:endParaRPr lang="en-US" sz="48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F06AE2-9519-2D71-1586-F99E067EA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141874"/>
              </p:ext>
            </p:extLst>
          </p:nvPr>
        </p:nvGraphicFramePr>
        <p:xfrm>
          <a:off x="1036320" y="2560320"/>
          <a:ext cx="10301867" cy="3938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65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BEC60-9AD0-775F-DC01-A7EB5C63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US" sz="5400" b="1" dirty="0">
                <a:latin typeface="Calibri"/>
                <a:ea typeface="Calibri"/>
                <a:cs typeface="Calibri"/>
              </a:rPr>
              <a:t>Software Product Innovation</a:t>
            </a:r>
            <a:endParaRPr lang="en-US" sz="54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06E64-3CD3-A04E-15AB-10D907A44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refers to </a:t>
            </a:r>
            <a:r>
              <a:rPr lang="en-US" sz="2200" b="1" dirty="0">
                <a:ea typeface="Calibri"/>
                <a:cs typeface="Calibri"/>
              </a:rPr>
              <a:t>changes </a:t>
            </a:r>
            <a:r>
              <a:rPr lang="en-US" sz="2200" dirty="0">
                <a:ea typeface="Calibri"/>
                <a:cs typeface="Calibri"/>
              </a:rPr>
              <a:t>that improve design, materials, feel, look, capacity, functionality, and overall user experience</a:t>
            </a:r>
            <a:endParaRPr lang="en-US" sz="22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Empty office area">
            <a:extLst>
              <a:ext uri="{FF2B5EF4-FFF2-40B4-BE49-F238E27FC236}">
                <a16:creationId xmlns:a16="http://schemas.microsoft.com/office/drawing/2014/main" id="{22993037-F7F7-42F4-B181-E910177C02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55" r="4990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3737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wooden blocks with black letters on a table&#10;&#10;Description automatically generated">
            <a:extLst>
              <a:ext uri="{FF2B5EF4-FFF2-40B4-BE49-F238E27FC236}">
                <a16:creationId xmlns:a16="http://schemas.microsoft.com/office/drawing/2014/main" id="{62C9765C-9942-AF83-7B70-D1DD3318F2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C1A06A-29DD-E99B-6168-6B39A831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US" sz="3900">
                <a:solidFill>
                  <a:schemeClr val="bg1"/>
                </a:solidFill>
                <a:ea typeface="Calibri Light"/>
                <a:cs typeface="Calibri Light"/>
              </a:rPr>
              <a:t>Innovation is a team sport, it's not the domain of rare genius or chosen few. Anyone can (and should) innovate, and there is no longer an excuse</a:t>
            </a:r>
            <a:endParaRPr lang="en-US" sz="39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C6FF1-8C6B-91E5-6A6D-7A2DF4796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31" t="8523" r="31672" b="625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5D137-2F67-EEBE-9E66-A1705FD8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Seminary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F5578-3D03-9A4F-7253-094F0E14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Innovation In product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95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D5566-11BD-E09A-A8B3-BEE16689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Agile project management (APM)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195339F1-5D29-5D57-0955-2C1B47A24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611630"/>
            <a:ext cx="7214616" cy="360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8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68C9C-6614-E8A0-8720-1D5F7EC8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Agile Project Management (APM)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71155A-3450-6269-551B-6D2C56EF6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9188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937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34A37-D748-D557-CE1D-2105AACD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>
                <a:ea typeface="+mj-lt"/>
                <a:cs typeface="+mj-lt"/>
              </a:rPr>
              <a:t>Waterfall Model Project Management</a:t>
            </a:r>
            <a:endParaRPr lang="en-US" sz="380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2460-22B6-1E2F-F3A0-5FD6E21B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ea typeface="+mn-lt"/>
                <a:cs typeface="+mn-lt"/>
              </a:rPr>
              <a:t>The </a:t>
            </a:r>
            <a:r>
              <a:rPr lang="en-US" sz="1700" b="1" dirty="0">
                <a:ea typeface="+mn-lt"/>
                <a:cs typeface="+mn-lt"/>
              </a:rPr>
              <a:t>Waterfall Model</a:t>
            </a:r>
            <a:r>
              <a:rPr lang="en-US" sz="1700" dirty="0">
                <a:ea typeface="+mn-lt"/>
                <a:cs typeface="+mn-lt"/>
              </a:rPr>
              <a:t> is a sequential project management approach. It consists of distinct phases that follow a </a:t>
            </a:r>
            <a:r>
              <a:rPr lang="en-US" sz="1700" b="1" dirty="0">
                <a:ea typeface="+mn-lt"/>
                <a:cs typeface="+mn-lt"/>
              </a:rPr>
              <a:t>linear </a:t>
            </a:r>
            <a:r>
              <a:rPr lang="en-US" sz="1700" dirty="0">
                <a:ea typeface="+mn-lt"/>
                <a:cs typeface="+mn-lt"/>
              </a:rPr>
              <a:t>and </a:t>
            </a:r>
            <a:r>
              <a:rPr lang="en-US" sz="1700" b="1" dirty="0">
                <a:ea typeface="+mn-lt"/>
                <a:cs typeface="+mn-lt"/>
              </a:rPr>
              <a:t>one-directional</a:t>
            </a:r>
            <a:r>
              <a:rPr lang="en-US" sz="1700" dirty="0">
                <a:ea typeface="+mn-lt"/>
                <a:cs typeface="+mn-lt"/>
              </a:rPr>
              <a:t> flow.</a:t>
            </a:r>
          </a:p>
          <a:p>
            <a:r>
              <a:rPr lang="en-US" sz="1700" dirty="0">
                <a:ea typeface="+mn-lt"/>
                <a:cs typeface="+mn-lt"/>
              </a:rPr>
              <a:t>According to a study by </a:t>
            </a:r>
            <a:r>
              <a:rPr lang="en-US" sz="1700" dirty="0">
                <a:ea typeface="+mn-lt"/>
                <a:cs typeface="+mn-lt"/>
                <a:hlinkClick r:id="rId2"/>
              </a:rPr>
              <a:t>PMI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56%</a:t>
            </a:r>
            <a:r>
              <a:rPr lang="en-US" sz="1700" dirty="0">
                <a:ea typeface="+mn-lt"/>
                <a:cs typeface="+mn-lt"/>
              </a:rPr>
              <a:t> of projects used traditional — AKA Waterfall.</a:t>
            </a:r>
          </a:p>
          <a:p>
            <a:r>
              <a:rPr lang="en-US" sz="1700" dirty="0">
                <a:ea typeface="+mn-lt"/>
                <a:cs typeface="+mn-lt"/>
              </a:rPr>
              <a:t>Phases include </a:t>
            </a:r>
            <a:r>
              <a:rPr lang="en-US" sz="1700" b="1" dirty="0">
                <a:ea typeface="+mn-lt"/>
                <a:cs typeface="+mn-lt"/>
              </a:rPr>
              <a:t>Requirements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Design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Implementation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Testing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b="1" dirty="0">
                <a:ea typeface="+mn-lt"/>
                <a:cs typeface="+mn-lt"/>
              </a:rPr>
              <a:t>Deployment</a:t>
            </a:r>
            <a:r>
              <a:rPr lang="en-US" sz="1700" dirty="0">
                <a:ea typeface="+mn-lt"/>
                <a:cs typeface="+mn-lt"/>
              </a:rPr>
              <a:t>, and </a:t>
            </a:r>
            <a:r>
              <a:rPr lang="en-US" sz="1700" b="1" dirty="0">
                <a:ea typeface="+mn-lt"/>
                <a:cs typeface="+mn-lt"/>
              </a:rPr>
              <a:t>Maintenance</a:t>
            </a:r>
            <a:r>
              <a:rPr lang="en-US" sz="1700" dirty="0">
                <a:ea typeface="+mn-lt"/>
                <a:cs typeface="+mn-lt"/>
              </a:rPr>
              <a:t>.</a:t>
            </a:r>
          </a:p>
          <a:p>
            <a:endParaRPr lang="en-US" sz="1700" dirty="0">
              <a:ea typeface="Calibri"/>
              <a:cs typeface="Calibri"/>
            </a:endParaRPr>
          </a:p>
          <a:p>
            <a:endParaRPr lang="en-US" sz="1700">
              <a:cs typeface="Calibri"/>
            </a:endParaRPr>
          </a:p>
        </p:txBody>
      </p:sp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38057804-1644-BE38-8361-78D883E7E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C3D4-B32C-71F7-759F-E14C1303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Image source: https://monday.com/blog/project-management/waterfall-methodology/</a:t>
            </a:r>
            <a:endParaRPr lang="en-US" sz="9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929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90D7C-4F19-5B2B-39A5-F471CDC8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Agile workflow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1A9C1-F6A5-1766-8B4A-B3E44EBD7486}"/>
              </a:ext>
            </a:extLst>
          </p:cNvPr>
          <p:cNvSpPr txBox="1"/>
          <p:nvPr/>
        </p:nvSpPr>
        <p:spPr>
          <a:xfrm>
            <a:off x="4084676" y="6577624"/>
            <a:ext cx="8357259" cy="2835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Image source: https://deviniti.com/blog/application-lifecycle-management/requirements-documentation-project-management-approach/</a:t>
            </a:r>
          </a:p>
        </p:txBody>
      </p:sp>
      <p:pic>
        <p:nvPicPr>
          <p:cNvPr id="4" name="Content Placeholder 3" descr="A diagram of a person holding a magnifying glass&#10;&#10;Description automatically generated">
            <a:extLst>
              <a:ext uri="{FF2B5EF4-FFF2-40B4-BE49-F238E27FC236}">
                <a16:creationId xmlns:a16="http://schemas.microsoft.com/office/drawing/2014/main" id="{0445AACC-4197-3BAA-4993-D4ADC9E22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73625"/>
            <a:ext cx="6903720" cy="371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99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90D7C-4F19-5B2B-39A5-F471CDC8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Agile vs Waterfall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table with black text&#10;&#10;Description automatically generated">
            <a:extLst>
              <a:ext uri="{FF2B5EF4-FFF2-40B4-BE49-F238E27FC236}">
                <a16:creationId xmlns:a16="http://schemas.microsoft.com/office/drawing/2014/main" id="{E3621379-8A9C-899A-98E7-24271B6B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60546"/>
            <a:ext cx="6894576" cy="26544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11A9C1-F6A5-1766-8B4A-B3E44EBD7486}"/>
              </a:ext>
            </a:extLst>
          </p:cNvPr>
          <p:cNvSpPr txBox="1"/>
          <p:nvPr/>
        </p:nvSpPr>
        <p:spPr>
          <a:xfrm>
            <a:off x="7039257" y="6490810"/>
            <a:ext cx="6894576" cy="3102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Source: https://monday.com/blog/project-management/waterfall-methodology/</a:t>
            </a:r>
            <a:endParaRPr lang="en-US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2556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2EF58-8DD4-E572-4DB8-B67CA2D2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Benefits</a:t>
            </a:r>
            <a:endParaRPr lang="en-US" sz="4000">
              <a:solidFill>
                <a:srgbClr val="FFFFFF"/>
              </a:solidFill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4E29DC-3E5C-EAF6-538E-70EE7A8E2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116649"/>
              </p:ext>
            </p:extLst>
          </p:nvPr>
        </p:nvGraphicFramePr>
        <p:xfrm>
          <a:off x="244468" y="1833799"/>
          <a:ext cx="11940733" cy="5019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604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C59E26E-B988-4CB4-A06C-519B622D61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918752-9794-4255-98E0-3FD31BF084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C8F4FD-9A2D-4000-87FE-D711D2DCD6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BC2AAC-2B75-49E7-8779-8C39E7AAF9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EA8A33D-482B-463B-B674-6D8E48B93B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30C08CC-B372-4724-BDD4-AA786C4275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1F4020-320F-4096-9E94-18488CED17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63E3468-DBAE-4021-8C1B-F811FEB38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F43AB5D-4703-443F-93DB-79813F30B4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5783D1-C0AD-44CE-A1A3-2231938320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4FD1D9-AD08-401A-836D-94D5FE6C4C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AD7F91-D35D-49CA-BCF7-CA3EB43F0F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51AC8-C040-3E9F-8435-6F604B64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ea typeface="+mj-lt"/>
                <a:cs typeface="+mj-lt"/>
              </a:rPr>
              <a:t>Drawbacks 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A71DC5-9896-9E69-02ED-89BE2A1A5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4662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086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255001-8546-4E7C-B9D1-5F28B82A4B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555587-9FBA-42F6-A443-E0556F7BB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7169E09-7CEF-40B1-9829-90406695EB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26674F-D439-482A-B51C-22EF47777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DECCCC-E9AB-434E-B85D-F4FA2507C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C58053D-7253-46DF-B8F1-1ABBBF85F5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09D17B2-B094-4A94-B751-4867BC7B74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C6259C-3142-485B-A2DB-B9D74E8144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E39864-4A9F-42F3-B9CB-3E11775296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69E55E-E36D-4F97-B769-A27FB2B05A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73F0A52-0EFF-4984-904B-C052667C8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870882B-3AA2-408B-86C4-FAF9863148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rial"/>
                <a:cs typeface="Arial"/>
              </a:rPr>
              <a:t>Scrum</a:t>
            </a:r>
            <a:endParaRPr lang="en-US" sz="36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Content Placeholder 4" descr="A diagram of scrum&#10;&#10;Description automatically generated">
            <a:extLst>
              <a:ext uri="{FF2B5EF4-FFF2-40B4-BE49-F238E27FC236}">
                <a16:creationId xmlns:a16="http://schemas.microsoft.com/office/drawing/2014/main" id="{0C5C1296-B249-64AB-DD8D-C186CCCD6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6584" y="2587529"/>
            <a:ext cx="7387565" cy="351206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DE2A3-3A2B-14EC-A502-BDE37B5E27E3}"/>
              </a:ext>
            </a:extLst>
          </p:cNvPr>
          <p:cNvSpPr txBox="1"/>
          <p:nvPr/>
        </p:nvSpPr>
        <p:spPr>
          <a:xfrm>
            <a:off x="8103968" y="6490843"/>
            <a:ext cx="3159523" cy="232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912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 https://www.scrum.org/resources/what-scrum-module</a:t>
            </a:r>
            <a:endParaRPr lang="en-US" sz="1200" i="1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6D5CC-CC39-5182-67B6-04A06DA461BB}"/>
              </a:ext>
            </a:extLst>
          </p:cNvPr>
          <p:cNvSpPr txBox="1"/>
          <p:nvPr/>
        </p:nvSpPr>
        <p:spPr>
          <a:xfrm>
            <a:off x="195650" y="2075806"/>
            <a:ext cx="5046514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A </a:t>
            </a:r>
            <a:r>
              <a:rPr lang="en-US" sz="2000" b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Product Owner</a:t>
            </a: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 orders the work for a complex problem into a Product Backlog.</a:t>
            </a:r>
            <a:endParaRPr lang="en-US" sz="2000" kern="1200">
              <a:latin typeface="+mn-lt"/>
              <a:cs typeface="Calibri"/>
            </a:endParaRPr>
          </a:p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The </a:t>
            </a:r>
            <a:r>
              <a:rPr lang="en-US" sz="2000" b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Scrum Team</a:t>
            </a: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 turns a selection of the work into an Increment of value during a Sprint.</a:t>
            </a:r>
            <a:endParaRPr lang="en-US" sz="2000" kern="1200">
              <a:latin typeface="+mn-lt"/>
              <a:cs typeface="Calibri"/>
            </a:endParaRPr>
          </a:p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The </a:t>
            </a:r>
            <a:r>
              <a:rPr lang="en-US" sz="2000" b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Scrum Team and its stakeholders</a:t>
            </a:r>
            <a:r>
              <a:rPr lang="en-US" sz="2000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 inspect the results and adjust for the next Sprint.</a:t>
            </a:r>
            <a:endParaRPr lang="en-US" sz="2000" kern="1200">
              <a:latin typeface="+mn-lt"/>
              <a:cs typeface="Calibri"/>
            </a:endParaRPr>
          </a:p>
          <a:p>
            <a:pPr marL="217170" indent="-217170" defTabSz="694944">
              <a:spcAft>
                <a:spcPts val="600"/>
              </a:spcAft>
              <a:buFont typeface="Arial"/>
              <a:buChar char="•"/>
            </a:pPr>
            <a:r>
              <a:rPr lang="en-US" sz="2000" b="1" i="1" kern="1200" dirty="0">
                <a:solidFill>
                  <a:srgbClr val="333333"/>
                </a:solidFill>
                <a:latin typeface="+mn-lt"/>
                <a:ea typeface="+mn-lt"/>
                <a:cs typeface="+mn-lt"/>
              </a:rPr>
              <a:t>Repeat</a:t>
            </a:r>
            <a:endParaRPr lang="en-US" sz="2000" b="1" kern="1200">
              <a:latin typeface="+mn-lt"/>
              <a:cs typeface="Calibri"/>
            </a:endParaRPr>
          </a:p>
          <a:p>
            <a:pPr algn="l">
              <a:spcAft>
                <a:spcPts val="600"/>
              </a:spcAft>
            </a:pPr>
            <a:endParaRPr lang="en-US" sz="4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1264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A826-BDBD-9839-C695-0C272AFD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endParaRPr lang="en-US" sz="3200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E4849F00-8A14-BA60-15B7-2609AC847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753" b="-3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57B89-BE3D-AE7D-F200-C6DBA6464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i="1" dirty="0">
                <a:ea typeface="+mn-lt"/>
                <a:cs typeface="+mn-lt"/>
              </a:rPr>
              <a:t>Knock </a:t>
            </a:r>
            <a:r>
              <a:rPr lang="en-US" sz="2000" i="1" dirty="0" err="1">
                <a:ea typeface="+mn-lt"/>
                <a:cs typeface="+mn-lt"/>
              </a:rPr>
              <a:t>knock</a:t>
            </a:r>
            <a:r>
              <a:rPr lang="en-US" sz="2000" i="1" dirty="0">
                <a:ea typeface="+mn-lt"/>
                <a:cs typeface="+mn-lt"/>
              </a:rPr>
              <a:t>!</a:t>
            </a:r>
            <a:endParaRPr lang="en-US" sz="2000" i="1" dirty="0">
              <a:cs typeface="Calibri" panose="020F0502020204030204"/>
            </a:endParaRPr>
          </a:p>
          <a:p>
            <a:r>
              <a:rPr lang="en-US" sz="2000" i="1" dirty="0">
                <a:ea typeface="+mn-lt"/>
                <a:cs typeface="+mn-lt"/>
              </a:rPr>
              <a:t>Who’s there?</a:t>
            </a:r>
            <a:br>
              <a:rPr lang="en-US" sz="2000" i="1" dirty="0">
                <a:ea typeface="+mn-lt"/>
                <a:cs typeface="+mn-lt"/>
              </a:rPr>
            </a:br>
            <a:r>
              <a:rPr lang="en-US" sz="2000" b="1" i="1" dirty="0">
                <a:ea typeface="+mn-lt"/>
                <a:cs typeface="+mn-lt"/>
              </a:rPr>
              <a:t>Done</a:t>
            </a:r>
            <a:r>
              <a:rPr lang="en-US" sz="2000" i="1" dirty="0">
                <a:ea typeface="+mn-lt"/>
                <a:cs typeface="+mn-lt"/>
              </a:rPr>
              <a:t>.</a:t>
            </a:r>
            <a:br>
              <a:rPr lang="en-US" sz="2000" i="1" dirty="0">
                <a:ea typeface="+mn-lt"/>
                <a:cs typeface="+mn-lt"/>
              </a:rPr>
            </a:br>
            <a:r>
              <a:rPr lang="en-US" sz="2000" i="1" dirty="0">
                <a:ea typeface="+mn-lt"/>
                <a:cs typeface="+mn-lt"/>
              </a:rPr>
              <a:t>Done who?</a:t>
            </a:r>
            <a:br>
              <a:rPr lang="en-US" sz="2000" i="1" dirty="0">
                <a:ea typeface="+mn-lt"/>
                <a:cs typeface="+mn-lt"/>
              </a:rPr>
            </a:br>
            <a:r>
              <a:rPr lang="en-US" sz="2000" i="1" dirty="0">
                <a:ea typeface="+mn-lt"/>
                <a:cs typeface="+mn-lt"/>
              </a:rPr>
              <a:t>Depends on </a:t>
            </a:r>
            <a:r>
              <a:rPr lang="en-US" sz="2000" b="1" i="1" dirty="0">
                <a:ea typeface="+mn-lt"/>
                <a:cs typeface="+mn-lt"/>
              </a:rPr>
              <a:t>who </a:t>
            </a:r>
            <a:r>
              <a:rPr lang="en-US" sz="2000" i="1" dirty="0">
                <a:ea typeface="+mn-lt"/>
                <a:cs typeface="+mn-lt"/>
              </a:rPr>
              <a:t>you ask.</a:t>
            </a:r>
            <a:endParaRPr lang="en-US" sz="2000" dirty="0"/>
          </a:p>
          <a:p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10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rial"/>
                <a:ea typeface="+mj-lt"/>
                <a:cs typeface="Arial"/>
              </a:rPr>
              <a:t>Kanban</a:t>
            </a:r>
            <a:endParaRPr lang="en-US" sz="3600" dirty="0">
              <a:solidFill>
                <a:srgbClr val="FFFFFF"/>
              </a:solidFill>
              <a:latin typeface="Calibri Light"/>
              <a:cs typeface="Calibri Light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DE2A3-3A2B-14EC-A502-BDE37B5E27E3}"/>
              </a:ext>
            </a:extLst>
          </p:cNvPr>
          <p:cNvSpPr txBox="1"/>
          <p:nvPr/>
        </p:nvSpPr>
        <p:spPr>
          <a:xfrm>
            <a:off x="7389006" y="6490843"/>
            <a:ext cx="4692929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900" i="1" dirty="0"/>
              <a:t>Source</a:t>
            </a:r>
            <a:r>
              <a:rPr lang="en-US" sz="900" dirty="0">
                <a:ea typeface="+mn-lt"/>
                <a:cs typeface="+mn-lt"/>
              </a:rPr>
              <a:t>https</a:t>
            </a:r>
            <a:r>
              <a:rPr lang="en-US" sz="900" kern="1200" dirty="0">
                <a:ea typeface="+mn-lt"/>
                <a:cs typeface="+mn-lt"/>
              </a:rPr>
              <a:t>://</a:t>
            </a:r>
            <a:r>
              <a:rPr lang="en-US" sz="900" dirty="0">
                <a:ea typeface="+mn-lt"/>
                <a:cs typeface="+mn-lt"/>
              </a:rPr>
              <a:t>upload.wikimedia</a:t>
            </a:r>
            <a:r>
              <a:rPr lang="en-US" sz="900" kern="1200" dirty="0">
                <a:ea typeface="+mn-lt"/>
                <a:cs typeface="+mn-lt"/>
              </a:rPr>
              <a:t>.</a:t>
            </a:r>
            <a:r>
              <a:rPr lang="en-US" sz="900" dirty="0">
                <a:ea typeface="+mn-lt"/>
                <a:cs typeface="+mn-lt"/>
              </a:rPr>
              <a:t>org/wikipedia/commons/b</a:t>
            </a:r>
            <a:r>
              <a:rPr lang="en-US" sz="900" kern="1200" dirty="0">
                <a:ea typeface="+mn-lt"/>
                <a:cs typeface="+mn-lt"/>
              </a:rPr>
              <a:t>/</a:t>
            </a:r>
            <a:r>
              <a:rPr lang="en-US" sz="900" dirty="0">
                <a:ea typeface="+mn-lt"/>
                <a:cs typeface="+mn-lt"/>
              </a:rPr>
              <a:t>b4</a:t>
            </a:r>
            <a:r>
              <a:rPr lang="en-US" sz="900" kern="1200" dirty="0">
                <a:ea typeface="+mn-lt"/>
                <a:cs typeface="+mn-lt"/>
              </a:rPr>
              <a:t>/</a:t>
            </a:r>
            <a:r>
              <a:rPr lang="en-US" sz="900" dirty="0">
                <a:ea typeface="+mn-lt"/>
                <a:cs typeface="+mn-lt"/>
              </a:rPr>
              <a:t>Abstract_Kanban_Board.svg</a:t>
            </a:r>
            <a:endParaRPr lang="en-US" sz="1200" i="1">
              <a:cs typeface="Calibri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AA6477-7CA5-C007-5F3B-859A0840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2" y="1919698"/>
            <a:ext cx="6752636" cy="47953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000" dirty="0">
                <a:ea typeface="+mn-lt"/>
                <a:cs typeface="+mn-lt"/>
              </a:rPr>
              <a:t>Visual system used to manage and keep track of work as it moves through a process (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pull system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2000">
              <a:cs typeface="Calibri"/>
            </a:endParaRPr>
          </a:p>
          <a:p>
            <a:pPr marL="674370" lvl="1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400" dirty="0">
                <a:cs typeface="Calibri"/>
              </a:rPr>
              <a:t>Implemented by Toyota in manufacturing (1950)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>
                <a:ea typeface="+mn-lt"/>
                <a:cs typeface="+mn-lt"/>
              </a:rPr>
              <a:t>The 6 Core Kanban Principles</a:t>
            </a:r>
            <a:endParaRPr lang="en-US" sz="2000" dirty="0">
              <a:ea typeface="+mn-lt"/>
              <a:cs typeface="+mn-lt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Start with what you do now: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dirty="0">
                <a:ea typeface="+mn-lt"/>
                <a:cs typeface="+mn-lt"/>
              </a:rPr>
              <a:t>understanding of the current processes and workflows</a:t>
            </a:r>
            <a:endParaRPr lang="en-US" sz="1600">
              <a:cs typeface="Calibri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Agree to pursue incremental, evolutionary change: </a:t>
            </a:r>
            <a:r>
              <a:rPr lang="en-US" sz="1600" dirty="0">
                <a:ea typeface="+mn-lt"/>
                <a:cs typeface="+mn-lt"/>
              </a:rPr>
              <a:t>advocates for small, incremental changes that build on each other</a:t>
            </a:r>
            <a:endParaRPr lang="en-US" sz="1600">
              <a:cs typeface="Calibri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Encourage acts of leadership at all levels: </a:t>
            </a:r>
            <a:r>
              <a:rPr lang="en-US" sz="1600">
                <a:ea typeface="+mn-lt"/>
                <a:cs typeface="+mn-lt"/>
              </a:rPr>
              <a:t>Anyone can take leadership and suggest improvements</a:t>
            </a:r>
            <a:endParaRPr lang="en-US" sz="1600" dirty="0">
              <a:ea typeface="+mn-lt"/>
              <a:cs typeface="+mn-lt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Focus on customer needs and expectations: </a:t>
            </a:r>
            <a:r>
              <a:rPr lang="en-US" sz="1600" dirty="0">
                <a:ea typeface="+mn-lt"/>
                <a:cs typeface="+mn-lt"/>
              </a:rPr>
              <a:t>understanding the needs and expectations of your customers</a:t>
            </a: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Manage the work, not the workers</a:t>
            </a:r>
            <a:r>
              <a:rPr lang="en-US" sz="1600" dirty="0">
                <a:solidFill>
                  <a:srgbClr val="606060"/>
                </a:solidFill>
                <a:ea typeface="+mn-lt"/>
                <a:cs typeface="+mn-lt"/>
              </a:rPr>
              <a:t>: empowers people’s abilities to self-organize around the work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marL="217170" indent="-2171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solidFill>
                  <a:srgbClr val="606060"/>
                </a:solidFill>
                <a:ea typeface="+mn-lt"/>
                <a:cs typeface="+mn-lt"/>
              </a:rPr>
              <a:t>Regularly review the network of services: </a:t>
            </a:r>
            <a:r>
              <a:rPr lang="en-US" sz="1600" dirty="0">
                <a:ea typeface="+mn-lt"/>
                <a:cs typeface="+mn-lt"/>
              </a:rPr>
              <a:t>encourages team members to share their observations, ideas</a:t>
            </a:r>
            <a:endParaRPr lang="en-US" sz="1600" dirty="0">
              <a:solidFill>
                <a:srgbClr val="606060"/>
              </a:solidFill>
              <a:ea typeface="+mn-lt"/>
              <a:cs typeface="+mn-lt"/>
            </a:endParaRPr>
          </a:p>
        </p:txBody>
      </p:sp>
      <p:pic>
        <p:nvPicPr>
          <p:cNvPr id="3" name="Picture 2" descr="A screenshot of a board&#10;&#10;Description automatically generated">
            <a:extLst>
              <a:ext uri="{FF2B5EF4-FFF2-40B4-BE49-F238E27FC236}">
                <a16:creationId xmlns:a16="http://schemas.microsoft.com/office/drawing/2014/main" id="{AD099450-F13F-6AC9-DF1E-0EE8C0E9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141" y="2785599"/>
            <a:ext cx="5198533" cy="272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rial"/>
                <a:ea typeface="+mj-lt"/>
                <a:cs typeface="Arial"/>
              </a:rPr>
              <a:t>Extreme Programming (XP)</a:t>
            </a:r>
            <a:endParaRPr lang="en-US" dirty="0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DE2A3-3A2B-14EC-A502-BDE37B5E27E3}"/>
              </a:ext>
            </a:extLst>
          </p:cNvPr>
          <p:cNvSpPr txBox="1"/>
          <p:nvPr/>
        </p:nvSpPr>
        <p:spPr>
          <a:xfrm>
            <a:off x="7389006" y="6490843"/>
            <a:ext cx="4692929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900" dirty="0">
                <a:ea typeface="+mn-lt"/>
                <a:cs typeface="+mn-lt"/>
              </a:rPr>
              <a:t>https</a:t>
            </a:r>
            <a:r>
              <a:rPr lang="en-US" sz="900" kern="1200" dirty="0">
                <a:ea typeface="+mn-lt"/>
                <a:cs typeface="+mn-lt"/>
              </a:rPr>
              <a:t>://</a:t>
            </a:r>
            <a:r>
              <a:rPr lang="en-US" sz="900" dirty="0">
                <a:ea typeface="+mn-lt"/>
                <a:cs typeface="+mn-lt"/>
              </a:rPr>
              <a:t>newline</a:t>
            </a:r>
            <a:r>
              <a:rPr lang="en-US" sz="900" kern="1200" dirty="0">
                <a:ea typeface="+mn-lt"/>
                <a:cs typeface="+mn-lt"/>
              </a:rPr>
              <a:t>.</a:t>
            </a:r>
            <a:r>
              <a:rPr lang="en-US" sz="900" dirty="0">
                <a:ea typeface="+mn-lt"/>
                <a:cs typeface="+mn-lt"/>
              </a:rPr>
              <a:t>tech</a:t>
            </a:r>
            <a:r>
              <a:rPr lang="en-US" sz="900" kern="1200" dirty="0">
                <a:ea typeface="+mn-lt"/>
                <a:cs typeface="+mn-lt"/>
              </a:rPr>
              <a:t>/</a:t>
            </a:r>
            <a:r>
              <a:rPr lang="en-US" sz="900" dirty="0">
                <a:ea typeface="+mn-lt"/>
                <a:cs typeface="+mn-lt"/>
              </a:rPr>
              <a:t>extreme-programming</a:t>
            </a:r>
            <a:r>
              <a:rPr lang="en-US" sz="900" kern="1200" dirty="0">
                <a:ea typeface="+mn-lt"/>
                <a:cs typeface="+mn-lt"/>
              </a:rPr>
              <a:t>/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AA6477-7CA5-C007-5F3B-859A0840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2" y="1919698"/>
            <a:ext cx="6752636" cy="47953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XP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emphasizes technical excellence and focuses on improving software quality and responsiveness to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changing customer requirements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through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frequent releases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in short development cycles.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B0604020202020204" pitchFamily="34" charset="0"/>
              <a:buChar char="-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Key Practices: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Pair Programming,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Test-Driven Development (TDD),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Continuous Integration,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Refactoring,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Simple Design,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Collective Code Ownership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cs typeface="Calibri" panose="020F0502020204030204"/>
            </a:endParaRPr>
          </a:p>
        </p:txBody>
      </p:sp>
      <p:pic>
        <p:nvPicPr>
          <p:cNvPr id="5" name="Picture 4" descr="A group of people sitting at a table with a letter&#10;&#10;Description automatically generated">
            <a:extLst>
              <a:ext uri="{FF2B5EF4-FFF2-40B4-BE49-F238E27FC236}">
                <a16:creationId xmlns:a16="http://schemas.microsoft.com/office/drawing/2014/main" id="{DF603EC5-6338-F63D-117E-A4C988B2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446" y="3073323"/>
            <a:ext cx="45624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4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oup of men in military uniforms&#10;&#10;Description automatically generated">
            <a:extLst>
              <a:ext uri="{FF2B5EF4-FFF2-40B4-BE49-F238E27FC236}">
                <a16:creationId xmlns:a16="http://schemas.microsoft.com/office/drawing/2014/main" id="{28C7868E-6015-9BF7-1583-C496F902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95" b="909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E661E-830F-4ABF-C137-BDEDABA2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cs typeface="Calibri Light"/>
              </a:rPr>
              <a:t>Pair Programming 101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F3CB6542-B12C-8BB9-678B-96FA02AC3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944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AF8A1-C6C6-3CB6-0791-474350E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3600">
                <a:cs typeface="Calibri Light"/>
              </a:rPr>
              <a:t>Wrap-Up</a:t>
            </a:r>
            <a:br>
              <a:rPr lang="en-US" sz="3600">
                <a:cs typeface="Calibri Light"/>
              </a:rPr>
            </a:br>
            <a:r>
              <a:rPr lang="en-US" sz="3600">
                <a:latin typeface="Calibri"/>
                <a:cs typeface="Calibri"/>
              </a:rPr>
              <a:t>Innovation in Product Management</a:t>
            </a:r>
            <a:endParaRPr lang="en-US" sz="3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27059-F6BC-9419-F4F0-EA54B3476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cs typeface="Calibri"/>
              </a:rPr>
              <a:t>Incremental development</a:t>
            </a:r>
          </a:p>
          <a:p>
            <a:r>
              <a:rPr lang="en-US" sz="2400">
                <a:cs typeface="Calibri"/>
              </a:rPr>
              <a:t>Fast deploy</a:t>
            </a:r>
          </a:p>
          <a:p>
            <a:r>
              <a:rPr lang="en-US" sz="2400">
                <a:cs typeface="Calibri"/>
              </a:rPr>
              <a:t>Continuous communication</a:t>
            </a:r>
          </a:p>
          <a:p>
            <a:r>
              <a:rPr lang="en-US" sz="2400">
                <a:cs typeface="Calibri"/>
              </a:rPr>
              <a:t>Empower team members</a:t>
            </a:r>
          </a:p>
          <a:p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1409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78" y="386930"/>
            <a:ext cx="11238220" cy="1188950"/>
          </a:xfrm>
        </p:spPr>
        <p:txBody>
          <a:bodyPr anchor="b">
            <a:normAutofit fontScale="90000"/>
          </a:bodyPr>
          <a:lstStyle/>
          <a:p>
            <a:r>
              <a:rPr lang="en-US" sz="5400" b="1" dirty="0">
                <a:latin typeface="Arial"/>
                <a:ea typeface="+mj-lt"/>
                <a:cs typeface="Arial"/>
              </a:rPr>
              <a:t>Milestone 1</a:t>
            </a:r>
            <a:br>
              <a:rPr lang="en-US" sz="5400" b="1" dirty="0">
                <a:latin typeface="Arial"/>
                <a:ea typeface="+mj-lt"/>
                <a:cs typeface="Arial"/>
              </a:rPr>
            </a:br>
            <a:r>
              <a:rPr lang="en-US" sz="3600" b="1" dirty="0">
                <a:latin typeface="Arial"/>
                <a:ea typeface="+mj-lt"/>
                <a:cs typeface="Arial"/>
              </a:rPr>
              <a:t>(Eng: week 3, Ro week 4)</a:t>
            </a:r>
            <a:endParaRPr lang="en-US" sz="3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AA6477-7CA5-C007-5F3B-859A0840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dirty="0">
                <a:ea typeface="+mn-lt"/>
                <a:cs typeface="+mn-lt"/>
              </a:rPr>
              <a:t>Decide the </a:t>
            </a:r>
            <a:r>
              <a:rPr lang="en-US" sz="1900" b="1" dirty="0">
                <a:ea typeface="+mn-lt"/>
                <a:cs typeface="+mn-lt"/>
              </a:rPr>
              <a:t>working environment</a:t>
            </a:r>
            <a:r>
              <a:rPr lang="en-US" sz="1900" dirty="0">
                <a:ea typeface="+mn-lt"/>
                <a:cs typeface="+mn-lt"/>
              </a:rPr>
              <a:t> and </a:t>
            </a:r>
            <a:r>
              <a:rPr lang="en-US" sz="1900" b="1" dirty="0">
                <a:ea typeface="+mn-lt"/>
                <a:cs typeface="+mn-lt"/>
              </a:rPr>
              <a:t>setup</a:t>
            </a:r>
            <a:r>
              <a:rPr lang="en-US" sz="1900" dirty="0">
                <a:ea typeface="+mn-lt"/>
                <a:cs typeface="+mn-lt"/>
              </a:rPr>
              <a:t> the project (create a “hello world” mobile/web/desktop/cloud application, or install the necessarily scientific tools for AI-models) </a:t>
            </a:r>
            <a:r>
              <a:rPr lang="en-US" sz="1900" b="1" dirty="0">
                <a:ea typeface="+mn-lt"/>
                <a:cs typeface="+mn-lt"/>
              </a:rPr>
              <a:t>(2p)</a:t>
            </a:r>
            <a:endParaRPr lang="en-US" sz="1900" b="1" dirty="0">
              <a:cs typeface="Calibri"/>
            </a:endParaRPr>
          </a:p>
          <a:p>
            <a:r>
              <a:rPr lang="en-US" sz="1900" b="1" dirty="0">
                <a:ea typeface="+mn-lt"/>
                <a:cs typeface="+mn-lt"/>
              </a:rPr>
              <a:t>Assign roles </a:t>
            </a:r>
            <a:r>
              <a:rPr lang="en-US" sz="1900" dirty="0">
                <a:ea typeface="+mn-lt"/>
                <a:cs typeface="+mn-lt"/>
              </a:rPr>
              <a:t>to the team members (one member can have multiple roles) </a:t>
            </a:r>
            <a:r>
              <a:rPr lang="en-US" sz="1900" b="1" dirty="0">
                <a:ea typeface="+mn-lt"/>
                <a:cs typeface="+mn-lt"/>
              </a:rPr>
              <a:t>(3p)</a:t>
            </a:r>
            <a:r>
              <a:rPr lang="en-US" sz="1900" dirty="0">
                <a:ea typeface="+mn-lt"/>
                <a:cs typeface="+mn-lt"/>
              </a:rPr>
              <a:t>: </a:t>
            </a:r>
          </a:p>
          <a:p>
            <a:pPr lvl="1"/>
            <a:r>
              <a:rPr lang="en-US" sz="1900" dirty="0">
                <a:ea typeface="+mn-lt"/>
                <a:cs typeface="+mn-lt"/>
              </a:rPr>
              <a:t>Tech: UI/UX, data scientist, backend/frontend developer, ...</a:t>
            </a:r>
            <a:endParaRPr lang="en-US" sz="1900" dirty="0">
              <a:cs typeface="Calibri"/>
            </a:endParaRPr>
          </a:p>
          <a:p>
            <a:pPr lvl="1"/>
            <a:r>
              <a:rPr lang="en-US" sz="1900" dirty="0">
                <a:ea typeface="+mn-lt"/>
                <a:cs typeface="+mn-lt"/>
              </a:rPr>
              <a:t>Business: Project Manager, social media guru, marketing, market researcher …</a:t>
            </a:r>
          </a:p>
          <a:p>
            <a:r>
              <a:rPr lang="en-US" sz="1900" dirty="0">
                <a:ea typeface="+mn-lt"/>
                <a:cs typeface="+mn-lt"/>
              </a:rPr>
              <a:t>Define the </a:t>
            </a:r>
            <a:r>
              <a:rPr lang="en-US" sz="1900" b="1" dirty="0">
                <a:ea typeface="+mn-lt"/>
                <a:cs typeface="+mn-lt"/>
              </a:rPr>
              <a:t>list of functionalities (backlog): </a:t>
            </a:r>
            <a:r>
              <a:rPr lang="en-US" sz="1900" dirty="0">
                <a:ea typeface="+mn-lt"/>
                <a:cs typeface="+mn-lt"/>
              </a:rPr>
              <a:t>login, CRUD operations, notifications, AI-inference, backup, cloud storage, offline functionalities … </a:t>
            </a:r>
            <a:r>
              <a:rPr lang="en-US" sz="1900" b="1" dirty="0">
                <a:ea typeface="+mn-lt"/>
                <a:cs typeface="+mn-lt"/>
              </a:rPr>
              <a:t>(4p)</a:t>
            </a:r>
          </a:p>
          <a:p>
            <a:r>
              <a:rPr lang="en-US" sz="1900" dirty="0">
                <a:ea typeface="+mn-lt"/>
                <a:cs typeface="+mn-lt"/>
              </a:rPr>
              <a:t>Publish this </a:t>
            </a:r>
            <a:r>
              <a:rPr lang="en-US" sz="1900" b="1" dirty="0">
                <a:ea typeface="+mn-lt"/>
                <a:cs typeface="+mn-lt"/>
              </a:rPr>
              <a:t>ONE PAGE DOC</a:t>
            </a:r>
            <a:r>
              <a:rPr lang="en-US" sz="1900" dirty="0">
                <a:ea typeface="+mn-lt"/>
                <a:cs typeface="+mn-lt"/>
              </a:rPr>
              <a:t> in the </a:t>
            </a:r>
            <a:r>
              <a:rPr lang="en-US" sz="1900" dirty="0" err="1">
                <a:ea typeface="+mn-lt"/>
                <a:cs typeface="+mn-lt"/>
              </a:rPr>
              <a:t>MSTeams</a:t>
            </a:r>
            <a:r>
              <a:rPr lang="en-US" sz="1900" dirty="0">
                <a:ea typeface="+mn-lt"/>
                <a:cs typeface="+mn-lt"/>
              </a:rPr>
              <a:t> Assignment (one per team)</a:t>
            </a:r>
          </a:p>
          <a:p>
            <a:pPr marL="217170" indent="-21717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endParaRPr lang="en-US" sz="19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9926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FF714-BDC3-A183-EBDD-B3EA2D9A1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Bibliography</a:t>
            </a:r>
            <a:endParaRPr lang="en-US" sz="5400"/>
          </a:p>
        </p:txBody>
      </p:sp>
      <p:pic>
        <p:nvPicPr>
          <p:cNvPr id="5" name="Picture 4" descr="Red drawing pins on a map">
            <a:extLst>
              <a:ext uri="{FF2B5EF4-FFF2-40B4-BE49-F238E27FC236}">
                <a16:creationId xmlns:a16="http://schemas.microsoft.com/office/drawing/2014/main" id="{A3AA2E33-6D48-8D30-7200-4821D7AD7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21" r="27316" b="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EE8A-F0E1-A7DB-DB0B-9FA08A76D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  <a:hlinkClick r:id="rId3"/>
              </a:rPr>
              <a:t>https://www.techtarget.com/searchcio/definition/Agile-project-management</a:t>
            </a:r>
            <a:endParaRPr lang="en-US" sz="220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  <a:hlinkClick r:id="rId4"/>
              </a:rPr>
              <a:t>https://monday.com/blog/project-management/waterfall-methodology/</a:t>
            </a:r>
            <a:endParaRPr lang="en-US" sz="220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  <a:hlinkClick r:id="rId5"/>
              </a:rPr>
              <a:t>https://scrumguides.org/</a:t>
            </a:r>
          </a:p>
          <a:p>
            <a:r>
              <a:rPr lang="en-US" sz="2200">
                <a:ea typeface="+mn-lt"/>
                <a:cs typeface="+mn-lt"/>
                <a:hlinkClick r:id="rId6"/>
              </a:rPr>
              <a:t>https://www.geeksforgeeks.org/lean-software-development-lsd/</a:t>
            </a:r>
          </a:p>
          <a:p>
            <a:r>
              <a:rPr lang="en-US" sz="2200">
                <a:ea typeface="+mn-lt"/>
                <a:cs typeface="+mn-lt"/>
                <a:hlinkClick r:id="rId7"/>
              </a:rPr>
              <a:t>https://kanbanize.com/kanban-resources/getting-started/what-is-kanban</a:t>
            </a:r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880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211102ECA25F45B4CC6E5CADA83611" ma:contentTypeVersion="4" ma:contentTypeDescription="Create a new document." ma:contentTypeScope="" ma:versionID="384ce5f27ff29a2723045399f45ddb08">
  <xsd:schema xmlns:xsd="http://www.w3.org/2001/XMLSchema" xmlns:xs="http://www.w3.org/2001/XMLSchema" xmlns:p="http://schemas.microsoft.com/office/2006/metadata/properties" xmlns:ns2="5cec7390-26ef-4ab5-8180-cc59cef227f5" targetNamespace="http://schemas.microsoft.com/office/2006/metadata/properties" ma:root="true" ma:fieldsID="727dbd1c6138e23346201c9062225aeb" ns2:_="">
    <xsd:import namespace="5cec7390-26ef-4ab5-8180-cc59cef227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c7390-26ef-4ab5-8180-cc59cef22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5C78CA-B016-4239-8726-8011CFAA8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196357-B561-4949-8AD2-04C83CBA4184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3.xml><?xml version="1.0" encoding="utf-8"?>
<ds:datastoreItem xmlns:ds="http://schemas.openxmlformats.org/officeDocument/2006/customXml" ds:itemID="{A2A35A2F-90BD-45A5-AF4E-0DD1C065B7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ec7390-26ef-4ab5-8180-cc59cef22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Designing innovative products -introduction-</vt:lpstr>
      <vt:lpstr>Tech</vt:lpstr>
      <vt:lpstr>What is innovation?</vt:lpstr>
      <vt:lpstr>Innovation Is not Invention</vt:lpstr>
      <vt:lpstr>Def.</vt:lpstr>
      <vt:lpstr>Examples of inventions/innovations</vt:lpstr>
      <vt:lpstr>Software Product Innovation</vt:lpstr>
      <vt:lpstr>Innovation is a team sport, it's not the domain of rare genius or chosen few. Anyone can (and should) innovate, and there is no longer an excuse</vt:lpstr>
      <vt:lpstr>Seminary 1</vt:lpstr>
      <vt:lpstr>Agile project management (APM)</vt:lpstr>
      <vt:lpstr>Agile Project Management (APM)</vt:lpstr>
      <vt:lpstr>Waterfall Model Project Management</vt:lpstr>
      <vt:lpstr>Agile workflow</vt:lpstr>
      <vt:lpstr>Agile vs Waterfall</vt:lpstr>
      <vt:lpstr>Benefits</vt:lpstr>
      <vt:lpstr>Drawbacks </vt:lpstr>
      <vt:lpstr>Scrum</vt:lpstr>
      <vt:lpstr>PowerPoint Presentation</vt:lpstr>
      <vt:lpstr>Kanban</vt:lpstr>
      <vt:lpstr>Extreme Programming (XP)</vt:lpstr>
      <vt:lpstr>Pair Programming 101</vt:lpstr>
      <vt:lpstr>Wrap-Up Innovation in Product Management</vt:lpstr>
      <vt:lpstr>Milestone 1 (Eng: week 3, Ro week 4)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578</cp:revision>
  <dcterms:created xsi:type="dcterms:W3CDTF">2023-08-17T06:19:49Z</dcterms:created>
  <dcterms:modified xsi:type="dcterms:W3CDTF">2024-10-03T20:16:42Z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0x010100F3211102ECA25F45B4CC6E5CADA83611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