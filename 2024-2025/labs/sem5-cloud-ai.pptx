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59" r:id="rId7"/>
    <p:sldId id="260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00233-B418-22FC-4A7E-DF70AF069098}" v="147" dt="2023-12-05T07:02:03.964"/>
    <p1510:client id="{536BA9D1-C0E1-1C40-72EC-AB7972B80851}" v="287" dt="2023-12-07T06:29:49.366"/>
    <p1510:client id="{91B2CA67-5127-480B-8F47-731034C3CEAD}" v="6" dt="2023-11-29T07:58:53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1EC00233-B418-22FC-4A7E-DF70AF069098}"/>
    <pc:docChg chg="addSld modSld">
      <pc:chgData name="TUDOR-ALEXANDRU ILENI" userId="S::tudor.ileni@ubbcluj.ro::d7b28f6b-7e8e-48e3-b06b-cc0a244d3028" providerId="AD" clId="Web-{1EC00233-B418-22FC-4A7E-DF70AF069098}" dt="2023-12-05T07:05:29.331" v="144"/>
      <pc:docMkLst>
        <pc:docMk/>
      </pc:docMkLst>
      <pc:sldChg chg="addSp modSp mod setBg">
        <pc:chgData name="TUDOR-ALEXANDRU ILENI" userId="S::tudor.ileni@ubbcluj.ro::d7b28f6b-7e8e-48e3-b06b-cc0a244d3028" providerId="AD" clId="Web-{1EC00233-B418-22FC-4A7E-DF70AF069098}" dt="2023-12-05T06:31:05.249" v="107" actId="20577"/>
        <pc:sldMkLst>
          <pc:docMk/>
          <pc:sldMk cId="1980509948" sldId="256"/>
        </pc:sldMkLst>
        <pc:spChg chg="mod">
          <ac:chgData name="TUDOR-ALEXANDRU ILENI" userId="S::tudor.ileni@ubbcluj.ro::d7b28f6b-7e8e-48e3-b06b-cc0a244d3028" providerId="AD" clId="Web-{1EC00233-B418-22FC-4A7E-DF70AF069098}" dt="2023-12-05T06:08:36.408" v="17"/>
          <ac:spMkLst>
            <pc:docMk/>
            <pc:sldMk cId="1980509948" sldId="256"/>
            <ac:spMk id="2" creationId="{2CB28EF9-7793-2714-1C6C-7E6E98E37AD4}"/>
          </ac:spMkLst>
        </pc:spChg>
        <pc:spChg chg="mod">
          <ac:chgData name="TUDOR-ALEXANDRU ILENI" userId="S::tudor.ileni@ubbcluj.ro::d7b28f6b-7e8e-48e3-b06b-cc0a244d3028" providerId="AD" clId="Web-{1EC00233-B418-22FC-4A7E-DF70AF069098}" dt="2023-12-05T06:31:05.249" v="107" actId="20577"/>
          <ac:spMkLst>
            <pc:docMk/>
            <pc:sldMk cId="1980509948" sldId="256"/>
            <ac:spMk id="3" creationId="{4B8AD98F-4483-73BE-1A0F-6C2DC26634A0}"/>
          </ac:spMkLst>
        </pc:spChg>
        <pc:spChg chg="add">
          <ac:chgData name="TUDOR-ALEXANDRU ILENI" userId="S::tudor.ileni@ubbcluj.ro::d7b28f6b-7e8e-48e3-b06b-cc0a244d3028" providerId="AD" clId="Web-{1EC00233-B418-22FC-4A7E-DF70AF069098}" dt="2023-12-05T06:08:36.408" v="17"/>
          <ac:spMkLst>
            <pc:docMk/>
            <pc:sldMk cId="1980509948" sldId="256"/>
            <ac:spMk id="8" creationId="{4522B21E-B2B9-4C72-9A71-C87EFD137480}"/>
          </ac:spMkLst>
        </pc:spChg>
        <pc:spChg chg="add">
          <ac:chgData name="TUDOR-ALEXANDRU ILENI" userId="S::tudor.ileni@ubbcluj.ro::d7b28f6b-7e8e-48e3-b06b-cc0a244d3028" providerId="AD" clId="Web-{1EC00233-B418-22FC-4A7E-DF70AF069098}" dt="2023-12-05T06:08:36.408" v="17"/>
          <ac:spMkLst>
            <pc:docMk/>
            <pc:sldMk cId="1980509948" sldId="256"/>
            <ac:spMk id="10" creationId="{5EB7D2A2-F448-44D4-938C-DC84CBCB3B1E}"/>
          </ac:spMkLst>
        </pc:spChg>
        <pc:spChg chg="add">
          <ac:chgData name="TUDOR-ALEXANDRU ILENI" userId="S::tudor.ileni@ubbcluj.ro::d7b28f6b-7e8e-48e3-b06b-cc0a244d3028" providerId="AD" clId="Web-{1EC00233-B418-22FC-4A7E-DF70AF069098}" dt="2023-12-05T06:08:36.408" v="17"/>
          <ac:spMkLst>
            <pc:docMk/>
            <pc:sldMk cId="1980509948" sldId="256"/>
            <ac:spMk id="12" creationId="{871AEA07-1E14-44B4-8E55-64EF049CD66F}"/>
          </ac:spMkLst>
        </pc:spChg>
        <pc:cxnChg chg="add">
          <ac:chgData name="TUDOR-ALEXANDRU ILENI" userId="S::tudor.ileni@ubbcluj.ro::d7b28f6b-7e8e-48e3-b06b-cc0a244d3028" providerId="AD" clId="Web-{1EC00233-B418-22FC-4A7E-DF70AF069098}" dt="2023-12-05T06:08:36.408" v="17"/>
          <ac:cxnSpMkLst>
            <pc:docMk/>
            <pc:sldMk cId="1980509948" sldId="256"/>
            <ac:cxnSpMk id="14" creationId="{F7C8EA93-3210-4C62-99E9-153C275E3A87}"/>
          </ac:cxnSpMkLst>
        </pc:cxnChg>
      </pc:sldChg>
      <pc:sldChg chg="addSp modSp new mod setBg">
        <pc:chgData name="TUDOR-ALEXANDRU ILENI" userId="S::tudor.ileni@ubbcluj.ro::d7b28f6b-7e8e-48e3-b06b-cc0a244d3028" providerId="AD" clId="Web-{1EC00233-B418-22FC-4A7E-DF70AF069098}" dt="2023-12-05T06:30:58.342" v="105" actId="14100"/>
        <pc:sldMkLst>
          <pc:docMk/>
          <pc:sldMk cId="4036589649" sldId="258"/>
        </pc:sldMkLst>
        <pc:spChg chg="mod">
          <ac:chgData name="TUDOR-ALEXANDRU ILENI" userId="S::tudor.ileni@ubbcluj.ro::d7b28f6b-7e8e-48e3-b06b-cc0a244d3028" providerId="AD" clId="Web-{1EC00233-B418-22FC-4A7E-DF70AF069098}" dt="2023-12-05T06:30:52.951" v="104"/>
          <ac:spMkLst>
            <pc:docMk/>
            <pc:sldMk cId="4036589649" sldId="258"/>
            <ac:spMk id="2" creationId="{55C2A91D-995C-160C-D22F-594ACD25EBF8}"/>
          </ac:spMkLst>
        </pc:spChg>
        <pc:spChg chg="mod">
          <ac:chgData name="TUDOR-ALEXANDRU ILENI" userId="S::tudor.ileni@ubbcluj.ro::d7b28f6b-7e8e-48e3-b06b-cc0a244d3028" providerId="AD" clId="Web-{1EC00233-B418-22FC-4A7E-DF70AF069098}" dt="2023-12-05T06:30:58.342" v="105" actId="14100"/>
          <ac:spMkLst>
            <pc:docMk/>
            <pc:sldMk cId="4036589649" sldId="258"/>
            <ac:spMk id="3" creationId="{0F433600-2B5D-68E0-9AEF-2294A59EFB86}"/>
          </ac:spMkLst>
        </pc:spChg>
        <pc:spChg chg="add">
          <ac:chgData name="TUDOR-ALEXANDRU ILENI" userId="S::tudor.ileni@ubbcluj.ro::d7b28f6b-7e8e-48e3-b06b-cc0a244d3028" providerId="AD" clId="Web-{1EC00233-B418-22FC-4A7E-DF70AF069098}" dt="2023-12-05T06:30:52.951" v="104"/>
          <ac:spMkLst>
            <pc:docMk/>
            <pc:sldMk cId="4036589649" sldId="258"/>
            <ac:spMk id="8" creationId="{907EF6B7-1338-4443-8C46-6A318D952DFD}"/>
          </ac:spMkLst>
        </pc:spChg>
        <pc:spChg chg="add">
          <ac:chgData name="TUDOR-ALEXANDRU ILENI" userId="S::tudor.ileni@ubbcluj.ro::d7b28f6b-7e8e-48e3-b06b-cc0a244d3028" providerId="AD" clId="Web-{1EC00233-B418-22FC-4A7E-DF70AF069098}" dt="2023-12-05T06:30:52.951" v="104"/>
          <ac:spMkLst>
            <pc:docMk/>
            <pc:sldMk cId="4036589649" sldId="258"/>
            <ac:spMk id="10" creationId="{DAAE4CDD-124C-4DCF-9584-B6033B545DD5}"/>
          </ac:spMkLst>
        </pc:spChg>
        <pc:spChg chg="add">
          <ac:chgData name="TUDOR-ALEXANDRU ILENI" userId="S::tudor.ileni@ubbcluj.ro::d7b28f6b-7e8e-48e3-b06b-cc0a244d3028" providerId="AD" clId="Web-{1EC00233-B418-22FC-4A7E-DF70AF069098}" dt="2023-12-05T06:30:52.951" v="104"/>
          <ac:spMkLst>
            <pc:docMk/>
            <pc:sldMk cId="4036589649" sldId="258"/>
            <ac:spMk id="12" creationId="{081E4A58-353D-44AE-B2FC-2A74E2E400F7}"/>
          </ac:spMkLst>
        </pc:spChg>
      </pc:sldChg>
      <pc:sldChg chg="addSp modSp new mod setBg">
        <pc:chgData name="TUDOR-ALEXANDRU ILENI" userId="S::tudor.ileni@ubbcluj.ro::d7b28f6b-7e8e-48e3-b06b-cc0a244d3028" providerId="AD" clId="Web-{1EC00233-B418-22FC-4A7E-DF70AF069098}" dt="2023-12-05T07:05:29.331" v="144"/>
        <pc:sldMkLst>
          <pc:docMk/>
          <pc:sldMk cId="3968514920" sldId="259"/>
        </pc:sldMkLst>
        <pc:spChg chg="mod">
          <ac:chgData name="TUDOR-ALEXANDRU ILENI" userId="S::tudor.ileni@ubbcluj.ro::d7b28f6b-7e8e-48e3-b06b-cc0a244d3028" providerId="AD" clId="Web-{1EC00233-B418-22FC-4A7E-DF70AF069098}" dt="2023-12-05T07:05:29.331" v="144"/>
          <ac:spMkLst>
            <pc:docMk/>
            <pc:sldMk cId="3968514920" sldId="259"/>
            <ac:spMk id="2" creationId="{0F31521E-52A7-E64A-AAEE-D5DD5B745D36}"/>
          </ac:spMkLst>
        </pc:spChg>
        <pc:spChg chg="mod">
          <ac:chgData name="TUDOR-ALEXANDRU ILENI" userId="S::tudor.ileni@ubbcluj.ro::d7b28f6b-7e8e-48e3-b06b-cc0a244d3028" providerId="AD" clId="Web-{1EC00233-B418-22FC-4A7E-DF70AF069098}" dt="2023-12-05T07:05:29.331" v="144"/>
          <ac:spMkLst>
            <pc:docMk/>
            <pc:sldMk cId="3968514920" sldId="259"/>
            <ac:spMk id="3" creationId="{B9992F6A-DB31-8DA9-3BDD-5D1D5B4AA4C0}"/>
          </ac:spMkLst>
        </pc:spChg>
        <pc:spChg chg="add">
          <ac:chgData name="TUDOR-ALEXANDRU ILENI" userId="S::tudor.ileni@ubbcluj.ro::d7b28f6b-7e8e-48e3-b06b-cc0a244d3028" providerId="AD" clId="Web-{1EC00233-B418-22FC-4A7E-DF70AF069098}" dt="2023-12-05T07:05:29.331" v="144"/>
          <ac:spMkLst>
            <pc:docMk/>
            <pc:sldMk cId="3968514920" sldId="259"/>
            <ac:spMk id="9" creationId="{9F7D5CDA-D291-4307-BF55-1381FED29634}"/>
          </ac:spMkLst>
        </pc:spChg>
        <pc:picChg chg="add">
          <ac:chgData name="TUDOR-ALEXANDRU ILENI" userId="S::tudor.ileni@ubbcluj.ro::d7b28f6b-7e8e-48e3-b06b-cc0a244d3028" providerId="AD" clId="Web-{1EC00233-B418-22FC-4A7E-DF70AF069098}" dt="2023-12-05T07:05:29.331" v="144"/>
          <ac:picMkLst>
            <pc:docMk/>
            <pc:sldMk cId="3968514920" sldId="259"/>
            <ac:picMk id="5" creationId="{884A9B01-28D3-7083-E1A4-AF4F63A3C187}"/>
          </ac:picMkLst>
        </pc:picChg>
      </pc:sldChg>
    </pc:docChg>
  </pc:docChgLst>
  <pc:docChgLst>
    <pc:chgData name="TUDOR-ALEXANDRU ILENI" userId="S::tudor.ileni@ubbcluj.ro::d7b28f6b-7e8e-48e3-b06b-cc0a244d3028" providerId="AD" clId="Web-{536BA9D1-C0E1-1C40-72EC-AB7972B80851}"/>
    <pc:docChg chg="addSld modSld">
      <pc:chgData name="TUDOR-ALEXANDRU ILENI" userId="S::tudor.ileni@ubbcluj.ro::d7b28f6b-7e8e-48e3-b06b-cc0a244d3028" providerId="AD" clId="Web-{536BA9D1-C0E1-1C40-72EC-AB7972B80851}" dt="2023-12-07T06:29:49.366" v="286" actId="20577"/>
      <pc:docMkLst>
        <pc:docMk/>
      </pc:docMkLst>
      <pc:sldChg chg="addSp modSp new mod setBg">
        <pc:chgData name="TUDOR-ALEXANDRU ILENI" userId="S::tudor.ileni@ubbcluj.ro::d7b28f6b-7e8e-48e3-b06b-cc0a244d3028" providerId="AD" clId="Web-{536BA9D1-C0E1-1C40-72EC-AB7972B80851}" dt="2023-12-07T06:29:49.366" v="286" actId="20577"/>
        <pc:sldMkLst>
          <pc:docMk/>
          <pc:sldMk cId="2391406401" sldId="260"/>
        </pc:sldMkLst>
        <pc:spChg chg="mod">
          <ac:chgData name="TUDOR-ALEXANDRU ILENI" userId="S::tudor.ileni@ubbcluj.ro::d7b28f6b-7e8e-48e3-b06b-cc0a244d3028" providerId="AD" clId="Web-{536BA9D1-C0E1-1C40-72EC-AB7972B80851}" dt="2023-12-07T06:29:49.366" v="286" actId="20577"/>
          <ac:spMkLst>
            <pc:docMk/>
            <pc:sldMk cId="2391406401" sldId="260"/>
            <ac:spMk id="2" creationId="{6A029900-9828-806C-DF05-5CC2F41F825B}"/>
          </ac:spMkLst>
        </pc:spChg>
        <pc:spChg chg="mod">
          <ac:chgData name="TUDOR-ALEXANDRU ILENI" userId="S::tudor.ileni@ubbcluj.ro::d7b28f6b-7e8e-48e3-b06b-cc0a244d3028" providerId="AD" clId="Web-{536BA9D1-C0E1-1C40-72EC-AB7972B80851}" dt="2023-12-07T06:27:41.517" v="260" actId="20577"/>
          <ac:spMkLst>
            <pc:docMk/>
            <pc:sldMk cId="2391406401" sldId="260"/>
            <ac:spMk id="3" creationId="{E3BD3C2F-F713-47B1-7EBE-3287D7CF3BDE}"/>
          </ac:spMkLst>
        </pc:spChg>
        <pc:spChg chg="add">
          <ac:chgData name="TUDOR-ALEXANDRU ILENI" userId="S::tudor.ileni@ubbcluj.ro::d7b28f6b-7e8e-48e3-b06b-cc0a244d3028" providerId="AD" clId="Web-{536BA9D1-C0E1-1C40-72EC-AB7972B80851}" dt="2023-12-07T06:27:27.642" v="257"/>
          <ac:spMkLst>
            <pc:docMk/>
            <pc:sldMk cId="2391406401" sldId="260"/>
            <ac:spMk id="8" creationId="{100EDD19-6802-4EC3-95CE-CFFAB042CFD6}"/>
          </ac:spMkLst>
        </pc:spChg>
        <pc:spChg chg="add">
          <ac:chgData name="TUDOR-ALEXANDRU ILENI" userId="S::tudor.ileni@ubbcluj.ro::d7b28f6b-7e8e-48e3-b06b-cc0a244d3028" providerId="AD" clId="Web-{536BA9D1-C0E1-1C40-72EC-AB7972B80851}" dt="2023-12-07T06:27:27.642" v="257"/>
          <ac:spMkLst>
            <pc:docMk/>
            <pc:sldMk cId="2391406401" sldId="260"/>
            <ac:spMk id="10" creationId="{DB17E863-922E-4C26-BD64-E8FD41D28661}"/>
          </ac:spMkLst>
        </pc:spChg>
      </pc:sldChg>
    </pc:docChg>
  </pc:docChgLst>
  <pc:docChgLst>
    <pc:chgData name="TUDOR-ALEXANDRU ILENI" userId="S::tudor.ileni@ubbcluj.ro::d7b28f6b-7e8e-48e3-b06b-cc0a244d3028" providerId="AD" clId="Web-{91B2CA67-5127-480B-8F47-731034C3CEAD}"/>
    <pc:docChg chg="addSld modSld">
      <pc:chgData name="TUDOR-ALEXANDRU ILENI" userId="S::tudor.ileni@ubbcluj.ro::d7b28f6b-7e8e-48e3-b06b-cc0a244d3028" providerId="AD" clId="Web-{91B2CA67-5127-480B-8F47-731034C3CEAD}" dt="2023-11-29T07:58:53.716" v="4" actId="20577"/>
      <pc:docMkLst>
        <pc:docMk/>
      </pc:docMkLst>
      <pc:sldChg chg="new">
        <pc:chgData name="TUDOR-ALEXANDRU ILENI" userId="S::tudor.ileni@ubbcluj.ro::d7b28f6b-7e8e-48e3-b06b-cc0a244d3028" providerId="AD" clId="Web-{91B2CA67-5127-480B-8F47-731034C3CEAD}" dt="2023-11-29T07:58:44.794" v="0"/>
        <pc:sldMkLst>
          <pc:docMk/>
          <pc:sldMk cId="1980509948" sldId="256"/>
        </pc:sldMkLst>
      </pc:sldChg>
      <pc:sldChg chg="modSp new">
        <pc:chgData name="TUDOR-ALEXANDRU ILENI" userId="S::tudor.ileni@ubbcluj.ro::d7b28f6b-7e8e-48e3-b06b-cc0a244d3028" providerId="AD" clId="Web-{91B2CA67-5127-480B-8F47-731034C3CEAD}" dt="2023-11-29T07:58:53.716" v="4" actId="20577"/>
        <pc:sldMkLst>
          <pc:docMk/>
          <pc:sldMk cId="4196964311" sldId="257"/>
        </pc:sldMkLst>
        <pc:spChg chg="mod">
          <ac:chgData name="TUDOR-ALEXANDRU ILENI" userId="S::tudor.ileni@ubbcluj.ro::d7b28f6b-7e8e-48e3-b06b-cc0a244d3028" providerId="AD" clId="Web-{91B2CA67-5127-480B-8F47-731034C3CEAD}" dt="2023-11-29T07:58:51.028" v="3" actId="20577"/>
          <ac:spMkLst>
            <pc:docMk/>
            <pc:sldMk cId="4196964311" sldId="257"/>
            <ac:spMk id="2" creationId="{ACA35EDF-9B04-5C84-2CE2-11DF8F55EBD8}"/>
          </ac:spMkLst>
        </pc:spChg>
        <pc:spChg chg="mod">
          <ac:chgData name="TUDOR-ALEXANDRU ILENI" userId="S::tudor.ileni@ubbcluj.ro::d7b28f6b-7e8e-48e3-b06b-cc0a244d3028" providerId="AD" clId="Web-{91B2CA67-5127-480B-8F47-731034C3CEAD}" dt="2023-11-29T07:58:53.716" v="4" actId="20577"/>
          <ac:spMkLst>
            <pc:docMk/>
            <pc:sldMk cId="4196964311" sldId="257"/>
            <ac:spMk id="3" creationId="{08528358-7539-FD7F-E378-7B1B0677AB3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run/docs/quickstarts/build-and-deploy/deploy-python-service" TargetMode="External"/><Relationship Id="rId2" Type="http://schemas.openxmlformats.org/officeDocument/2006/relationships/hyperlink" Target="https://aws.amazon.com/lamb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nder.com/" TargetMode="External"/><Relationship Id="rId5" Type="http://schemas.openxmlformats.org/officeDocument/2006/relationships/hyperlink" Target="https://www.youtube.com/watch?v=pI0wQbJwIIs&amp;t=1902s&#8203;" TargetMode="External"/><Relationship Id="rId4" Type="http://schemas.openxmlformats.org/officeDocument/2006/relationships/hyperlink" Target="https://levelup.gitconnected.com/deploy-the-ml-model-as-a-rest-api-with-python-and-flask-on-azure-cloud-70eb45e6d13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I0wQbJwIIs&amp;t=1902s&#8203;" TargetMode="External"/><Relationship Id="rId2" Type="http://schemas.openxmlformats.org/officeDocument/2006/relationships/hyperlink" Target="https://github.com/ileniTudor/deploy-flask-di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B28EF9-7793-2714-1C6C-7E6E98E37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GB" sz="7200">
                <a:ea typeface="Calibri Light"/>
                <a:cs typeface="Calibri Light"/>
              </a:rPr>
              <a:t>Web Deployment</a:t>
            </a:r>
            <a:endParaRPr lang="en-GB" sz="7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AD98F-4483-73BE-1A0F-6C2DC2663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GB" dirty="0">
                <a:ea typeface="Calibri"/>
                <a:cs typeface="Calibri"/>
              </a:rPr>
              <a:t>Seminary 5</a:t>
            </a:r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509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C2A91D-995C-160C-D22F-594ACD25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Calibri Light"/>
                <a:cs typeface="Calibri Light"/>
              </a:rPr>
              <a:t>Frameworks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3600-2B5D-68E0-9AEF-2294A59EF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7527379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AWS Lambda</a:t>
            </a:r>
            <a:r>
              <a:rPr lang="en-US" dirty="0">
                <a:ea typeface="+mn-lt"/>
                <a:cs typeface="+mn-lt"/>
              </a:rPr>
              <a:t>: 1 million requests free </a:t>
            </a:r>
          </a:p>
          <a:p>
            <a:r>
              <a:rPr lang="en-US" dirty="0">
                <a:ea typeface="+mn-lt"/>
                <a:cs typeface="+mn-lt"/>
                <a:hlinkClick r:id="rId3"/>
              </a:rPr>
              <a:t>Google Cloud AI Platform</a:t>
            </a:r>
            <a:r>
              <a:rPr lang="en-US" dirty="0">
                <a:ea typeface="+mn-lt"/>
                <a:cs typeface="+mn-lt"/>
              </a:rPr>
              <a:t> $300 in free credits 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Azure Machine Learning</a:t>
            </a:r>
            <a:r>
              <a:rPr lang="en-US" dirty="0">
                <a:ea typeface="+mn-lt"/>
                <a:cs typeface="+mn-lt"/>
              </a:rPr>
              <a:t> $200 credit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  <a:hlinkClick r:id="rId5"/>
              </a:rPr>
              <a:t>Herok</a:t>
            </a:r>
            <a:r>
              <a:rPr lang="en-US" dirty="0">
                <a:ea typeface="Calibri"/>
                <a:cs typeface="Calibri"/>
              </a:rPr>
              <a:t>u 0.010$/hour</a:t>
            </a:r>
          </a:p>
          <a:p>
            <a:r>
              <a:rPr lang="en-US" dirty="0">
                <a:ea typeface="Calibri"/>
                <a:cs typeface="Calibri"/>
                <a:hlinkClick r:id="rId6"/>
              </a:rPr>
              <a:t>Render</a:t>
            </a:r>
            <a:r>
              <a:rPr lang="en-US" dirty="0">
                <a:ea typeface="Calibri"/>
                <a:cs typeface="Calibri"/>
              </a:rPr>
              <a:t> free 500mins/month (5$ for each extra 1000mins)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658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1521E-52A7-E64A-AAEE-D5DD5B745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House score prediction example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92F6A-DB31-8DA9-3BDD-5D1D5B4AA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  <a:hlinkClick r:id="rId2"/>
              </a:rPr>
              <a:t>https://github.com/ileniTudor/deploy-flask-dip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Calibri"/>
                <a:cs typeface="Calibri"/>
              </a:rPr>
              <a:t>Deployed on Heroku using this </a:t>
            </a:r>
            <a:r>
              <a:rPr lang="en-US" sz="2000">
                <a:ea typeface="Calibri"/>
                <a:cs typeface="Calibri"/>
                <a:hlinkClick r:id="rId3"/>
              </a:rPr>
              <a:t>youtube tutorial</a:t>
            </a: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pic>
        <p:nvPicPr>
          <p:cNvPr id="5" name="Picture 4" descr="Three mini houses made of legos">
            <a:extLst>
              <a:ext uri="{FF2B5EF4-FFF2-40B4-BE49-F238E27FC236}">
                <a16:creationId xmlns:a16="http://schemas.microsoft.com/office/drawing/2014/main" id="{884A9B01-28D3-7083-E1A4-AF4F63A3C1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124" r="32157" b="3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851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29900-9828-806C-DF05-5CC2F41F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ea typeface="Calibri Light"/>
                <a:cs typeface="Calibri Light"/>
              </a:rPr>
              <a:t>Milestone 5 (due to week 11, 12)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3C2F-F713-47B1-7EBE-3287D7CF3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Calibri"/>
                <a:cs typeface="Calibri"/>
              </a:rPr>
              <a:t>Deploy you app/model 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Calibri"/>
                <a:cs typeface="Calibri"/>
              </a:rPr>
              <a:t>on cloud</a:t>
            </a:r>
            <a:endParaRPr lang="en-US" sz="2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Calibri"/>
                <a:cs typeface="Calibri"/>
              </a:rPr>
              <a:t>Local host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Calibri"/>
                <a:cs typeface="Calibri"/>
              </a:rPr>
              <a:t>Edge device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Calibri"/>
                <a:cs typeface="Calibri"/>
              </a:rPr>
              <a:t>etc...</a:t>
            </a:r>
          </a:p>
          <a:p>
            <a:r>
              <a:rPr lang="en-US" sz="2200" dirty="0">
                <a:ea typeface="Calibri"/>
                <a:cs typeface="Calibri"/>
              </a:rPr>
              <a:t>Prepare </a:t>
            </a:r>
            <a:r>
              <a:rPr lang="en-US" sz="2200" b="1" dirty="0">
                <a:ea typeface="Calibri"/>
                <a:cs typeface="Calibri"/>
              </a:rPr>
              <a:t>one page PDF</a:t>
            </a:r>
            <a:r>
              <a:rPr lang="en-US" sz="2200" dirty="0">
                <a:ea typeface="Calibri"/>
                <a:cs typeface="Calibri"/>
              </a:rPr>
              <a:t> with the description of the deploy system: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Calibri"/>
                <a:cs typeface="Calibri"/>
              </a:rPr>
              <a:t>List the technologies used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Calibri"/>
                <a:cs typeface="Calibri"/>
              </a:rPr>
              <a:t>The link you can find the app (if deployed on the web)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Calibri"/>
                <a:cs typeface="Calibri"/>
              </a:rPr>
              <a:t>Description of the API call, to access the AI model (if any)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ea typeface="Calibri"/>
                <a:cs typeface="Calibri"/>
              </a:rPr>
              <a:t>Screen shots with the app, calls, results (whatever relevant)</a:t>
            </a:r>
            <a:br>
              <a:rPr lang="en-US" sz="2200" dirty="0">
                <a:ea typeface="Calibri"/>
                <a:cs typeface="Calibri"/>
              </a:rPr>
            </a:br>
            <a:endParaRPr lang="en-US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140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5EDF-9B04-5C84-2CE2-11DF8F55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 Light"/>
              </a:rPr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8358-7539-FD7F-E378-7B1B0677A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https://www.youtube.com/watch?v=pI0wQbJwIIs&amp;t=1902s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964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8c896a-2c7a-453c-a372-c5a9d996764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9612703AB1245B110929651DA4EFF" ma:contentTypeVersion="10" ma:contentTypeDescription="Create a new document." ma:contentTypeScope="" ma:versionID="ecf2fada5d55cdb3950e5f558f164afc">
  <xsd:schema xmlns:xsd="http://www.w3.org/2001/XMLSchema" xmlns:xs="http://www.w3.org/2001/XMLSchema" xmlns:p="http://schemas.microsoft.com/office/2006/metadata/properties" xmlns:ns2="2d8c896a-2c7a-453c-a372-c5a9d996764a" targetNamespace="http://schemas.microsoft.com/office/2006/metadata/properties" ma:root="true" ma:fieldsID="27dc19fd6429b261af21789178676c87" ns2:_="">
    <xsd:import namespace="2d8c896a-2c7a-453c-a372-c5a9d99676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c896a-2c7a-453c-a372-c5a9d996764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22844E-F629-4D66-97C4-77B234628329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customXml/itemProps2.xml><?xml version="1.0" encoding="utf-8"?>
<ds:datastoreItem xmlns:ds="http://schemas.openxmlformats.org/officeDocument/2006/customXml" ds:itemID="{66A449DC-4A60-48AE-82BC-6F8E340122CC}"/>
</file>

<file path=customXml/itemProps3.xml><?xml version="1.0" encoding="utf-8"?>
<ds:datastoreItem xmlns:ds="http://schemas.openxmlformats.org/officeDocument/2006/customXml" ds:itemID="{C3885F66-1C3D-4608-B2A8-89EB7F2EB0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Web Deployment</vt:lpstr>
      <vt:lpstr>Frameworks</vt:lpstr>
      <vt:lpstr>House score prediction example</vt:lpstr>
      <vt:lpstr>Milestone 5 (due to week 11, 12)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99</cp:revision>
  <dcterms:created xsi:type="dcterms:W3CDTF">2013-07-15T20:26:40Z</dcterms:created>
  <dcterms:modified xsi:type="dcterms:W3CDTF">2023-12-07T06:29:49Z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0x0101006EF9612703AB1245B110929651DA4EFF</vt:lpwstr>
  </property>
  <property fmtid="{D5CDD505-2E9C-101B-9397-08002B2CF9AE}" pid="3" name="MediaServiceImageTags">
    <vt:lpwstr/>
  </property>
</Properties>
</file>