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0" r:id="rId6"/>
    <p:sldId id="258" r:id="rId7"/>
    <p:sldId id="259" r:id="rId8"/>
    <p:sldId id="261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BA7C3-F303-C689-2767-DB062DA623A3}" v="126" dt="2023-09-28T04:04:25.722"/>
    <p1510:client id="{34602A9B-CE5A-41B2-3BB5-B5F7458DA6BF}" v="12" dt="2023-11-09T09:31:26.296"/>
    <p1510:client id="{36858AAF-10DD-3C98-1354-47F9A87EAFFE}" v="195" dt="2023-09-28T05:47:17.583"/>
    <p1510:client id="{4E7433DE-6853-45C1-98EB-CA57DABE9D5D}" v="12" dt="2023-09-25T04:55:37.679"/>
    <p1510:client id="{864D660F-C1BF-001A-A875-E2903D617C47}" v="2" dt="2023-11-16T07:17:11.396"/>
    <p1510:client id="{955A61CF-339A-B94E-EA68-8D46A3634470}" v="3" dt="2023-09-28T06:53:16.393"/>
    <p1510:client id="{B2C86CDE-DC49-2AB5-EF74-5CC761CD476E}" v="84" dt="2023-11-07T07:28:01.216"/>
    <p1510:client id="{BB923602-30C9-7867-321B-CB32676FFCDB}" v="322" dt="2023-11-07T06:42:53.015"/>
    <p1510:client id="{F95EB6B3-C77C-E5FA-7D4B-BF5FEC4F200A}" v="83" dt="2023-11-10T05:58:27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BB923602-30C9-7867-321B-CB32676FFCDB}"/>
    <pc:docChg chg="addSld delSld modSld">
      <pc:chgData name="TUDOR-ALEXANDRU ILENI" userId="S::tudor.ileni@ubbcluj.ro::d7b28f6b-7e8e-48e3-b06b-cc0a244d3028" providerId="AD" clId="Web-{BB923602-30C9-7867-321B-CB32676FFCDB}" dt="2023-11-07T06:42:53.015" v="325" actId="20577"/>
      <pc:docMkLst>
        <pc:docMk/>
      </pc:docMkLst>
      <pc:sldChg chg="addSp delSp modSp mod setBg">
        <pc:chgData name="TUDOR-ALEXANDRU ILENI" userId="S::tudor.ileni@ubbcluj.ro::d7b28f6b-7e8e-48e3-b06b-cc0a244d3028" providerId="AD" clId="Web-{BB923602-30C9-7867-321B-CB32676FFCDB}" dt="2023-11-07T04:39:39.890" v="87" actId="20577"/>
        <pc:sldMkLst>
          <pc:docMk/>
          <pc:sldMk cId="109857222" sldId="256"/>
        </pc:sldMkLst>
        <pc:spChg chg="mod">
          <ac:chgData name="TUDOR-ALEXANDRU ILENI" userId="S::tudor.ileni@ubbcluj.ro::d7b28f6b-7e8e-48e3-b06b-cc0a244d3028" providerId="AD" clId="Web-{BB923602-30C9-7867-321B-CB32676FFCDB}" dt="2023-11-07T04:39:39.890" v="8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UDOR-ALEXANDRU ILENI" userId="S::tudor.ileni@ubbcluj.ro::d7b28f6b-7e8e-48e3-b06b-cc0a244d3028" providerId="AD" clId="Web-{BB923602-30C9-7867-321B-CB32676FFCDB}" dt="2023-11-07T04:33:08.032" v="1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UDOR-ALEXANDRU ILENI" userId="S::tudor.ileni@ubbcluj.ro::d7b28f6b-7e8e-48e3-b06b-cc0a244d3028" providerId="AD" clId="Web-{BB923602-30C9-7867-321B-CB32676FFCDB}" dt="2023-11-07T04:33:08.032" v="9"/>
          <ac:spMkLst>
            <pc:docMk/>
            <pc:sldMk cId="109857222" sldId="256"/>
            <ac:spMk id="8" creationId="{FFD48BC7-DC40-47DE-87EE-9F4B6ECB9ABB}"/>
          </ac:spMkLst>
        </pc:spChg>
        <pc:spChg chg="add del">
          <ac:chgData name="TUDOR-ALEXANDRU ILENI" userId="S::tudor.ileni@ubbcluj.ro::d7b28f6b-7e8e-48e3-b06b-cc0a244d3028" providerId="AD" clId="Web-{BB923602-30C9-7867-321B-CB32676FFCDB}" dt="2023-11-07T04:33:08.032" v="9"/>
          <ac:spMkLst>
            <pc:docMk/>
            <pc:sldMk cId="109857222" sldId="256"/>
            <ac:spMk id="10" creationId="{E502BBC7-2C76-46F3-BC24-5985BC13DB88}"/>
          </ac:spMkLst>
        </pc:spChg>
        <pc:spChg chg="add del">
          <ac:chgData name="TUDOR-ALEXANDRU ILENI" userId="S::tudor.ileni@ubbcluj.ro::d7b28f6b-7e8e-48e3-b06b-cc0a244d3028" providerId="AD" clId="Web-{BB923602-30C9-7867-321B-CB32676FFCDB}" dt="2023-11-07T04:33:08.032" v="9"/>
          <ac:spMkLst>
            <pc:docMk/>
            <pc:sldMk cId="109857222" sldId="256"/>
            <ac:spMk id="12" creationId="{C7F28D52-2A5F-4D23-81AE-7CB8B591C7AF}"/>
          </ac:spMkLst>
        </pc:spChg>
        <pc:spChg chg="add del">
          <ac:chgData name="TUDOR-ALEXANDRU ILENI" userId="S::tudor.ileni@ubbcluj.ro::d7b28f6b-7e8e-48e3-b06b-cc0a244d3028" providerId="AD" clId="Web-{BB923602-30C9-7867-321B-CB32676FFCDB}" dt="2023-11-07T04:33:08.032" v="9"/>
          <ac:spMkLst>
            <pc:docMk/>
            <pc:sldMk cId="109857222" sldId="256"/>
            <ac:spMk id="14" creationId="{3629484E-3792-4B3D-89AD-7C8A1ED0E0D4}"/>
          </ac:spMkLst>
        </pc:spChg>
        <pc:spChg chg="add">
          <ac:chgData name="TUDOR-ALEXANDRU ILENI" userId="S::tudor.ileni@ubbcluj.ro::d7b28f6b-7e8e-48e3-b06b-cc0a244d3028" providerId="AD" clId="Web-{BB923602-30C9-7867-321B-CB32676FFCDB}" dt="2023-11-07T04:33:08.032" v="10"/>
          <ac:spMkLst>
            <pc:docMk/>
            <pc:sldMk cId="109857222" sldId="256"/>
            <ac:spMk id="16" creationId="{4522B21E-B2B9-4C72-9A71-C87EFD137480}"/>
          </ac:spMkLst>
        </pc:spChg>
        <pc:spChg chg="add">
          <ac:chgData name="TUDOR-ALEXANDRU ILENI" userId="S::tudor.ileni@ubbcluj.ro::d7b28f6b-7e8e-48e3-b06b-cc0a244d3028" providerId="AD" clId="Web-{BB923602-30C9-7867-321B-CB32676FFCDB}" dt="2023-11-07T04:33:08.032" v="10"/>
          <ac:spMkLst>
            <pc:docMk/>
            <pc:sldMk cId="109857222" sldId="256"/>
            <ac:spMk id="17" creationId="{5EB7D2A2-F448-44D4-938C-DC84CBCB3B1E}"/>
          </ac:spMkLst>
        </pc:spChg>
        <pc:spChg chg="add">
          <ac:chgData name="TUDOR-ALEXANDRU ILENI" userId="S::tudor.ileni@ubbcluj.ro::d7b28f6b-7e8e-48e3-b06b-cc0a244d3028" providerId="AD" clId="Web-{BB923602-30C9-7867-321B-CB32676FFCDB}" dt="2023-11-07T04:33:08.032" v="10"/>
          <ac:spMkLst>
            <pc:docMk/>
            <pc:sldMk cId="109857222" sldId="256"/>
            <ac:spMk id="18" creationId="{871AEA07-1E14-44B4-8E55-64EF049CD66F}"/>
          </ac:spMkLst>
        </pc:spChg>
        <pc:cxnChg chg="add">
          <ac:chgData name="TUDOR-ALEXANDRU ILENI" userId="S::tudor.ileni@ubbcluj.ro::d7b28f6b-7e8e-48e3-b06b-cc0a244d3028" providerId="AD" clId="Web-{BB923602-30C9-7867-321B-CB32676FFCDB}" dt="2023-11-07T04:33:08.032" v="10"/>
          <ac:cxnSpMkLst>
            <pc:docMk/>
            <pc:sldMk cId="109857222" sldId="256"/>
            <ac:cxnSpMk id="19" creationId="{F7C8EA93-3210-4C62-99E9-153C275E3A87}"/>
          </ac:cxnSpMkLst>
        </pc:cxnChg>
      </pc:sldChg>
      <pc:sldChg chg="modSp">
        <pc:chgData name="TUDOR-ALEXANDRU ILENI" userId="S::tudor.ileni@ubbcluj.ro::d7b28f6b-7e8e-48e3-b06b-cc0a244d3028" providerId="AD" clId="Web-{BB923602-30C9-7867-321B-CB32676FFCDB}" dt="2023-11-07T05:08:57.550" v="130" actId="20577"/>
        <pc:sldMkLst>
          <pc:docMk/>
          <pc:sldMk cId="1603942297" sldId="257"/>
        </pc:sldMkLst>
        <pc:spChg chg="mod">
          <ac:chgData name="TUDOR-ALEXANDRU ILENI" userId="S::tudor.ileni@ubbcluj.ro::d7b28f6b-7e8e-48e3-b06b-cc0a244d3028" providerId="AD" clId="Web-{BB923602-30C9-7867-321B-CB32676FFCDB}" dt="2023-11-07T05:08:57.550" v="130" actId="20577"/>
          <ac:spMkLst>
            <pc:docMk/>
            <pc:sldMk cId="1603942297" sldId="257"/>
            <ac:spMk id="3" creationId="{A8311DF3-4B9C-C825-5ECD-D47B64BD952F}"/>
          </ac:spMkLst>
        </pc:spChg>
      </pc:sldChg>
      <pc:sldChg chg="addSp modSp mod setBg">
        <pc:chgData name="TUDOR-ALEXANDRU ILENI" userId="S::tudor.ileni@ubbcluj.ro::d7b28f6b-7e8e-48e3-b06b-cc0a244d3028" providerId="AD" clId="Web-{BB923602-30C9-7867-321B-CB32676FFCDB}" dt="2023-11-07T05:45:21.076" v="257" actId="20577"/>
        <pc:sldMkLst>
          <pc:docMk/>
          <pc:sldMk cId="3175099128" sldId="258"/>
        </pc:sldMkLst>
        <pc:spChg chg="mod">
          <ac:chgData name="TUDOR-ALEXANDRU ILENI" userId="S::tudor.ileni@ubbcluj.ro::d7b28f6b-7e8e-48e3-b06b-cc0a244d3028" providerId="AD" clId="Web-{BB923602-30C9-7867-321B-CB32676FFCDB}" dt="2023-11-07T05:28:41.630" v="183" actId="20577"/>
          <ac:spMkLst>
            <pc:docMk/>
            <pc:sldMk cId="3175099128" sldId="258"/>
            <ac:spMk id="2" creationId="{0C84FFB2-39D7-B6C3-95E5-5E245874D8D0}"/>
          </ac:spMkLst>
        </pc:spChg>
        <pc:spChg chg="mod">
          <ac:chgData name="TUDOR-ALEXANDRU ILENI" userId="S::tudor.ileni@ubbcluj.ro::d7b28f6b-7e8e-48e3-b06b-cc0a244d3028" providerId="AD" clId="Web-{BB923602-30C9-7867-321B-CB32676FFCDB}" dt="2023-11-07T05:45:21.076" v="257" actId="20577"/>
          <ac:spMkLst>
            <pc:docMk/>
            <pc:sldMk cId="3175099128" sldId="258"/>
            <ac:spMk id="3" creationId="{7EDD71DB-ED73-AA2F-CE66-0B20C44A3CD0}"/>
          </ac:spMkLst>
        </pc:spChg>
        <pc:spChg chg="add">
          <ac:chgData name="TUDOR-ALEXANDRU ILENI" userId="S::tudor.ileni@ubbcluj.ro::d7b28f6b-7e8e-48e3-b06b-cc0a244d3028" providerId="AD" clId="Web-{BB923602-30C9-7867-321B-CB32676FFCDB}" dt="2023-11-07T04:40:22.470" v="91"/>
          <ac:spMkLst>
            <pc:docMk/>
            <pc:sldMk cId="3175099128" sldId="258"/>
            <ac:spMk id="8" creationId="{DBF61EA3-B236-439E-9C0B-340980D56BEE}"/>
          </ac:spMkLst>
        </pc:spChg>
        <pc:spChg chg="add">
          <ac:chgData name="TUDOR-ALEXANDRU ILENI" userId="S::tudor.ileni@ubbcluj.ro::d7b28f6b-7e8e-48e3-b06b-cc0a244d3028" providerId="AD" clId="Web-{BB923602-30C9-7867-321B-CB32676FFCDB}" dt="2023-11-07T04:40:22.470" v="91"/>
          <ac:spMkLst>
            <pc:docMk/>
            <pc:sldMk cId="3175099128" sldId="258"/>
            <ac:spMk id="14" creationId="{E659831F-0D9A-4C63-9EBB-8435B85A440F}"/>
          </ac:spMkLst>
        </pc:spChg>
        <pc:grpChg chg="add">
          <ac:chgData name="TUDOR-ALEXANDRU ILENI" userId="S::tudor.ileni@ubbcluj.ro::d7b28f6b-7e8e-48e3-b06b-cc0a244d3028" providerId="AD" clId="Web-{BB923602-30C9-7867-321B-CB32676FFCDB}" dt="2023-11-07T04:40:22.470" v="91"/>
          <ac:grpSpMkLst>
            <pc:docMk/>
            <pc:sldMk cId="3175099128" sldId="258"/>
            <ac:grpSpMk id="10" creationId="{28FAF094-D087-493F-8DF9-A486C2D6BBAA}"/>
          </ac:grpSpMkLst>
        </pc:grpChg>
      </pc:sldChg>
      <pc:sldChg chg="modSp">
        <pc:chgData name="TUDOR-ALEXANDRU ILENI" userId="S::tudor.ileni@ubbcluj.ro::d7b28f6b-7e8e-48e3-b06b-cc0a244d3028" providerId="AD" clId="Web-{BB923602-30C9-7867-321B-CB32676FFCDB}" dt="2023-11-07T04:40:49.986" v="100" actId="20577"/>
        <pc:sldMkLst>
          <pc:docMk/>
          <pc:sldMk cId="2212095306" sldId="259"/>
        </pc:sldMkLst>
        <pc:spChg chg="mod">
          <ac:chgData name="TUDOR-ALEXANDRU ILENI" userId="S::tudor.ileni@ubbcluj.ro::d7b28f6b-7e8e-48e3-b06b-cc0a244d3028" providerId="AD" clId="Web-{BB923602-30C9-7867-321B-CB32676FFCDB}" dt="2023-11-07T04:40:49.986" v="100" actId="20577"/>
          <ac:spMkLst>
            <pc:docMk/>
            <pc:sldMk cId="2212095306" sldId="259"/>
            <ac:spMk id="2" creationId="{47B2F772-77B8-8888-FB6F-A5F34EB19317}"/>
          </ac:spMkLst>
        </pc:spChg>
        <pc:spChg chg="mod">
          <ac:chgData name="TUDOR-ALEXANDRU ILENI" userId="S::tudor.ileni@ubbcluj.ro::d7b28f6b-7e8e-48e3-b06b-cc0a244d3028" providerId="AD" clId="Web-{BB923602-30C9-7867-321B-CB32676FFCDB}" dt="2023-11-07T04:33:28.986" v="13" actId="20577"/>
          <ac:spMkLst>
            <pc:docMk/>
            <pc:sldMk cId="2212095306" sldId="259"/>
            <ac:spMk id="3" creationId="{7836DFC7-27FB-D3B9-4097-2D82EF54CD5F}"/>
          </ac:spMkLst>
        </pc:spChg>
      </pc:sldChg>
      <pc:sldChg chg="modSp new">
        <pc:chgData name="TUDOR-ALEXANDRU ILENI" userId="S::tudor.ileni@ubbcluj.ro::d7b28f6b-7e8e-48e3-b06b-cc0a244d3028" providerId="AD" clId="Web-{BB923602-30C9-7867-321B-CB32676FFCDB}" dt="2023-11-07T06:42:53.015" v="325" actId="20577"/>
        <pc:sldMkLst>
          <pc:docMk/>
          <pc:sldMk cId="682887697" sldId="260"/>
        </pc:sldMkLst>
        <pc:spChg chg="mod">
          <ac:chgData name="TUDOR-ALEXANDRU ILENI" userId="S::tudor.ileni@ubbcluj.ro::d7b28f6b-7e8e-48e3-b06b-cc0a244d3028" providerId="AD" clId="Web-{BB923602-30C9-7867-321B-CB32676FFCDB}" dt="2023-11-07T05:45:55.249" v="265" actId="20577"/>
          <ac:spMkLst>
            <pc:docMk/>
            <pc:sldMk cId="682887697" sldId="260"/>
            <ac:spMk id="2" creationId="{67482E54-6C8B-5FCF-795F-A39E9C941CC6}"/>
          </ac:spMkLst>
        </pc:spChg>
        <pc:spChg chg="mod">
          <ac:chgData name="TUDOR-ALEXANDRU ILENI" userId="S::tudor.ileni@ubbcluj.ro::d7b28f6b-7e8e-48e3-b06b-cc0a244d3028" providerId="AD" clId="Web-{BB923602-30C9-7867-321B-CB32676FFCDB}" dt="2023-11-07T06:42:53.015" v="325" actId="20577"/>
          <ac:spMkLst>
            <pc:docMk/>
            <pc:sldMk cId="682887697" sldId="260"/>
            <ac:spMk id="3" creationId="{6DCB871B-15DC-14CA-A5BD-FE7BDC48DA79}"/>
          </ac:spMkLst>
        </pc:spChg>
      </pc:sldChg>
      <pc:sldChg chg="del">
        <pc:chgData name="TUDOR-ALEXANDRU ILENI" userId="S::tudor.ileni@ubbcluj.ro::d7b28f6b-7e8e-48e3-b06b-cc0a244d3028" providerId="AD" clId="Web-{BB923602-30C9-7867-321B-CB32676FFCDB}" dt="2023-11-07T04:33:37.361" v="16"/>
        <pc:sldMkLst>
          <pc:docMk/>
          <pc:sldMk cId="3142412058" sldId="260"/>
        </pc:sldMkLst>
      </pc:sldChg>
      <pc:sldChg chg="del">
        <pc:chgData name="TUDOR-ALEXANDRU ILENI" userId="S::tudor.ileni@ubbcluj.ro::d7b28f6b-7e8e-48e3-b06b-cc0a244d3028" providerId="AD" clId="Web-{BB923602-30C9-7867-321B-CB32676FFCDB}" dt="2023-11-07T04:33:37.361" v="15"/>
        <pc:sldMkLst>
          <pc:docMk/>
          <pc:sldMk cId="1260593771" sldId="261"/>
        </pc:sldMkLst>
      </pc:sldChg>
      <pc:sldChg chg="del">
        <pc:chgData name="TUDOR-ALEXANDRU ILENI" userId="S::tudor.ileni@ubbcluj.ro::d7b28f6b-7e8e-48e3-b06b-cc0a244d3028" providerId="AD" clId="Web-{BB923602-30C9-7867-321B-CB32676FFCDB}" dt="2023-11-07T04:33:37.361" v="14"/>
        <pc:sldMkLst>
          <pc:docMk/>
          <pc:sldMk cId="937248037" sldId="262"/>
        </pc:sldMkLst>
      </pc:sldChg>
    </pc:docChg>
  </pc:docChgLst>
  <pc:docChgLst>
    <pc:chgData name="TUDOR-ALEXANDRU ILENI" userId="S::tudor.ileni@ubbcluj.ro::d7b28f6b-7e8e-48e3-b06b-cc0a244d3028" providerId="AD" clId="Web-{955A61CF-339A-B94E-EA68-8D46A3634470}"/>
    <pc:docChg chg="modSld">
      <pc:chgData name="TUDOR-ALEXANDRU ILENI" userId="S::tudor.ileni@ubbcluj.ro::d7b28f6b-7e8e-48e3-b06b-cc0a244d3028" providerId="AD" clId="Web-{955A61CF-339A-B94E-EA68-8D46A3634470}" dt="2023-09-28T06:53:16.393" v="2" actId="20577"/>
      <pc:docMkLst>
        <pc:docMk/>
      </pc:docMkLst>
      <pc:sldChg chg="modSp">
        <pc:chgData name="TUDOR-ALEXANDRU ILENI" userId="S::tudor.ileni@ubbcluj.ro::d7b28f6b-7e8e-48e3-b06b-cc0a244d3028" providerId="AD" clId="Web-{955A61CF-339A-B94E-EA68-8D46A3634470}" dt="2023-09-28T06:53:16.393" v="2" actId="20577"/>
        <pc:sldMkLst>
          <pc:docMk/>
          <pc:sldMk cId="1603942297" sldId="257"/>
        </pc:sldMkLst>
        <pc:spChg chg="mod">
          <ac:chgData name="TUDOR-ALEXANDRU ILENI" userId="S::tudor.ileni@ubbcluj.ro::d7b28f6b-7e8e-48e3-b06b-cc0a244d3028" providerId="AD" clId="Web-{955A61CF-339A-B94E-EA68-8D46A3634470}" dt="2023-09-28T06:53:16.393" v="2" actId="20577"/>
          <ac:spMkLst>
            <pc:docMk/>
            <pc:sldMk cId="1603942297" sldId="257"/>
            <ac:spMk id="3" creationId="{A8311DF3-4B9C-C825-5ECD-D47B64BD952F}"/>
          </ac:spMkLst>
        </pc:spChg>
      </pc:sldChg>
    </pc:docChg>
  </pc:docChgLst>
  <pc:docChgLst>
    <pc:chgData name="TUDOR-ALEXANDRU ILENI" userId="S::tudor.ileni@ubbcluj.ro::d7b28f6b-7e8e-48e3-b06b-cc0a244d3028" providerId="AD" clId="Web-{4E7433DE-6853-45C1-98EB-CA57DABE9D5D}"/>
    <pc:docChg chg="addSld modSld">
      <pc:chgData name="TUDOR-ALEXANDRU ILENI" userId="S::tudor.ileni@ubbcluj.ro::d7b28f6b-7e8e-48e3-b06b-cc0a244d3028" providerId="AD" clId="Web-{4E7433DE-6853-45C1-98EB-CA57DABE9D5D}" dt="2023-09-25T04:55:37.679" v="10" actId="20577"/>
      <pc:docMkLst>
        <pc:docMk/>
      </pc:docMkLst>
      <pc:sldChg chg="modSp new">
        <pc:chgData name="TUDOR-ALEXANDRU ILENI" userId="S::tudor.ileni@ubbcluj.ro::d7b28f6b-7e8e-48e3-b06b-cc0a244d3028" providerId="AD" clId="Web-{4E7433DE-6853-45C1-98EB-CA57DABE9D5D}" dt="2023-09-25T04:55:37.679" v="10" actId="20577"/>
        <pc:sldMkLst>
          <pc:docMk/>
          <pc:sldMk cId="1603942297" sldId="257"/>
        </pc:sldMkLst>
        <pc:spChg chg="mod">
          <ac:chgData name="TUDOR-ALEXANDRU ILENI" userId="S::tudor.ileni@ubbcluj.ro::d7b28f6b-7e8e-48e3-b06b-cc0a244d3028" providerId="AD" clId="Web-{4E7433DE-6853-45C1-98EB-CA57DABE9D5D}" dt="2023-09-25T04:55:33.726" v="7" actId="20577"/>
          <ac:spMkLst>
            <pc:docMk/>
            <pc:sldMk cId="1603942297" sldId="257"/>
            <ac:spMk id="2" creationId="{B90C27F7-26B4-226C-A1A4-13A2731BF2C1}"/>
          </ac:spMkLst>
        </pc:spChg>
        <pc:spChg chg="mod">
          <ac:chgData name="TUDOR-ALEXANDRU ILENI" userId="S::tudor.ileni@ubbcluj.ro::d7b28f6b-7e8e-48e3-b06b-cc0a244d3028" providerId="AD" clId="Web-{4E7433DE-6853-45C1-98EB-CA57DABE9D5D}" dt="2023-09-25T04:55:37.679" v="10" actId="20577"/>
          <ac:spMkLst>
            <pc:docMk/>
            <pc:sldMk cId="1603942297" sldId="257"/>
            <ac:spMk id="3" creationId="{A8311DF3-4B9C-C825-5ECD-D47B64BD952F}"/>
          </ac:spMkLst>
        </pc:spChg>
      </pc:sldChg>
    </pc:docChg>
  </pc:docChgLst>
  <pc:docChgLst>
    <pc:chgData name="TUDOR-ALEXANDRU ILENI" userId="S::tudor.ileni@ubbcluj.ro::d7b28f6b-7e8e-48e3-b06b-cc0a244d3028" providerId="AD" clId="Web-{B2C86CDE-DC49-2AB5-EF74-5CC761CD476E}"/>
    <pc:docChg chg="modSld">
      <pc:chgData name="TUDOR-ALEXANDRU ILENI" userId="S::tudor.ileni@ubbcluj.ro::d7b28f6b-7e8e-48e3-b06b-cc0a244d3028" providerId="AD" clId="Web-{B2C86CDE-DC49-2AB5-EF74-5CC761CD476E}" dt="2023-11-07T07:28:10.310" v="87"/>
      <pc:docMkLst>
        <pc:docMk/>
      </pc:docMkLst>
      <pc:sldChg chg="addSp modSp mod setBg">
        <pc:chgData name="TUDOR-ALEXANDRU ILENI" userId="S::tudor.ileni@ubbcluj.ro::d7b28f6b-7e8e-48e3-b06b-cc0a244d3028" providerId="AD" clId="Web-{B2C86CDE-DC49-2AB5-EF74-5CC761CD476E}" dt="2023-11-07T07:28:10.310" v="87"/>
        <pc:sldMkLst>
          <pc:docMk/>
          <pc:sldMk cId="1603942297" sldId="257"/>
        </pc:sldMkLst>
        <pc:spChg chg="mod">
          <ac:chgData name="TUDOR-ALEXANDRU ILENI" userId="S::tudor.ileni@ubbcluj.ro::d7b28f6b-7e8e-48e3-b06b-cc0a244d3028" providerId="AD" clId="Web-{B2C86CDE-DC49-2AB5-EF74-5CC761CD476E}" dt="2023-11-07T07:28:10.310" v="87"/>
          <ac:spMkLst>
            <pc:docMk/>
            <pc:sldMk cId="1603942297" sldId="257"/>
            <ac:spMk id="2" creationId="{B90C27F7-26B4-226C-A1A4-13A2731BF2C1}"/>
          </ac:spMkLst>
        </pc:spChg>
        <pc:spChg chg="mod">
          <ac:chgData name="TUDOR-ALEXANDRU ILENI" userId="S::tudor.ileni@ubbcluj.ro::d7b28f6b-7e8e-48e3-b06b-cc0a244d3028" providerId="AD" clId="Web-{B2C86CDE-DC49-2AB5-EF74-5CC761CD476E}" dt="2023-11-07T07:28:10.310" v="87"/>
          <ac:spMkLst>
            <pc:docMk/>
            <pc:sldMk cId="1603942297" sldId="257"/>
            <ac:spMk id="3" creationId="{A8311DF3-4B9C-C825-5ECD-D47B64BD952F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8:10.310" v="87"/>
          <ac:spMkLst>
            <pc:docMk/>
            <pc:sldMk cId="1603942297" sldId="257"/>
            <ac:spMk id="8" creationId="{081EA652-8C6A-4E69-BEB9-170809474553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8:10.310" v="87"/>
          <ac:spMkLst>
            <pc:docMk/>
            <pc:sldMk cId="1603942297" sldId="257"/>
            <ac:spMk id="10" creationId="{5298780A-33B9-4EA2-8F67-DE68AD62841B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8:10.310" v="87"/>
          <ac:spMkLst>
            <pc:docMk/>
            <pc:sldMk cId="1603942297" sldId="257"/>
            <ac:spMk id="12" creationId="{7F488E8B-4E1E-4402-8935-D4E6C02615C7}"/>
          </ac:spMkLst>
        </pc:spChg>
      </pc:sldChg>
      <pc:sldChg chg="addSp delSp modSp">
        <pc:chgData name="TUDOR-ALEXANDRU ILENI" userId="S::tudor.ileni@ubbcluj.ro::d7b28f6b-7e8e-48e3-b06b-cc0a244d3028" providerId="AD" clId="Web-{B2C86CDE-DC49-2AB5-EF74-5CC761CD476E}" dt="2023-11-07T07:26:10.431" v="59" actId="20577"/>
        <pc:sldMkLst>
          <pc:docMk/>
          <pc:sldMk cId="3175099128" sldId="258"/>
        </pc:sldMkLst>
        <pc:spChg chg="del">
          <ac:chgData name="TUDOR-ALEXANDRU ILENI" userId="S::tudor.ileni@ubbcluj.ro::d7b28f6b-7e8e-48e3-b06b-cc0a244d3028" providerId="AD" clId="Web-{B2C86CDE-DC49-2AB5-EF74-5CC761CD476E}" dt="2023-11-07T07:25:43.711" v="44"/>
          <ac:spMkLst>
            <pc:docMk/>
            <pc:sldMk cId="3175099128" sldId="258"/>
            <ac:spMk id="2" creationId="{0C84FFB2-39D7-B6C3-95E5-5E245874D8D0}"/>
          </ac:spMkLst>
        </pc:spChg>
        <pc:spChg chg="mod ord">
          <ac:chgData name="TUDOR-ALEXANDRU ILENI" userId="S::tudor.ileni@ubbcluj.ro::d7b28f6b-7e8e-48e3-b06b-cc0a244d3028" providerId="AD" clId="Web-{B2C86CDE-DC49-2AB5-EF74-5CC761CD476E}" dt="2023-11-07T07:26:02.837" v="51"/>
          <ac:spMkLst>
            <pc:docMk/>
            <pc:sldMk cId="3175099128" sldId="258"/>
            <ac:spMk id="3" creationId="{7EDD71DB-ED73-AA2F-CE66-0B20C44A3CD0}"/>
          </ac:spMkLst>
        </pc:spChg>
        <pc:spChg chg="add mod">
          <ac:chgData name="TUDOR-ALEXANDRU ILENI" userId="S::tudor.ileni@ubbcluj.ro::d7b28f6b-7e8e-48e3-b06b-cc0a244d3028" providerId="AD" clId="Web-{B2C86CDE-DC49-2AB5-EF74-5CC761CD476E}" dt="2023-11-07T07:26:10.431" v="59" actId="20577"/>
          <ac:spMkLst>
            <pc:docMk/>
            <pc:sldMk cId="3175099128" sldId="258"/>
            <ac:spMk id="5" creationId="{853D6F13-4829-A4F1-AA62-7247A1B9CBC1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6:02.837" v="51"/>
          <ac:spMkLst>
            <pc:docMk/>
            <pc:sldMk cId="3175099128" sldId="258"/>
            <ac:spMk id="8" creationId="{DBF61EA3-B236-439E-9C0B-340980D56BEE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6:02.837" v="51"/>
          <ac:spMkLst>
            <pc:docMk/>
            <pc:sldMk cId="3175099128" sldId="258"/>
            <ac:spMk id="14" creationId="{E659831F-0D9A-4C63-9EBB-8435B85A440F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6:02.821" v="50"/>
          <ac:spMkLst>
            <pc:docMk/>
            <pc:sldMk cId="3175099128" sldId="258"/>
            <ac:spMk id="16" creationId="{9D25F302-27C5-414F-97F8-6EA0A6C028BA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6:02.821" v="50"/>
          <ac:spMkLst>
            <pc:docMk/>
            <pc:sldMk cId="3175099128" sldId="258"/>
            <ac:spMk id="17" creationId="{830A36F8-48C2-4842-A87B-8CE8DF4E7FD2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5:54.024" v="48"/>
          <ac:spMkLst>
            <pc:docMk/>
            <pc:sldMk cId="3175099128" sldId="258"/>
            <ac:spMk id="19" creationId="{637B2035-1FCB-439A-B421-095E136C7E07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5:54.024" v="48"/>
          <ac:spMkLst>
            <pc:docMk/>
            <pc:sldMk cId="3175099128" sldId="258"/>
            <ac:spMk id="21" creationId="{676D6CDF-C512-4739-B158-55EE955EFA39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6:02.821" v="50"/>
          <ac:spMkLst>
            <pc:docMk/>
            <pc:sldMk cId="3175099128" sldId="258"/>
            <ac:spMk id="23" creationId="{8F451A30-466B-4996-9BA5-CD6ABCC6D558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6:02.837" v="51"/>
          <ac:spMkLst>
            <pc:docMk/>
            <pc:sldMk cId="3175099128" sldId="258"/>
            <ac:spMk id="25" creationId="{E6995CE5-F890-4ABA-82A2-26507CE8D2A3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6:02.837" v="51"/>
          <ac:spMkLst>
            <pc:docMk/>
            <pc:sldMk cId="3175099128" sldId="258"/>
            <ac:spMk id="26" creationId="{058A14AF-9FB5-4CC7-BA35-E8E85D3EDF0E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6:02.837" v="51"/>
          <ac:spMkLst>
            <pc:docMk/>
            <pc:sldMk cId="3175099128" sldId="258"/>
            <ac:spMk id="27" creationId="{3A9A4357-BD1D-4622-A4FE-766E6AB8DE84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6:02.837" v="51"/>
          <ac:spMkLst>
            <pc:docMk/>
            <pc:sldMk cId="3175099128" sldId="258"/>
            <ac:spMk id="28" creationId="{E659831F-0D9A-4C63-9EBB-8435B85A440F}"/>
          </ac:spMkLst>
        </pc:spChg>
        <pc:grpChg chg="add del">
          <ac:chgData name="TUDOR-ALEXANDRU ILENI" userId="S::tudor.ileni@ubbcluj.ro::d7b28f6b-7e8e-48e3-b06b-cc0a244d3028" providerId="AD" clId="Web-{B2C86CDE-DC49-2AB5-EF74-5CC761CD476E}" dt="2023-11-07T07:26:02.837" v="51"/>
          <ac:grpSpMkLst>
            <pc:docMk/>
            <pc:sldMk cId="3175099128" sldId="258"/>
            <ac:grpSpMk id="10" creationId="{28FAF094-D087-493F-8DF9-A486C2D6BBAA}"/>
          </ac:grpSpMkLst>
        </pc:grpChg>
        <pc:picChg chg="add mod">
          <ac:chgData name="TUDOR-ALEXANDRU ILENI" userId="S::tudor.ileni@ubbcluj.ro::d7b28f6b-7e8e-48e3-b06b-cc0a244d3028" providerId="AD" clId="Web-{B2C86CDE-DC49-2AB5-EF74-5CC761CD476E}" dt="2023-11-07T07:26:02.837" v="51"/>
          <ac:picMkLst>
            <pc:docMk/>
            <pc:sldMk cId="3175099128" sldId="258"/>
            <ac:picMk id="6" creationId="{E40048B7-2913-2CDD-6B99-876589858F5C}"/>
          </ac:picMkLst>
        </pc:picChg>
      </pc:sldChg>
      <pc:sldChg chg="addSp delSp modSp mod setBg">
        <pc:chgData name="TUDOR-ALEXANDRU ILENI" userId="S::tudor.ileni@ubbcluj.ro::d7b28f6b-7e8e-48e3-b06b-cc0a244d3028" providerId="AD" clId="Web-{B2C86CDE-DC49-2AB5-EF74-5CC761CD476E}" dt="2023-11-07T07:27:49.825" v="82" actId="1076"/>
        <pc:sldMkLst>
          <pc:docMk/>
          <pc:sldMk cId="2212095306" sldId="259"/>
        </pc:sldMkLst>
        <pc:spChg chg="del mod">
          <ac:chgData name="TUDOR-ALEXANDRU ILENI" userId="S::tudor.ileni@ubbcluj.ro::d7b28f6b-7e8e-48e3-b06b-cc0a244d3028" providerId="AD" clId="Web-{B2C86CDE-DC49-2AB5-EF74-5CC761CD476E}" dt="2023-11-07T07:26:20.806" v="61"/>
          <ac:spMkLst>
            <pc:docMk/>
            <pc:sldMk cId="2212095306" sldId="259"/>
            <ac:spMk id="2" creationId="{47B2F772-77B8-8888-FB6F-A5F34EB19317}"/>
          </ac:spMkLst>
        </pc:spChg>
        <pc:spChg chg="mod ord">
          <ac:chgData name="TUDOR-ALEXANDRU ILENI" userId="S::tudor.ileni@ubbcluj.ro::d7b28f6b-7e8e-48e3-b06b-cc0a244d3028" providerId="AD" clId="Web-{B2C86CDE-DC49-2AB5-EF74-5CC761CD476E}" dt="2023-11-07T07:27:49.825" v="82" actId="1076"/>
          <ac:spMkLst>
            <pc:docMk/>
            <pc:sldMk cId="2212095306" sldId="259"/>
            <ac:spMk id="3" creationId="{7836DFC7-27FB-D3B9-4097-2D82EF54CD5F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5:25.039" v="43"/>
          <ac:spMkLst>
            <pc:docMk/>
            <pc:sldMk cId="2212095306" sldId="259"/>
            <ac:spMk id="9" creationId="{F13C74B1-5B17-4795-BED0-7140497B445A}"/>
          </ac:spMkLst>
        </pc:spChg>
        <pc:spChg chg="add del">
          <ac:chgData name="TUDOR-ALEXANDRU ILENI" userId="S::tudor.ileni@ubbcluj.ro::d7b28f6b-7e8e-48e3-b06b-cc0a244d3028" providerId="AD" clId="Web-{B2C86CDE-DC49-2AB5-EF74-5CC761CD476E}" dt="2023-11-07T07:25:25.039" v="43"/>
          <ac:spMkLst>
            <pc:docMk/>
            <pc:sldMk cId="2212095306" sldId="259"/>
            <ac:spMk id="11" creationId="{D4974D33-8DC5-464E-8C6D-BE58F0669C17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5:25.039" v="43"/>
          <ac:spMkLst>
            <pc:docMk/>
            <pc:sldMk cId="2212095306" sldId="259"/>
            <ac:spMk id="16" creationId="{9D25F302-27C5-414F-97F8-6EA0A6C028BA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5:25.039" v="43"/>
          <ac:spMkLst>
            <pc:docMk/>
            <pc:sldMk cId="2212095306" sldId="259"/>
            <ac:spMk id="18" creationId="{830A36F8-48C2-4842-A87B-8CE8DF4E7FD2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5:25.039" v="43"/>
          <ac:spMkLst>
            <pc:docMk/>
            <pc:sldMk cId="2212095306" sldId="259"/>
            <ac:spMk id="20" creationId="{8F451A30-466B-4996-9BA5-CD6ABCC6D558}"/>
          </ac:spMkLst>
        </pc:spChg>
        <pc:picChg chg="add mod">
          <ac:chgData name="TUDOR-ALEXANDRU ILENI" userId="S::tudor.ileni@ubbcluj.ro::d7b28f6b-7e8e-48e3-b06b-cc0a244d3028" providerId="AD" clId="Web-{B2C86CDE-DC49-2AB5-EF74-5CC761CD476E}" dt="2023-11-07T07:27:46.934" v="81" actId="14100"/>
          <ac:picMkLst>
            <pc:docMk/>
            <pc:sldMk cId="2212095306" sldId="259"/>
            <ac:picMk id="4" creationId="{7FC84F96-A67B-E8E7-92AF-5682A1435917}"/>
          </ac:picMkLst>
        </pc:picChg>
        <pc:picChg chg="add del">
          <ac:chgData name="TUDOR-ALEXANDRU ILENI" userId="S::tudor.ileni@ubbcluj.ro::d7b28f6b-7e8e-48e3-b06b-cc0a244d3028" providerId="AD" clId="Web-{B2C86CDE-DC49-2AB5-EF74-5CC761CD476E}" dt="2023-11-07T07:25:19.773" v="40"/>
          <ac:picMkLst>
            <pc:docMk/>
            <pc:sldMk cId="2212095306" sldId="259"/>
            <ac:picMk id="5" creationId="{85214977-8F81-4282-40A6-4BFCBFC45938}"/>
          </ac:picMkLst>
        </pc:picChg>
      </pc:sldChg>
      <pc:sldChg chg="addSp modSp mod setBg">
        <pc:chgData name="TUDOR-ALEXANDRU ILENI" userId="S::tudor.ileni@ubbcluj.ro::d7b28f6b-7e8e-48e3-b06b-cc0a244d3028" providerId="AD" clId="Web-{B2C86CDE-DC49-2AB5-EF74-5CC761CD476E}" dt="2023-11-07T07:27:30.215" v="80" actId="20577"/>
        <pc:sldMkLst>
          <pc:docMk/>
          <pc:sldMk cId="682887697" sldId="260"/>
        </pc:sldMkLst>
        <pc:spChg chg="mod">
          <ac:chgData name="TUDOR-ALEXANDRU ILENI" userId="S::tudor.ileni@ubbcluj.ro::d7b28f6b-7e8e-48e3-b06b-cc0a244d3028" providerId="AD" clId="Web-{B2C86CDE-DC49-2AB5-EF74-5CC761CD476E}" dt="2023-11-07T07:27:08.417" v="78"/>
          <ac:spMkLst>
            <pc:docMk/>
            <pc:sldMk cId="682887697" sldId="260"/>
            <ac:spMk id="2" creationId="{67482E54-6C8B-5FCF-795F-A39E9C941CC6}"/>
          </ac:spMkLst>
        </pc:spChg>
        <pc:spChg chg="mod">
          <ac:chgData name="TUDOR-ALEXANDRU ILENI" userId="S::tudor.ileni@ubbcluj.ro::d7b28f6b-7e8e-48e3-b06b-cc0a244d3028" providerId="AD" clId="Web-{B2C86CDE-DC49-2AB5-EF74-5CC761CD476E}" dt="2023-11-07T07:27:30.215" v="80" actId="20577"/>
          <ac:spMkLst>
            <pc:docMk/>
            <pc:sldMk cId="682887697" sldId="260"/>
            <ac:spMk id="3" creationId="{6DCB871B-15DC-14CA-A5BD-FE7BDC48DA79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7:08.417" v="78"/>
          <ac:spMkLst>
            <pc:docMk/>
            <pc:sldMk cId="682887697" sldId="260"/>
            <ac:spMk id="8" creationId="{081EA652-8C6A-4E69-BEB9-170809474553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7:08.417" v="78"/>
          <ac:spMkLst>
            <pc:docMk/>
            <pc:sldMk cId="682887697" sldId="260"/>
            <ac:spMk id="10" creationId="{A4026A73-1F7F-49F2-B319-8CA3B3D53269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7:08.417" v="78"/>
          <ac:spMkLst>
            <pc:docMk/>
            <pc:sldMk cId="682887697" sldId="260"/>
            <ac:spMk id="12" creationId="{5298780A-33B9-4EA2-8F67-DE68AD62841B}"/>
          </ac:spMkLst>
        </pc:spChg>
        <pc:spChg chg="add">
          <ac:chgData name="TUDOR-ALEXANDRU ILENI" userId="S::tudor.ileni@ubbcluj.ro::d7b28f6b-7e8e-48e3-b06b-cc0a244d3028" providerId="AD" clId="Web-{B2C86CDE-DC49-2AB5-EF74-5CC761CD476E}" dt="2023-11-07T07:27:08.417" v="78"/>
          <ac:spMkLst>
            <pc:docMk/>
            <pc:sldMk cId="682887697" sldId="260"/>
            <ac:spMk id="14" creationId="{7F488E8B-4E1E-4402-8935-D4E6C02615C7}"/>
          </ac:spMkLst>
        </pc:spChg>
        <pc:cxnChg chg="add">
          <ac:chgData name="TUDOR-ALEXANDRU ILENI" userId="S::tudor.ileni@ubbcluj.ro::d7b28f6b-7e8e-48e3-b06b-cc0a244d3028" providerId="AD" clId="Web-{B2C86CDE-DC49-2AB5-EF74-5CC761CD476E}" dt="2023-11-07T07:27:08.417" v="78"/>
          <ac:cxnSpMkLst>
            <pc:docMk/>
            <pc:sldMk cId="682887697" sldId="260"/>
            <ac:cxnSpMk id="16" creationId="{23AAC9B5-8015-485C-ACF9-A750390E9A56}"/>
          </ac:cxnSpMkLst>
        </pc:cxnChg>
      </pc:sldChg>
    </pc:docChg>
  </pc:docChgLst>
  <pc:docChgLst>
    <pc:chgData name="TUDOR-ALEXANDRU ILENI" userId="S::tudor.ileni@ubbcluj.ro::d7b28f6b-7e8e-48e3-b06b-cc0a244d3028" providerId="AD" clId="Web-{864D660F-C1BF-001A-A875-E2903D617C47}"/>
    <pc:docChg chg="modSld">
      <pc:chgData name="TUDOR-ALEXANDRU ILENI" userId="S::tudor.ileni@ubbcluj.ro::d7b28f6b-7e8e-48e3-b06b-cc0a244d3028" providerId="AD" clId="Web-{864D660F-C1BF-001A-A875-E2903D617C47}" dt="2023-11-16T07:17:11.396" v="1" actId="14100"/>
      <pc:docMkLst>
        <pc:docMk/>
      </pc:docMkLst>
      <pc:sldChg chg="modSp">
        <pc:chgData name="TUDOR-ALEXANDRU ILENI" userId="S::tudor.ileni@ubbcluj.ro::d7b28f6b-7e8e-48e3-b06b-cc0a244d3028" providerId="AD" clId="Web-{864D660F-C1BF-001A-A875-E2903D617C47}" dt="2023-11-16T07:17:11.396" v="1" actId="14100"/>
        <pc:sldMkLst>
          <pc:docMk/>
          <pc:sldMk cId="1646865335" sldId="261"/>
        </pc:sldMkLst>
        <pc:picChg chg="mod">
          <ac:chgData name="TUDOR-ALEXANDRU ILENI" userId="S::tudor.ileni@ubbcluj.ro::d7b28f6b-7e8e-48e3-b06b-cc0a244d3028" providerId="AD" clId="Web-{864D660F-C1BF-001A-A875-E2903D617C47}" dt="2023-11-16T07:17:11.396" v="1" actId="14100"/>
          <ac:picMkLst>
            <pc:docMk/>
            <pc:sldMk cId="1646865335" sldId="261"/>
            <ac:picMk id="6" creationId="{31B35BC1-5E1A-480E-4847-A63C3E971943}"/>
          </ac:picMkLst>
        </pc:picChg>
      </pc:sldChg>
    </pc:docChg>
  </pc:docChgLst>
  <pc:docChgLst>
    <pc:chgData name="TUDOR-ALEXANDRU ILENI" userId="S::tudor.ileni@ubbcluj.ro::d7b28f6b-7e8e-48e3-b06b-cc0a244d3028" providerId="AD" clId="Web-{F95EB6B3-C77C-E5FA-7D4B-BF5FEC4F200A}"/>
    <pc:docChg chg="addSld modSld">
      <pc:chgData name="TUDOR-ALEXANDRU ILENI" userId="S::tudor.ileni@ubbcluj.ro::d7b28f6b-7e8e-48e3-b06b-cc0a244d3028" providerId="AD" clId="Web-{F95EB6B3-C77C-E5FA-7D4B-BF5FEC4F200A}" dt="2023-11-10T05:58:24.792" v="60" actId="20577"/>
      <pc:docMkLst>
        <pc:docMk/>
      </pc:docMkLst>
      <pc:sldChg chg="modSp">
        <pc:chgData name="TUDOR-ALEXANDRU ILENI" userId="S::tudor.ileni@ubbcluj.ro::d7b28f6b-7e8e-48e3-b06b-cc0a244d3028" providerId="AD" clId="Web-{F95EB6B3-C77C-E5FA-7D4B-BF5FEC4F200A}" dt="2023-11-10T05:48:12.610" v="3" actId="14100"/>
        <pc:sldMkLst>
          <pc:docMk/>
          <pc:sldMk cId="682887697" sldId="260"/>
        </pc:sldMkLst>
        <pc:spChg chg="mod">
          <ac:chgData name="TUDOR-ALEXANDRU ILENI" userId="S::tudor.ileni@ubbcluj.ro::d7b28f6b-7e8e-48e3-b06b-cc0a244d3028" providerId="AD" clId="Web-{F95EB6B3-C77C-E5FA-7D4B-BF5FEC4F200A}" dt="2023-11-10T05:48:12.610" v="3" actId="14100"/>
          <ac:spMkLst>
            <pc:docMk/>
            <pc:sldMk cId="682887697" sldId="260"/>
            <ac:spMk id="3" creationId="{6DCB871B-15DC-14CA-A5BD-FE7BDC48DA79}"/>
          </ac:spMkLst>
        </pc:spChg>
      </pc:sldChg>
      <pc:sldChg chg="addSp delSp modSp new">
        <pc:chgData name="TUDOR-ALEXANDRU ILENI" userId="S::tudor.ileni@ubbcluj.ro::d7b28f6b-7e8e-48e3-b06b-cc0a244d3028" providerId="AD" clId="Web-{F95EB6B3-C77C-E5FA-7D4B-BF5FEC4F200A}" dt="2023-11-10T05:58:24.792" v="60" actId="20577"/>
        <pc:sldMkLst>
          <pc:docMk/>
          <pc:sldMk cId="1646865335" sldId="261"/>
        </pc:sldMkLst>
        <pc:spChg chg="mod">
          <ac:chgData name="TUDOR-ALEXANDRU ILENI" userId="S::tudor.ileni@ubbcluj.ro::d7b28f6b-7e8e-48e3-b06b-cc0a244d3028" providerId="AD" clId="Web-{F95EB6B3-C77C-E5FA-7D4B-BF5FEC4F200A}" dt="2023-11-10T05:50:31.241" v="12" actId="20577"/>
          <ac:spMkLst>
            <pc:docMk/>
            <pc:sldMk cId="1646865335" sldId="261"/>
            <ac:spMk id="2" creationId="{35D215F9-7B15-E1B1-FC66-B01A3E7D3DB3}"/>
          </ac:spMkLst>
        </pc:spChg>
        <pc:spChg chg="del">
          <ac:chgData name="TUDOR-ALEXANDRU ILENI" userId="S::tudor.ileni@ubbcluj.ro::d7b28f6b-7e8e-48e3-b06b-cc0a244d3028" providerId="AD" clId="Web-{F95EB6B3-C77C-E5FA-7D4B-BF5FEC4F200A}" dt="2023-11-10T05:50:27.897" v="10"/>
          <ac:spMkLst>
            <pc:docMk/>
            <pc:sldMk cId="1646865335" sldId="261"/>
            <ac:spMk id="3" creationId="{45512D3F-0146-7852-6E6B-ED10E8266BF7}"/>
          </ac:spMkLst>
        </pc:spChg>
        <pc:spChg chg="add mod">
          <ac:chgData name="TUDOR-ALEXANDRU ILENI" userId="S::tudor.ileni@ubbcluj.ro::d7b28f6b-7e8e-48e3-b06b-cc0a244d3028" providerId="AD" clId="Web-{F95EB6B3-C77C-E5FA-7D4B-BF5FEC4F200A}" dt="2023-11-10T05:58:24.792" v="60" actId="20577"/>
          <ac:spMkLst>
            <pc:docMk/>
            <pc:sldMk cId="1646865335" sldId="261"/>
            <ac:spMk id="5" creationId="{6F5B7FC5-4264-F847-A6CC-CBDA01CD6FB0}"/>
          </ac:spMkLst>
        </pc:spChg>
        <pc:spChg chg="add mod">
          <ac:chgData name="TUDOR-ALEXANDRU ILENI" userId="S::tudor.ileni@ubbcluj.ro::d7b28f6b-7e8e-48e3-b06b-cc0a244d3028" providerId="AD" clId="Web-{F95EB6B3-C77C-E5FA-7D4B-BF5FEC4F200A}" dt="2023-11-10T05:57:08.429" v="49" actId="1076"/>
          <ac:spMkLst>
            <pc:docMk/>
            <pc:sldMk cId="1646865335" sldId="261"/>
            <ac:spMk id="7" creationId="{9F811364-3413-4BB9-8B52-D629D37BB78B}"/>
          </ac:spMkLst>
        </pc:spChg>
        <pc:picChg chg="add mod ord">
          <ac:chgData name="TUDOR-ALEXANDRU ILENI" userId="S::tudor.ileni@ubbcluj.ro::d7b28f6b-7e8e-48e3-b06b-cc0a244d3028" providerId="AD" clId="Web-{F95EB6B3-C77C-E5FA-7D4B-BF5FEC4F200A}" dt="2023-11-10T05:51:46.010" v="13" actId="1076"/>
          <ac:picMkLst>
            <pc:docMk/>
            <pc:sldMk cId="1646865335" sldId="261"/>
            <ac:picMk id="4" creationId="{6AA0E06D-095F-179A-734B-11BF7F8ADA75}"/>
          </ac:picMkLst>
        </pc:picChg>
        <pc:picChg chg="add mod">
          <ac:chgData name="TUDOR-ALEXANDRU ILENI" userId="S::tudor.ileni@ubbcluj.ro::d7b28f6b-7e8e-48e3-b06b-cc0a244d3028" providerId="AD" clId="Web-{F95EB6B3-C77C-E5FA-7D4B-BF5FEC4F200A}" dt="2023-11-10T05:57:12.742" v="50" actId="1076"/>
          <ac:picMkLst>
            <pc:docMk/>
            <pc:sldMk cId="1646865335" sldId="261"/>
            <ac:picMk id="6" creationId="{31B35BC1-5E1A-480E-4847-A63C3E971943}"/>
          </ac:picMkLst>
        </pc:picChg>
      </pc:sldChg>
    </pc:docChg>
  </pc:docChgLst>
  <pc:docChgLst>
    <pc:chgData name="TUDOR-ALEXANDRU ILENI" userId="S::tudor.ileni@ubbcluj.ro::d7b28f6b-7e8e-48e3-b06b-cc0a244d3028" providerId="AD" clId="Web-{36858AAF-10DD-3C98-1354-47F9A87EAFFE}"/>
    <pc:docChg chg="addSld modSld">
      <pc:chgData name="TUDOR-ALEXANDRU ILENI" userId="S::tudor.ileni@ubbcluj.ro::d7b28f6b-7e8e-48e3-b06b-cc0a244d3028" providerId="AD" clId="Web-{36858AAF-10DD-3C98-1354-47F9A87EAFFE}" dt="2023-09-28T05:47:16.349" v="187" actId="20577"/>
      <pc:docMkLst>
        <pc:docMk/>
      </pc:docMkLst>
      <pc:sldChg chg="modSp">
        <pc:chgData name="TUDOR-ALEXANDRU ILENI" userId="S::tudor.ileni@ubbcluj.ro::d7b28f6b-7e8e-48e3-b06b-cc0a244d3028" providerId="AD" clId="Web-{36858AAF-10DD-3C98-1354-47F9A87EAFFE}" dt="2023-09-28T05:42:30.636" v="25" actId="20577"/>
        <pc:sldMkLst>
          <pc:docMk/>
          <pc:sldMk cId="1603942297" sldId="257"/>
        </pc:sldMkLst>
        <pc:spChg chg="mod">
          <ac:chgData name="TUDOR-ALEXANDRU ILENI" userId="S::tudor.ileni@ubbcluj.ro::d7b28f6b-7e8e-48e3-b06b-cc0a244d3028" providerId="AD" clId="Web-{36858AAF-10DD-3C98-1354-47F9A87EAFFE}" dt="2023-09-28T05:42:30.636" v="25" actId="20577"/>
          <ac:spMkLst>
            <pc:docMk/>
            <pc:sldMk cId="1603942297" sldId="257"/>
            <ac:spMk id="3" creationId="{A8311DF3-4B9C-C825-5ECD-D47B64BD952F}"/>
          </ac:spMkLst>
        </pc:spChg>
      </pc:sldChg>
      <pc:sldChg chg="modSp">
        <pc:chgData name="TUDOR-ALEXANDRU ILENI" userId="S::tudor.ileni@ubbcluj.ro::d7b28f6b-7e8e-48e3-b06b-cc0a244d3028" providerId="AD" clId="Web-{36858AAF-10DD-3C98-1354-47F9A87EAFFE}" dt="2023-09-28T05:45:14.766" v="133" actId="20577"/>
        <pc:sldMkLst>
          <pc:docMk/>
          <pc:sldMk cId="3175099128" sldId="258"/>
        </pc:sldMkLst>
        <pc:spChg chg="mod">
          <ac:chgData name="TUDOR-ALEXANDRU ILENI" userId="S::tudor.ileni@ubbcluj.ro::d7b28f6b-7e8e-48e3-b06b-cc0a244d3028" providerId="AD" clId="Web-{36858AAF-10DD-3C98-1354-47F9A87EAFFE}" dt="2023-09-28T05:45:14.766" v="133" actId="20577"/>
          <ac:spMkLst>
            <pc:docMk/>
            <pc:sldMk cId="3175099128" sldId="258"/>
            <ac:spMk id="3" creationId="{7EDD71DB-ED73-AA2F-CE66-0B20C44A3CD0}"/>
          </ac:spMkLst>
        </pc:spChg>
      </pc:sldChg>
      <pc:sldChg chg="modSp">
        <pc:chgData name="TUDOR-ALEXANDRU ILENI" userId="S::tudor.ileni@ubbcluj.ro::d7b28f6b-7e8e-48e3-b06b-cc0a244d3028" providerId="AD" clId="Web-{36858AAF-10DD-3C98-1354-47F9A87EAFFE}" dt="2023-09-28T05:45:28.267" v="136" actId="20577"/>
        <pc:sldMkLst>
          <pc:docMk/>
          <pc:sldMk cId="2212095306" sldId="259"/>
        </pc:sldMkLst>
        <pc:spChg chg="mod">
          <ac:chgData name="TUDOR-ALEXANDRU ILENI" userId="S::tudor.ileni@ubbcluj.ro::d7b28f6b-7e8e-48e3-b06b-cc0a244d3028" providerId="AD" clId="Web-{36858AAF-10DD-3C98-1354-47F9A87EAFFE}" dt="2023-09-28T05:45:28.267" v="136" actId="20577"/>
          <ac:spMkLst>
            <pc:docMk/>
            <pc:sldMk cId="2212095306" sldId="259"/>
            <ac:spMk id="3" creationId="{7836DFC7-27FB-D3B9-4097-2D82EF54CD5F}"/>
          </ac:spMkLst>
        </pc:spChg>
      </pc:sldChg>
      <pc:sldChg chg="modSp new">
        <pc:chgData name="TUDOR-ALEXANDRU ILENI" userId="S::tudor.ileni@ubbcluj.ro::d7b28f6b-7e8e-48e3-b06b-cc0a244d3028" providerId="AD" clId="Web-{36858AAF-10DD-3C98-1354-47F9A87EAFFE}" dt="2023-09-28T05:45:22.313" v="135" actId="20577"/>
        <pc:sldMkLst>
          <pc:docMk/>
          <pc:sldMk cId="3142412058" sldId="260"/>
        </pc:sldMkLst>
        <pc:spChg chg="mod">
          <ac:chgData name="TUDOR-ALEXANDRU ILENI" userId="S::tudor.ileni@ubbcluj.ro::d7b28f6b-7e8e-48e3-b06b-cc0a244d3028" providerId="AD" clId="Web-{36858AAF-10DD-3C98-1354-47F9A87EAFFE}" dt="2023-09-28T05:45:09.594" v="130" actId="20577"/>
          <ac:spMkLst>
            <pc:docMk/>
            <pc:sldMk cId="3142412058" sldId="260"/>
            <ac:spMk id="2" creationId="{3219407D-0FB4-F4B5-D7A1-1EBBB29779C1}"/>
          </ac:spMkLst>
        </pc:spChg>
        <pc:spChg chg="mod">
          <ac:chgData name="TUDOR-ALEXANDRU ILENI" userId="S::tudor.ileni@ubbcluj.ro::d7b28f6b-7e8e-48e3-b06b-cc0a244d3028" providerId="AD" clId="Web-{36858AAF-10DD-3C98-1354-47F9A87EAFFE}" dt="2023-09-28T05:45:22.313" v="135" actId="20577"/>
          <ac:spMkLst>
            <pc:docMk/>
            <pc:sldMk cId="3142412058" sldId="260"/>
            <ac:spMk id="3" creationId="{B01A31A9-9E0A-305D-FBA9-F46E500DB470}"/>
          </ac:spMkLst>
        </pc:spChg>
      </pc:sldChg>
      <pc:sldChg chg="modSp new">
        <pc:chgData name="TUDOR-ALEXANDRU ILENI" userId="S::tudor.ileni@ubbcluj.ro::d7b28f6b-7e8e-48e3-b06b-cc0a244d3028" providerId="AD" clId="Web-{36858AAF-10DD-3C98-1354-47F9A87EAFFE}" dt="2023-09-28T05:47:02.411" v="178" actId="20577"/>
        <pc:sldMkLst>
          <pc:docMk/>
          <pc:sldMk cId="1260593771" sldId="261"/>
        </pc:sldMkLst>
        <pc:spChg chg="mod">
          <ac:chgData name="TUDOR-ALEXANDRU ILENI" userId="S::tudor.ileni@ubbcluj.ro::d7b28f6b-7e8e-48e3-b06b-cc0a244d3028" providerId="AD" clId="Web-{36858AAF-10DD-3C98-1354-47F9A87EAFFE}" dt="2023-09-28T05:46:22.503" v="141" actId="20577"/>
          <ac:spMkLst>
            <pc:docMk/>
            <pc:sldMk cId="1260593771" sldId="261"/>
            <ac:spMk id="2" creationId="{62F82B88-C4E8-4BD5-6D0E-A7E936D4A208}"/>
          </ac:spMkLst>
        </pc:spChg>
        <pc:spChg chg="mod">
          <ac:chgData name="TUDOR-ALEXANDRU ILENI" userId="S::tudor.ileni@ubbcluj.ro::d7b28f6b-7e8e-48e3-b06b-cc0a244d3028" providerId="AD" clId="Web-{36858AAF-10DD-3C98-1354-47F9A87EAFFE}" dt="2023-09-28T05:47:02.411" v="178" actId="20577"/>
          <ac:spMkLst>
            <pc:docMk/>
            <pc:sldMk cId="1260593771" sldId="261"/>
            <ac:spMk id="3" creationId="{1DD68D8D-CC3B-004F-5E5D-D1CCD42298DD}"/>
          </ac:spMkLst>
        </pc:spChg>
      </pc:sldChg>
      <pc:sldChg chg="modSp new">
        <pc:chgData name="TUDOR-ALEXANDRU ILENI" userId="S::tudor.ileni@ubbcluj.ro::d7b28f6b-7e8e-48e3-b06b-cc0a244d3028" providerId="AD" clId="Web-{36858AAF-10DD-3C98-1354-47F9A87EAFFE}" dt="2023-09-28T05:47:16.349" v="187" actId="20577"/>
        <pc:sldMkLst>
          <pc:docMk/>
          <pc:sldMk cId="937248037" sldId="262"/>
        </pc:sldMkLst>
        <pc:spChg chg="mod">
          <ac:chgData name="TUDOR-ALEXANDRU ILENI" userId="S::tudor.ileni@ubbcluj.ro::d7b28f6b-7e8e-48e3-b06b-cc0a244d3028" providerId="AD" clId="Web-{36858AAF-10DD-3C98-1354-47F9A87EAFFE}" dt="2023-09-28T05:47:16.349" v="187" actId="20577"/>
          <ac:spMkLst>
            <pc:docMk/>
            <pc:sldMk cId="937248037" sldId="262"/>
            <ac:spMk id="2" creationId="{14015856-4AEA-D87D-A07F-DE2CBD583188}"/>
          </ac:spMkLst>
        </pc:spChg>
      </pc:sldChg>
    </pc:docChg>
  </pc:docChgLst>
  <pc:docChgLst>
    <pc:chgData name="TUDOR-ALEXANDRU ILENI" userId="S::tudor.ileni@ubbcluj.ro::d7b28f6b-7e8e-48e3-b06b-cc0a244d3028" providerId="AD" clId="Web-{311BA7C3-F303-C689-2767-DB062DA623A3}"/>
    <pc:docChg chg="addSld modSld">
      <pc:chgData name="TUDOR-ALEXANDRU ILENI" userId="S::tudor.ileni@ubbcluj.ro::d7b28f6b-7e8e-48e3-b06b-cc0a244d3028" providerId="AD" clId="Web-{311BA7C3-F303-C689-2767-DB062DA623A3}" dt="2023-09-28T04:04:24.440" v="116" actId="20577"/>
      <pc:docMkLst>
        <pc:docMk/>
      </pc:docMkLst>
      <pc:sldChg chg="modSp">
        <pc:chgData name="TUDOR-ALEXANDRU ILENI" userId="S::tudor.ileni@ubbcluj.ro::d7b28f6b-7e8e-48e3-b06b-cc0a244d3028" providerId="AD" clId="Web-{311BA7C3-F303-C689-2767-DB062DA623A3}" dt="2023-09-28T04:02:09.828" v="13" actId="20577"/>
        <pc:sldMkLst>
          <pc:docMk/>
          <pc:sldMk cId="109857222" sldId="256"/>
        </pc:sldMkLst>
        <pc:spChg chg="mod">
          <ac:chgData name="TUDOR-ALEXANDRU ILENI" userId="S::tudor.ileni@ubbcluj.ro::d7b28f6b-7e8e-48e3-b06b-cc0a244d3028" providerId="AD" clId="Web-{311BA7C3-F303-C689-2767-DB062DA623A3}" dt="2023-09-28T04:02:09.828" v="1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UDOR-ALEXANDRU ILENI" userId="S::tudor.ileni@ubbcluj.ro::d7b28f6b-7e8e-48e3-b06b-cc0a244d3028" providerId="AD" clId="Web-{311BA7C3-F303-C689-2767-DB062DA623A3}" dt="2023-09-28T03:53:53.769" v="7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TUDOR-ALEXANDRU ILENI" userId="S::tudor.ileni@ubbcluj.ro::d7b28f6b-7e8e-48e3-b06b-cc0a244d3028" providerId="AD" clId="Web-{311BA7C3-F303-C689-2767-DB062DA623A3}" dt="2023-09-28T04:04:09.174" v="102" actId="20577"/>
        <pc:sldMkLst>
          <pc:docMk/>
          <pc:sldMk cId="3175099128" sldId="258"/>
        </pc:sldMkLst>
        <pc:spChg chg="mod">
          <ac:chgData name="TUDOR-ALEXANDRU ILENI" userId="S::tudor.ileni@ubbcluj.ro::d7b28f6b-7e8e-48e3-b06b-cc0a244d3028" providerId="AD" clId="Web-{311BA7C3-F303-C689-2767-DB062DA623A3}" dt="2023-09-28T04:02:31.297" v="32" actId="20577"/>
          <ac:spMkLst>
            <pc:docMk/>
            <pc:sldMk cId="3175099128" sldId="258"/>
            <ac:spMk id="2" creationId="{0C84FFB2-39D7-B6C3-95E5-5E245874D8D0}"/>
          </ac:spMkLst>
        </pc:spChg>
        <pc:spChg chg="mod">
          <ac:chgData name="TUDOR-ALEXANDRU ILENI" userId="S::tudor.ileni@ubbcluj.ro::d7b28f6b-7e8e-48e3-b06b-cc0a244d3028" providerId="AD" clId="Web-{311BA7C3-F303-C689-2767-DB062DA623A3}" dt="2023-09-28T04:04:09.174" v="102" actId="20577"/>
          <ac:spMkLst>
            <pc:docMk/>
            <pc:sldMk cId="3175099128" sldId="258"/>
            <ac:spMk id="3" creationId="{7EDD71DB-ED73-AA2F-CE66-0B20C44A3CD0}"/>
          </ac:spMkLst>
        </pc:spChg>
      </pc:sldChg>
      <pc:sldChg chg="modSp new">
        <pc:chgData name="TUDOR-ALEXANDRU ILENI" userId="S::tudor.ileni@ubbcluj.ro::d7b28f6b-7e8e-48e3-b06b-cc0a244d3028" providerId="AD" clId="Web-{311BA7C3-F303-C689-2767-DB062DA623A3}" dt="2023-09-28T04:04:24.440" v="116" actId="20577"/>
        <pc:sldMkLst>
          <pc:docMk/>
          <pc:sldMk cId="2212095306" sldId="259"/>
        </pc:sldMkLst>
        <pc:spChg chg="mod">
          <ac:chgData name="TUDOR-ALEXANDRU ILENI" userId="S::tudor.ileni@ubbcluj.ro::d7b28f6b-7e8e-48e3-b06b-cc0a244d3028" providerId="AD" clId="Web-{311BA7C3-F303-C689-2767-DB062DA623A3}" dt="2023-09-28T04:04:24.440" v="116" actId="20577"/>
          <ac:spMkLst>
            <pc:docMk/>
            <pc:sldMk cId="2212095306" sldId="259"/>
            <ac:spMk id="2" creationId="{47B2F772-77B8-8888-FB6F-A5F34EB19317}"/>
          </ac:spMkLst>
        </pc:spChg>
      </pc:sldChg>
    </pc:docChg>
  </pc:docChgLst>
  <pc:docChgLst>
    <pc:chgData name="TUDOR-ALEXANDRU ILENI" userId="S::tudor.ileni@ubbcluj.ro::d7b28f6b-7e8e-48e3-b06b-cc0a244d3028" providerId="AD" clId="Web-{34602A9B-CE5A-41B2-3BB5-B5F7458DA6BF}"/>
    <pc:docChg chg="modSld">
      <pc:chgData name="TUDOR-ALEXANDRU ILENI" userId="S::tudor.ileni@ubbcluj.ro::d7b28f6b-7e8e-48e3-b06b-cc0a244d3028" providerId="AD" clId="Web-{34602A9B-CE5A-41B2-3BB5-B5F7458DA6BF}" dt="2023-11-09T09:31:26.296" v="11" actId="20577"/>
      <pc:docMkLst>
        <pc:docMk/>
      </pc:docMkLst>
      <pc:sldChg chg="modSp">
        <pc:chgData name="TUDOR-ALEXANDRU ILENI" userId="S::tudor.ileni@ubbcluj.ro::d7b28f6b-7e8e-48e3-b06b-cc0a244d3028" providerId="AD" clId="Web-{34602A9B-CE5A-41B2-3BB5-B5F7458DA6BF}" dt="2023-11-09T09:31:26.296" v="11" actId="20577"/>
        <pc:sldMkLst>
          <pc:docMk/>
          <pc:sldMk cId="682887697" sldId="260"/>
        </pc:sldMkLst>
        <pc:spChg chg="mod">
          <ac:chgData name="TUDOR-ALEXANDRU ILENI" userId="S::tudor.ileni@ubbcluj.ro::d7b28f6b-7e8e-48e3-b06b-cc0a244d3028" providerId="AD" clId="Web-{34602A9B-CE5A-41B2-3BB5-B5F7458DA6BF}" dt="2023-11-09T09:31:26.296" v="11" actId="20577"/>
          <ac:spMkLst>
            <pc:docMk/>
            <pc:sldMk cId="682887697" sldId="260"/>
            <ac:spMk id="3" creationId="{6DCB871B-15DC-14CA-A5BD-FE7BDC48DA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hub/research-models" TargetMode="External"/><Relationship Id="rId2" Type="http://schemas.openxmlformats.org/officeDocument/2006/relationships/hyperlink" Target="https://levity.ai/blog/no-code-ai-ma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roboflow.com/train/train" TargetMode="External"/><Relationship Id="rId3" Type="http://schemas.openxmlformats.org/officeDocument/2006/relationships/hyperlink" Target="https://docs.roboflow.com/datasets/create-a-project" TargetMode="External"/><Relationship Id="rId7" Type="http://schemas.openxmlformats.org/officeDocument/2006/relationships/hyperlink" Target="https://docs.roboflow.com/datasets/create-a-dataset-version" TargetMode="External"/><Relationship Id="rId2" Type="http://schemas.openxmlformats.org/officeDocument/2006/relationships/hyperlink" Target="https://docs.roboflow.com/workspaces/roboflow-workspac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roboflow.com/annotate/use-roboflow-annotate/model-assisted-labeling" TargetMode="External"/><Relationship Id="rId11" Type="http://schemas.openxmlformats.org/officeDocument/2006/relationships/image" Target="../media/image1.jpeg"/><Relationship Id="rId5" Type="http://schemas.openxmlformats.org/officeDocument/2006/relationships/hyperlink" Target="https://docs.roboflow.com/annotate/annotation-tools" TargetMode="External"/><Relationship Id="rId10" Type="http://schemas.openxmlformats.org/officeDocument/2006/relationships/hyperlink" Target="https://github.com/roboflow/inference" TargetMode="External"/><Relationship Id="rId4" Type="http://schemas.openxmlformats.org/officeDocument/2006/relationships/hyperlink" Target="https://docs.roboflow.com/datasets/adding-data/roboflow-universe" TargetMode="External"/><Relationship Id="rId9" Type="http://schemas.openxmlformats.org/officeDocument/2006/relationships/hyperlink" Target="https://inference.roboflow.com/quickstart/explore_models/#run-a-private-fine-tuned-mode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oboflow.com/inference-python/" TargetMode="External"/><Relationship Id="rId2" Type="http://schemas.openxmlformats.org/officeDocument/2006/relationships/hyperlink" Target="https://levity.ai/blog/no-code-ai-ma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bviously.ai" TargetMode="External"/><Relationship Id="rId5" Type="http://schemas.openxmlformats.org/officeDocument/2006/relationships/hyperlink" Target="https://roboflow.com/model/segment-anything-model-sam" TargetMode="External"/><Relationship Id="rId4" Type="http://schemas.openxmlformats.org/officeDocument/2006/relationships/hyperlink" Target="https://github.com/autodistill/autodisti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Training and Deploying Machine Learning Models </a:t>
            </a:r>
            <a:endParaRPr lang="en-US" sz="3600"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Calibri"/>
                <a:cs typeface="Calibri"/>
              </a:rPr>
              <a:t>Seminary 4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82E54-6C8B-5FCF-795F-A39E9C94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>
                <a:ea typeface="Calibri Light"/>
                <a:cs typeface="Calibri Light"/>
              </a:rPr>
              <a:t>Content</a:t>
            </a:r>
            <a:endParaRPr lang="en-US" sz="66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871B-15DC-14CA-A5BD-FE7BDC48D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461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ea typeface="Calibri"/>
                <a:cs typeface="Calibri"/>
                <a:hlinkClick r:id="rId2"/>
              </a:rPr>
              <a:t>Low/no code landscape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No-code AI</a:t>
            </a:r>
          </a:p>
          <a:p>
            <a:pPr lvl="1"/>
            <a:r>
              <a:rPr lang="en-US" dirty="0" err="1">
                <a:ea typeface="+mn-lt"/>
                <a:cs typeface="+mn-lt"/>
              </a:rPr>
              <a:t>Roboflow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Obviously.ai </a:t>
            </a:r>
          </a:p>
          <a:p>
            <a:pPr lvl="1"/>
            <a:r>
              <a:rPr lang="en-US" dirty="0">
                <a:ea typeface="+mn-lt"/>
                <a:cs typeface="+mn-lt"/>
                <a:hlinkClick r:id="rId3"/>
              </a:rPr>
              <a:t>Torch Hub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Local Deploy</a:t>
            </a:r>
          </a:p>
          <a:p>
            <a:pPr lvl="1"/>
            <a:r>
              <a:rPr lang="en-US" dirty="0">
                <a:ea typeface="Calibri"/>
                <a:cs typeface="Calibri"/>
              </a:rPr>
              <a:t>Python Flask</a:t>
            </a:r>
            <a:endParaRPr lang="en-US">
              <a:ea typeface="Calibri"/>
              <a:cs typeface="Calibri"/>
            </a:endParaRPr>
          </a:p>
          <a:p>
            <a:pPr lvl="1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288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3D6F13-4829-A4F1-AA62-7247A1B9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 err="1">
                <a:ea typeface="Calibri Light"/>
                <a:cs typeface="Calibri Light"/>
              </a:rPr>
              <a:t>roboflow</a:t>
            </a:r>
            <a:endParaRPr lang="en-US" sz="4800" dirty="0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71DB-ED73-AA2F-CE66-0B20C44A3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Create a </a:t>
            </a:r>
            <a:r>
              <a:rPr lang="en-US" sz="2000">
                <a:ea typeface="Calibri"/>
                <a:cs typeface="Calibri"/>
                <a:hlinkClick r:id="rId2"/>
              </a:rPr>
              <a:t>workspace</a:t>
            </a:r>
            <a:r>
              <a:rPr lang="en-US" sz="2000">
                <a:ea typeface="Calibri"/>
                <a:cs typeface="Calibri"/>
              </a:rPr>
              <a:t> and </a:t>
            </a:r>
            <a:r>
              <a:rPr lang="en-US" sz="2000">
                <a:ea typeface="Calibri"/>
                <a:cs typeface="Calibri"/>
                <a:hlinkClick r:id="rId3"/>
              </a:rPr>
              <a:t>project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  <a:hlinkClick r:id="rId4"/>
              </a:rPr>
              <a:t>Upload/Clone</a:t>
            </a:r>
            <a:r>
              <a:rPr lang="en-US" sz="2000">
                <a:ea typeface="Calibri"/>
                <a:cs typeface="Calibri"/>
              </a:rPr>
              <a:t> Images</a:t>
            </a:r>
          </a:p>
          <a:p>
            <a:r>
              <a:rPr lang="en-US" sz="2000">
                <a:ea typeface="Calibri"/>
                <a:cs typeface="Calibri"/>
                <a:hlinkClick r:id="rId5"/>
              </a:rPr>
              <a:t>Annotate:</a:t>
            </a:r>
            <a:endParaRPr lang="en-US" sz="2000">
              <a:ea typeface="Calibri"/>
              <a:cs typeface="Calibri"/>
            </a:endParaRPr>
          </a:p>
          <a:p>
            <a:pPr lvl="1">
              <a:spcBef>
                <a:spcPts val="1000"/>
              </a:spcBef>
            </a:pPr>
            <a:r>
              <a:rPr lang="en-US" sz="2000">
                <a:ea typeface="+mn-lt"/>
                <a:cs typeface="+mn-lt"/>
                <a:hlinkClick r:id="rId6"/>
              </a:rPr>
              <a:t>Model-Assisted Labeling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  <a:hlinkClick r:id="rId7"/>
              </a:rPr>
              <a:t>Create a Dataset Version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Calibri"/>
                <a:cs typeface="Calibri"/>
                <a:hlinkClick r:id="rId8"/>
              </a:rPr>
              <a:t>Train</a:t>
            </a:r>
          </a:p>
          <a:p>
            <a:r>
              <a:rPr lang="en-US" sz="2000">
                <a:ea typeface="Calibri"/>
                <a:cs typeface="Calibri"/>
                <a:hlinkClick r:id="rId9"/>
              </a:rPr>
              <a:t>Deploy</a:t>
            </a:r>
          </a:p>
          <a:p>
            <a:pPr lvl="1">
              <a:spcBef>
                <a:spcPts val="1000"/>
              </a:spcBef>
            </a:pPr>
            <a:r>
              <a:rPr lang="en-US" sz="2000">
                <a:ea typeface="+mn-lt"/>
                <a:cs typeface="+mn-lt"/>
                <a:hlinkClick r:id="rId10"/>
              </a:rPr>
              <a:t>inference</a:t>
            </a:r>
            <a:br>
              <a:rPr lang="en-US" sz="2000">
                <a:ea typeface="Calibri"/>
                <a:cs typeface="Calibri"/>
              </a:rPr>
            </a:br>
            <a:endParaRPr lang="en-US" sz="2000">
              <a:ea typeface="Calibri"/>
              <a:cs typeface="Calibri"/>
            </a:endParaRPr>
          </a:p>
        </p:txBody>
      </p:sp>
      <p:pic>
        <p:nvPicPr>
          <p:cNvPr id="6" name="Picture 5" descr="Roboflow: Give your software the power to see objects in images and video">
            <a:extLst>
              <a:ext uri="{FF2B5EF4-FFF2-40B4-BE49-F238E27FC236}">
                <a16:creationId xmlns:a16="http://schemas.microsoft.com/office/drawing/2014/main" id="{E40048B7-2913-2CDD-6B99-876589858F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1532" y="2987353"/>
            <a:ext cx="5150277" cy="270804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9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ata Science without Code | Obviously AI">
            <a:extLst>
              <a:ext uri="{FF2B5EF4-FFF2-40B4-BE49-F238E27FC236}">
                <a16:creationId xmlns:a16="http://schemas.microsoft.com/office/drawing/2014/main" id="{7FC84F96-A67B-E8E7-92AF-5682A143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495792"/>
            <a:ext cx="4387525" cy="8009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6DFC7-27FB-D3B9-4097-2D82EF54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415" y="3267684"/>
            <a:ext cx="7745969" cy="14082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Calibri Light"/>
                <a:ea typeface="Calibri"/>
                <a:cs typeface="Calibri"/>
              </a:rPr>
              <a:t>Load tabular data</a:t>
            </a:r>
          </a:p>
          <a:p>
            <a:r>
              <a:rPr lang="en-US" sz="2400" dirty="0">
                <a:latin typeface="Calibri Light"/>
                <a:ea typeface="Calibri"/>
                <a:cs typeface="Calibri"/>
              </a:rPr>
              <a:t>Train model</a:t>
            </a:r>
          </a:p>
          <a:p>
            <a:r>
              <a:rPr lang="en-US" sz="2400" dirty="0">
                <a:latin typeface="Calibri Light"/>
                <a:ea typeface="Calibri"/>
                <a:cs typeface="Calibri"/>
              </a:rPr>
              <a:t>Request prediction via API</a:t>
            </a:r>
          </a:p>
        </p:txBody>
      </p:sp>
    </p:spTree>
    <p:extLst>
      <p:ext uri="{BB962C8B-B14F-4D97-AF65-F5344CB8AC3E}">
        <p14:creationId xmlns:p14="http://schemas.microsoft.com/office/powerpoint/2010/main" val="221209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15F9-7B15-E1B1-FC66-B01A3E7D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Flask</a:t>
            </a:r>
          </a:p>
        </p:txBody>
      </p:sp>
      <p:pic>
        <p:nvPicPr>
          <p:cNvPr id="4" name="Content Placeholder 3" descr="A black and white logo&#10;&#10;Description automatically generated">
            <a:extLst>
              <a:ext uri="{FF2B5EF4-FFF2-40B4-BE49-F238E27FC236}">
                <a16:creationId xmlns:a16="http://schemas.microsoft.com/office/drawing/2014/main" id="{6AA0E06D-095F-179A-734B-11BF7F8AD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1086" y="268891"/>
            <a:ext cx="6381750" cy="20574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5B7FC5-4264-F847-A6CC-CBDA01CD6FB0}"/>
              </a:ext>
            </a:extLst>
          </p:cNvPr>
          <p:cNvSpPr txBox="1"/>
          <p:nvPr/>
        </p:nvSpPr>
        <p:spPr>
          <a:xfrm>
            <a:off x="645762" y="2440982"/>
            <a:ext cx="5889355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Python web framework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RESTful request dispatching</a:t>
            </a:r>
          </a:p>
          <a:p>
            <a:pPr marL="800100" lvl="1" indent="-342900">
              <a:buFont typeface="Arial"/>
              <a:buChar char="•"/>
            </a:pPr>
            <a:r>
              <a:rPr lang="en-US" sz="1500" dirty="0">
                <a:solidFill>
                  <a:srgbClr val="040C28"/>
                </a:solidFill>
                <a:ea typeface="+mn-lt"/>
                <a:cs typeface="+mn-lt"/>
              </a:rPr>
              <a:t>Representational State Transfer</a:t>
            </a:r>
            <a:endParaRPr lang="en-US" sz="150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1500" dirty="0">
                <a:solidFill>
                  <a:srgbClr val="202124"/>
                </a:solidFill>
                <a:ea typeface="+mn-lt"/>
                <a:cs typeface="+mn-lt"/>
              </a:rPr>
              <a:t>rules that define how applications or devices can connect to and communicate with each other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diagram of a web browser&#10;&#10;Description automatically generated">
            <a:extLst>
              <a:ext uri="{FF2B5EF4-FFF2-40B4-BE49-F238E27FC236}">
                <a16:creationId xmlns:a16="http://schemas.microsoft.com/office/drawing/2014/main" id="{31B35BC1-5E1A-480E-4847-A63C3E97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830" y="3526275"/>
            <a:ext cx="4630056" cy="28897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11364-3413-4BB9-8B52-D629D37BB78B}"/>
              </a:ext>
            </a:extLst>
          </p:cNvPr>
          <p:cNvSpPr txBox="1"/>
          <p:nvPr/>
        </p:nvSpPr>
        <p:spPr>
          <a:xfrm>
            <a:off x="8490857" y="6413500"/>
            <a:ext cx="360135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Image: https://mannhowie.com/rest-api</a:t>
            </a:r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686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C27F7-26B4-226C-A1A4-13A2731BF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ea typeface="Calibri Light"/>
                <a:cs typeface="Calibri Light"/>
              </a:rPr>
              <a:t>References</a:t>
            </a:r>
            <a:endParaRPr lang="en-US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11DF3-4B9C-C825-5ECD-D47B64BD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Arial"/>
                <a:ea typeface="+mn-lt"/>
                <a:cs typeface="Arial"/>
                <a:hlinkClick r:id="rId2"/>
              </a:rPr>
              <a:t>https://levity.ai/blog/no-code-ai-map</a:t>
            </a:r>
            <a:endParaRPr lang="en-US" sz="240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  <a:hlinkClick r:id="rId3"/>
              </a:rPr>
              <a:t>https://blog.roboflow.com/inference-python/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  <a:hlinkClick r:id="rId4"/>
              </a:rPr>
              <a:t>https://github.com/autodistill/autodistill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  <a:hlinkClick r:id="rId5"/>
              </a:rPr>
              <a:t>https://roboflow.com/model/segment-anything-model-sam</a:t>
            </a:r>
          </a:p>
          <a:p>
            <a:r>
              <a:rPr lang="en-US" sz="2400">
                <a:ea typeface="+mn-lt"/>
                <a:cs typeface="+mn-lt"/>
                <a:hlinkClick r:id="rId6"/>
              </a:rPr>
              <a:t>https://obviously.ai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394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7731BC-B2F5-44A7-890E-E23F45828125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2.xml><?xml version="1.0" encoding="utf-8"?>
<ds:datastoreItem xmlns:ds="http://schemas.openxmlformats.org/officeDocument/2006/customXml" ds:itemID="{BAB05003-03A9-4917-A4D1-D0A00EA9C5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CDA3DB-26BF-4225-BCBD-1A6295F0ABA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Training and Deploying Machine Learning Models </vt:lpstr>
      <vt:lpstr>Content</vt:lpstr>
      <vt:lpstr>roboflow</vt:lpstr>
      <vt:lpstr>PowerPoint Presentation</vt:lpstr>
      <vt:lpstr>Flask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65</cp:revision>
  <dcterms:created xsi:type="dcterms:W3CDTF">2023-09-25T04:55:12Z</dcterms:created>
  <dcterms:modified xsi:type="dcterms:W3CDTF">2023-11-16T07:17:19Z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