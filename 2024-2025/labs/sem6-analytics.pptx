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sldIdLst>
    <p:sldId id="256" r:id="rId5"/>
    <p:sldId id="257" r:id="rId6"/>
    <p:sldId id="258" r:id="rId7"/>
    <p:sldId id="260" r:id="rId8"/>
    <p:sldId id="261" r:id="rId9"/>
    <p:sldId id="262" r:id="rId10"/>
    <p:sldId id="263" r:id="rId11"/>
    <p:sldId id="264" r:id="rId12"/>
    <p:sldId id="271" r:id="rId13"/>
    <p:sldId id="265" r:id="rId14"/>
    <p:sldId id="267" r:id="rId15"/>
    <p:sldId id="272" r:id="rId16"/>
    <p:sldId id="268" r:id="rId17"/>
    <p:sldId id="269" r:id="rId18"/>
    <p:sldId id="273" r:id="rId19"/>
    <p:sldId id="270" r:id="rId20"/>
    <p:sldId id="259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0B73BC-0842-0BDE-B39A-D2D7DC6D93C3}" v="28" dt="2023-12-19T08:48:27.477"/>
    <p1510:client id="{4500CE04-A211-48E8-A29C-CDAFECFF8C5D}" v="57" dt="2023-12-05T07:23:03.766"/>
    <p1510:client id="{9C5652D4-D684-11A8-8F85-AEA909065400}" v="648" dt="2023-12-11T08:33:30.205"/>
    <p1510:client id="{C449D2D5-0E29-8EAA-7947-4FB1A7A23092}" v="1042" dt="2023-12-12T06:21:05.982"/>
    <p1510:client id="{F4CD79DA-A3EF-EC65-CA00-752D6D6C3E6E}" v="16" dt="2024-01-10T21:13:26.7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UDOR-ALEXANDRU ILENI" userId="S::tudor.ileni@ubbcluj.ro::d7b28f6b-7e8e-48e3-b06b-cc0a244d3028" providerId="AD" clId="Web-{C449D2D5-0E29-8EAA-7947-4FB1A7A23092}"/>
    <pc:docChg chg="addSld modSld">
      <pc:chgData name="TUDOR-ALEXANDRU ILENI" userId="S::tudor.ileni@ubbcluj.ro::d7b28f6b-7e8e-48e3-b06b-cc0a244d3028" providerId="AD" clId="Web-{C449D2D5-0E29-8EAA-7947-4FB1A7A23092}" dt="2023-12-12T06:21:05.982" v="887" actId="20577"/>
      <pc:docMkLst>
        <pc:docMk/>
      </pc:docMkLst>
      <pc:sldChg chg="modSp">
        <pc:chgData name="TUDOR-ALEXANDRU ILENI" userId="S::tudor.ileni@ubbcluj.ro::d7b28f6b-7e8e-48e3-b06b-cc0a244d3028" providerId="AD" clId="Web-{C449D2D5-0E29-8EAA-7947-4FB1A7A23092}" dt="2023-12-12T06:09:09.098" v="873" actId="20577"/>
        <pc:sldMkLst>
          <pc:docMk/>
          <pc:sldMk cId="109857222" sldId="256"/>
        </pc:sldMkLst>
        <pc:spChg chg="mod">
          <ac:chgData name="TUDOR-ALEXANDRU ILENI" userId="S::tudor.ileni@ubbcluj.ro::d7b28f6b-7e8e-48e3-b06b-cc0a244d3028" providerId="AD" clId="Web-{C449D2D5-0E29-8EAA-7947-4FB1A7A23092}" dt="2023-12-12T06:09:09.098" v="873" actId="20577"/>
          <ac:spMkLst>
            <pc:docMk/>
            <pc:sldMk cId="109857222" sldId="256"/>
            <ac:spMk id="2" creationId="{B6AA858A-5CB2-E5CE-5EC2-CE66F037EBB8}"/>
          </ac:spMkLst>
        </pc:spChg>
      </pc:sldChg>
      <pc:sldChg chg="modSp">
        <pc:chgData name="TUDOR-ALEXANDRU ILENI" userId="S::tudor.ileni@ubbcluj.ro::d7b28f6b-7e8e-48e3-b06b-cc0a244d3028" providerId="AD" clId="Web-{C449D2D5-0E29-8EAA-7947-4FB1A7A23092}" dt="2023-12-12T06:21:05.982" v="887" actId="20577"/>
        <pc:sldMkLst>
          <pc:docMk/>
          <pc:sldMk cId="2197058273" sldId="257"/>
        </pc:sldMkLst>
        <pc:spChg chg="mod">
          <ac:chgData name="TUDOR-ALEXANDRU ILENI" userId="S::tudor.ileni@ubbcluj.ro::d7b28f6b-7e8e-48e3-b06b-cc0a244d3028" providerId="AD" clId="Web-{C449D2D5-0E29-8EAA-7947-4FB1A7A23092}" dt="2023-12-12T06:21:05.982" v="887" actId="20577"/>
          <ac:spMkLst>
            <pc:docMk/>
            <pc:sldMk cId="2197058273" sldId="257"/>
            <ac:spMk id="3" creationId="{1CD2EF22-8F32-4A38-B178-E218A78C88D7}"/>
          </ac:spMkLst>
        </pc:spChg>
      </pc:sldChg>
      <pc:sldChg chg="modSp">
        <pc:chgData name="TUDOR-ALEXANDRU ILENI" userId="S::tudor.ileni@ubbcluj.ro::d7b28f6b-7e8e-48e3-b06b-cc0a244d3028" providerId="AD" clId="Web-{C449D2D5-0E29-8EAA-7947-4FB1A7A23092}" dt="2023-12-12T05:59:37.750" v="582" actId="20577"/>
        <pc:sldMkLst>
          <pc:docMk/>
          <pc:sldMk cId="3157650303" sldId="259"/>
        </pc:sldMkLst>
        <pc:spChg chg="mod">
          <ac:chgData name="TUDOR-ALEXANDRU ILENI" userId="S::tudor.ileni@ubbcluj.ro::d7b28f6b-7e8e-48e3-b06b-cc0a244d3028" providerId="AD" clId="Web-{C449D2D5-0E29-8EAA-7947-4FB1A7A23092}" dt="2023-12-12T05:59:37.750" v="582" actId="20577"/>
          <ac:spMkLst>
            <pc:docMk/>
            <pc:sldMk cId="3157650303" sldId="259"/>
            <ac:spMk id="3" creationId="{F6F47124-82BB-8659-EA37-05FB8EE4D093}"/>
          </ac:spMkLst>
        </pc:spChg>
      </pc:sldChg>
      <pc:sldChg chg="addSp modSp mod setBg">
        <pc:chgData name="TUDOR-ALEXANDRU ILENI" userId="S::tudor.ileni@ubbcluj.ro::d7b28f6b-7e8e-48e3-b06b-cc0a244d3028" providerId="AD" clId="Web-{C449D2D5-0E29-8EAA-7947-4FB1A7A23092}" dt="2023-12-12T05:14:41.563" v="0"/>
        <pc:sldMkLst>
          <pc:docMk/>
          <pc:sldMk cId="1013571802" sldId="264"/>
        </pc:sldMkLst>
        <pc:spChg chg="mod">
          <ac:chgData name="TUDOR-ALEXANDRU ILENI" userId="S::tudor.ileni@ubbcluj.ro::d7b28f6b-7e8e-48e3-b06b-cc0a244d3028" providerId="AD" clId="Web-{C449D2D5-0E29-8EAA-7947-4FB1A7A23092}" dt="2023-12-12T05:14:41.563" v="0"/>
          <ac:spMkLst>
            <pc:docMk/>
            <pc:sldMk cId="1013571802" sldId="264"/>
            <ac:spMk id="2" creationId="{A187708D-F52E-9735-2484-0FEACC30B539}"/>
          </ac:spMkLst>
        </pc:spChg>
        <pc:spChg chg="mod">
          <ac:chgData name="TUDOR-ALEXANDRU ILENI" userId="S::tudor.ileni@ubbcluj.ro::d7b28f6b-7e8e-48e3-b06b-cc0a244d3028" providerId="AD" clId="Web-{C449D2D5-0E29-8EAA-7947-4FB1A7A23092}" dt="2023-12-12T05:14:41.563" v="0"/>
          <ac:spMkLst>
            <pc:docMk/>
            <pc:sldMk cId="1013571802" sldId="264"/>
            <ac:spMk id="3" creationId="{80E2AFF5-12CB-C729-200B-95AD69004CE6}"/>
          </ac:spMkLst>
        </pc:spChg>
        <pc:spChg chg="add">
          <ac:chgData name="TUDOR-ALEXANDRU ILENI" userId="S::tudor.ileni@ubbcluj.ro::d7b28f6b-7e8e-48e3-b06b-cc0a244d3028" providerId="AD" clId="Web-{C449D2D5-0E29-8EAA-7947-4FB1A7A23092}" dt="2023-12-12T05:14:41.563" v="0"/>
          <ac:spMkLst>
            <pc:docMk/>
            <pc:sldMk cId="1013571802" sldId="264"/>
            <ac:spMk id="8" creationId="{DAF1966E-FD40-4A4A-B61B-C4DF7FA05F06}"/>
          </ac:spMkLst>
        </pc:spChg>
        <pc:spChg chg="add">
          <ac:chgData name="TUDOR-ALEXANDRU ILENI" userId="S::tudor.ileni@ubbcluj.ro::d7b28f6b-7e8e-48e3-b06b-cc0a244d3028" providerId="AD" clId="Web-{C449D2D5-0E29-8EAA-7947-4FB1A7A23092}" dt="2023-12-12T05:14:41.563" v="0"/>
          <ac:spMkLst>
            <pc:docMk/>
            <pc:sldMk cId="1013571802" sldId="264"/>
            <ac:spMk id="10" creationId="{047BFA19-D45E-416B-A404-7AF2F3F27017}"/>
          </ac:spMkLst>
        </pc:spChg>
        <pc:spChg chg="add">
          <ac:chgData name="TUDOR-ALEXANDRU ILENI" userId="S::tudor.ileni@ubbcluj.ro::d7b28f6b-7e8e-48e3-b06b-cc0a244d3028" providerId="AD" clId="Web-{C449D2D5-0E29-8EAA-7947-4FB1A7A23092}" dt="2023-12-12T05:14:41.563" v="0"/>
          <ac:spMkLst>
            <pc:docMk/>
            <pc:sldMk cId="1013571802" sldId="264"/>
            <ac:spMk id="12" creationId="{8E0105E7-23DB-4CF2-8258-FF47C7620F6E}"/>
          </ac:spMkLst>
        </pc:spChg>
        <pc:spChg chg="add">
          <ac:chgData name="TUDOR-ALEXANDRU ILENI" userId="S::tudor.ileni@ubbcluj.ro::d7b28f6b-7e8e-48e3-b06b-cc0a244d3028" providerId="AD" clId="Web-{C449D2D5-0E29-8EAA-7947-4FB1A7A23092}" dt="2023-12-12T05:14:41.563" v="0"/>
          <ac:spMkLst>
            <pc:docMk/>
            <pc:sldMk cId="1013571802" sldId="264"/>
            <ac:spMk id="14" creationId="{074B4F7D-14B2-478B-8BF5-01E4E0C5D263}"/>
          </ac:spMkLst>
        </pc:spChg>
      </pc:sldChg>
      <pc:sldChg chg="addSp modSp mod setBg">
        <pc:chgData name="TUDOR-ALEXANDRU ILENI" userId="S::tudor.ileni@ubbcluj.ro::d7b28f6b-7e8e-48e3-b06b-cc0a244d3028" providerId="AD" clId="Web-{C449D2D5-0E29-8EAA-7947-4FB1A7A23092}" dt="2023-12-12T05:23:15.096" v="55" actId="20577"/>
        <pc:sldMkLst>
          <pc:docMk/>
          <pc:sldMk cId="3612327695" sldId="265"/>
        </pc:sldMkLst>
        <pc:spChg chg="mod">
          <ac:chgData name="TUDOR-ALEXANDRU ILENI" userId="S::tudor.ileni@ubbcluj.ro::d7b28f6b-7e8e-48e3-b06b-cc0a244d3028" providerId="AD" clId="Web-{C449D2D5-0E29-8EAA-7947-4FB1A7A23092}" dt="2023-12-12T05:22:12.250" v="43"/>
          <ac:spMkLst>
            <pc:docMk/>
            <pc:sldMk cId="3612327695" sldId="265"/>
            <ac:spMk id="2" creationId="{9C361D7C-5176-8CE9-EE22-E304320E4C2D}"/>
          </ac:spMkLst>
        </pc:spChg>
        <pc:spChg chg="mod">
          <ac:chgData name="TUDOR-ALEXANDRU ILENI" userId="S::tudor.ileni@ubbcluj.ro::d7b28f6b-7e8e-48e3-b06b-cc0a244d3028" providerId="AD" clId="Web-{C449D2D5-0E29-8EAA-7947-4FB1A7A23092}" dt="2023-12-12T05:23:15.096" v="55" actId="20577"/>
          <ac:spMkLst>
            <pc:docMk/>
            <pc:sldMk cId="3612327695" sldId="265"/>
            <ac:spMk id="3" creationId="{A55D501C-1F9C-F370-B9B7-4A7FAAF18ED0}"/>
          </ac:spMkLst>
        </pc:spChg>
        <pc:spChg chg="add">
          <ac:chgData name="TUDOR-ALEXANDRU ILENI" userId="S::tudor.ileni@ubbcluj.ro::d7b28f6b-7e8e-48e3-b06b-cc0a244d3028" providerId="AD" clId="Web-{C449D2D5-0E29-8EAA-7947-4FB1A7A23092}" dt="2023-12-12T05:22:12.250" v="43"/>
          <ac:spMkLst>
            <pc:docMk/>
            <pc:sldMk cId="3612327695" sldId="265"/>
            <ac:spMk id="8" creationId="{DAF1966E-FD40-4A4A-B61B-C4DF7FA05F06}"/>
          </ac:spMkLst>
        </pc:spChg>
        <pc:spChg chg="add">
          <ac:chgData name="TUDOR-ALEXANDRU ILENI" userId="S::tudor.ileni@ubbcluj.ro::d7b28f6b-7e8e-48e3-b06b-cc0a244d3028" providerId="AD" clId="Web-{C449D2D5-0E29-8EAA-7947-4FB1A7A23092}" dt="2023-12-12T05:22:12.250" v="43"/>
          <ac:spMkLst>
            <pc:docMk/>
            <pc:sldMk cId="3612327695" sldId="265"/>
            <ac:spMk id="10" creationId="{047BFA19-D45E-416B-A404-7AF2F3F27017}"/>
          </ac:spMkLst>
        </pc:spChg>
        <pc:spChg chg="add">
          <ac:chgData name="TUDOR-ALEXANDRU ILENI" userId="S::tudor.ileni@ubbcluj.ro::d7b28f6b-7e8e-48e3-b06b-cc0a244d3028" providerId="AD" clId="Web-{C449D2D5-0E29-8EAA-7947-4FB1A7A23092}" dt="2023-12-12T05:22:12.250" v="43"/>
          <ac:spMkLst>
            <pc:docMk/>
            <pc:sldMk cId="3612327695" sldId="265"/>
            <ac:spMk id="12" creationId="{8E0105E7-23DB-4CF2-8258-FF47C7620F6E}"/>
          </ac:spMkLst>
        </pc:spChg>
        <pc:spChg chg="add">
          <ac:chgData name="TUDOR-ALEXANDRU ILENI" userId="S::tudor.ileni@ubbcluj.ro::d7b28f6b-7e8e-48e3-b06b-cc0a244d3028" providerId="AD" clId="Web-{C449D2D5-0E29-8EAA-7947-4FB1A7A23092}" dt="2023-12-12T05:22:12.250" v="43"/>
          <ac:spMkLst>
            <pc:docMk/>
            <pc:sldMk cId="3612327695" sldId="265"/>
            <ac:spMk id="14" creationId="{074B4F7D-14B2-478B-8BF5-01E4E0C5D263}"/>
          </ac:spMkLst>
        </pc:spChg>
      </pc:sldChg>
      <pc:sldChg chg="modSp">
        <pc:chgData name="TUDOR-ALEXANDRU ILENI" userId="S::tudor.ileni@ubbcluj.ro::d7b28f6b-7e8e-48e3-b06b-cc0a244d3028" providerId="AD" clId="Web-{C449D2D5-0E29-8EAA-7947-4FB1A7A23092}" dt="2023-12-12T05:33:11.367" v="168" actId="20577"/>
        <pc:sldMkLst>
          <pc:docMk/>
          <pc:sldMk cId="3351458979" sldId="267"/>
        </pc:sldMkLst>
        <pc:spChg chg="mod">
          <ac:chgData name="TUDOR-ALEXANDRU ILENI" userId="S::tudor.ileni@ubbcluj.ro::d7b28f6b-7e8e-48e3-b06b-cc0a244d3028" providerId="AD" clId="Web-{C449D2D5-0E29-8EAA-7947-4FB1A7A23092}" dt="2023-12-12T05:33:11.367" v="168" actId="20577"/>
          <ac:spMkLst>
            <pc:docMk/>
            <pc:sldMk cId="3351458979" sldId="267"/>
            <ac:spMk id="3" creationId="{A55D501C-1F9C-F370-B9B7-4A7FAAF18ED0}"/>
          </ac:spMkLst>
        </pc:spChg>
      </pc:sldChg>
      <pc:sldChg chg="addSp modSp mod setBg">
        <pc:chgData name="TUDOR-ALEXANDRU ILENI" userId="S::tudor.ileni@ubbcluj.ro::d7b28f6b-7e8e-48e3-b06b-cc0a244d3028" providerId="AD" clId="Web-{C449D2D5-0E29-8EAA-7947-4FB1A7A23092}" dt="2023-12-12T05:53:28.737" v="497" actId="20577"/>
        <pc:sldMkLst>
          <pc:docMk/>
          <pc:sldMk cId="3541548402" sldId="268"/>
        </pc:sldMkLst>
        <pc:spChg chg="mod">
          <ac:chgData name="TUDOR-ALEXANDRU ILENI" userId="S::tudor.ileni@ubbcluj.ro::d7b28f6b-7e8e-48e3-b06b-cc0a244d3028" providerId="AD" clId="Web-{C449D2D5-0E29-8EAA-7947-4FB1A7A23092}" dt="2023-12-12T05:45:41.533" v="371"/>
          <ac:spMkLst>
            <pc:docMk/>
            <pc:sldMk cId="3541548402" sldId="268"/>
            <ac:spMk id="2" creationId="{9C361D7C-5176-8CE9-EE22-E304320E4C2D}"/>
          </ac:spMkLst>
        </pc:spChg>
        <pc:spChg chg="mod">
          <ac:chgData name="TUDOR-ALEXANDRU ILENI" userId="S::tudor.ileni@ubbcluj.ro::d7b28f6b-7e8e-48e3-b06b-cc0a244d3028" providerId="AD" clId="Web-{C449D2D5-0E29-8EAA-7947-4FB1A7A23092}" dt="2023-12-12T05:53:28.737" v="497" actId="20577"/>
          <ac:spMkLst>
            <pc:docMk/>
            <pc:sldMk cId="3541548402" sldId="268"/>
            <ac:spMk id="3" creationId="{A55D501C-1F9C-F370-B9B7-4A7FAAF18ED0}"/>
          </ac:spMkLst>
        </pc:spChg>
        <pc:spChg chg="add">
          <ac:chgData name="TUDOR-ALEXANDRU ILENI" userId="S::tudor.ileni@ubbcluj.ro::d7b28f6b-7e8e-48e3-b06b-cc0a244d3028" providerId="AD" clId="Web-{C449D2D5-0E29-8EAA-7947-4FB1A7A23092}" dt="2023-12-12T05:45:41.533" v="371"/>
          <ac:spMkLst>
            <pc:docMk/>
            <pc:sldMk cId="3541548402" sldId="268"/>
            <ac:spMk id="8" creationId="{081EA652-8C6A-4E69-BEB9-170809474553}"/>
          </ac:spMkLst>
        </pc:spChg>
        <pc:spChg chg="add">
          <ac:chgData name="TUDOR-ALEXANDRU ILENI" userId="S::tudor.ileni@ubbcluj.ro::d7b28f6b-7e8e-48e3-b06b-cc0a244d3028" providerId="AD" clId="Web-{C449D2D5-0E29-8EAA-7947-4FB1A7A23092}" dt="2023-12-12T05:45:41.533" v="371"/>
          <ac:spMkLst>
            <pc:docMk/>
            <pc:sldMk cId="3541548402" sldId="268"/>
            <ac:spMk id="10" creationId="{5298780A-33B9-4EA2-8F67-DE68AD62841B}"/>
          </ac:spMkLst>
        </pc:spChg>
        <pc:spChg chg="add">
          <ac:chgData name="TUDOR-ALEXANDRU ILENI" userId="S::tudor.ileni@ubbcluj.ro::d7b28f6b-7e8e-48e3-b06b-cc0a244d3028" providerId="AD" clId="Web-{C449D2D5-0E29-8EAA-7947-4FB1A7A23092}" dt="2023-12-12T05:45:41.533" v="371"/>
          <ac:spMkLst>
            <pc:docMk/>
            <pc:sldMk cId="3541548402" sldId="268"/>
            <ac:spMk id="12" creationId="{7F488E8B-4E1E-4402-8935-D4E6C02615C7}"/>
          </ac:spMkLst>
        </pc:spChg>
      </pc:sldChg>
      <pc:sldChg chg="addSp modSp mod setBg">
        <pc:chgData name="TUDOR-ALEXANDRU ILENI" userId="S::tudor.ileni@ubbcluj.ro::d7b28f6b-7e8e-48e3-b06b-cc0a244d3028" providerId="AD" clId="Web-{C449D2D5-0E29-8EAA-7947-4FB1A7A23092}" dt="2023-12-12T05:56:11.055" v="527" actId="20577"/>
        <pc:sldMkLst>
          <pc:docMk/>
          <pc:sldMk cId="4090251373" sldId="269"/>
        </pc:sldMkLst>
        <pc:spChg chg="mod">
          <ac:chgData name="TUDOR-ALEXANDRU ILENI" userId="S::tudor.ileni@ubbcluj.ro::d7b28f6b-7e8e-48e3-b06b-cc0a244d3028" providerId="AD" clId="Web-{C449D2D5-0E29-8EAA-7947-4FB1A7A23092}" dt="2023-12-12T05:54:17.442" v="504"/>
          <ac:spMkLst>
            <pc:docMk/>
            <pc:sldMk cId="4090251373" sldId="269"/>
            <ac:spMk id="2" creationId="{075B35E8-D062-8947-A29A-CC6617B9B67A}"/>
          </ac:spMkLst>
        </pc:spChg>
        <pc:spChg chg="mod">
          <ac:chgData name="TUDOR-ALEXANDRU ILENI" userId="S::tudor.ileni@ubbcluj.ro::d7b28f6b-7e8e-48e3-b06b-cc0a244d3028" providerId="AD" clId="Web-{C449D2D5-0E29-8EAA-7947-4FB1A7A23092}" dt="2023-12-12T05:56:11.055" v="527" actId="20577"/>
          <ac:spMkLst>
            <pc:docMk/>
            <pc:sldMk cId="4090251373" sldId="269"/>
            <ac:spMk id="3" creationId="{2E11B83E-BCF3-DB21-3749-683795BD2576}"/>
          </ac:spMkLst>
        </pc:spChg>
        <pc:spChg chg="add mod">
          <ac:chgData name="TUDOR-ALEXANDRU ILENI" userId="S::tudor.ileni@ubbcluj.ro::d7b28f6b-7e8e-48e3-b06b-cc0a244d3028" providerId="AD" clId="Web-{C449D2D5-0E29-8EAA-7947-4FB1A7A23092}" dt="2023-12-12T05:54:59.584" v="522" actId="20577"/>
          <ac:spMkLst>
            <pc:docMk/>
            <pc:sldMk cId="4090251373" sldId="269"/>
            <ac:spMk id="5" creationId="{D5784B3B-F8EE-4C14-4A3B-69853CA9FEA2}"/>
          </ac:spMkLst>
        </pc:spChg>
        <pc:spChg chg="add">
          <ac:chgData name="TUDOR-ALEXANDRU ILENI" userId="S::tudor.ileni@ubbcluj.ro::d7b28f6b-7e8e-48e3-b06b-cc0a244d3028" providerId="AD" clId="Web-{C449D2D5-0E29-8EAA-7947-4FB1A7A23092}" dt="2023-12-12T05:54:17.442" v="504"/>
          <ac:spMkLst>
            <pc:docMk/>
            <pc:sldMk cId="4090251373" sldId="269"/>
            <ac:spMk id="9" creationId="{058A14AF-9FB5-4CC7-BA35-E8E85D3EDF0E}"/>
          </ac:spMkLst>
        </pc:spChg>
        <pc:spChg chg="add">
          <ac:chgData name="TUDOR-ALEXANDRU ILENI" userId="S::tudor.ileni@ubbcluj.ro::d7b28f6b-7e8e-48e3-b06b-cc0a244d3028" providerId="AD" clId="Web-{C449D2D5-0E29-8EAA-7947-4FB1A7A23092}" dt="2023-12-12T05:54:17.442" v="504"/>
          <ac:spMkLst>
            <pc:docMk/>
            <pc:sldMk cId="4090251373" sldId="269"/>
            <ac:spMk id="11" creationId="{3A9A4357-BD1D-4622-A4FE-766E6AB8DE84}"/>
          </ac:spMkLst>
        </pc:spChg>
        <pc:spChg chg="add">
          <ac:chgData name="TUDOR-ALEXANDRU ILENI" userId="S::tudor.ileni@ubbcluj.ro::d7b28f6b-7e8e-48e3-b06b-cc0a244d3028" providerId="AD" clId="Web-{C449D2D5-0E29-8EAA-7947-4FB1A7A23092}" dt="2023-12-12T05:54:17.442" v="504"/>
          <ac:spMkLst>
            <pc:docMk/>
            <pc:sldMk cId="4090251373" sldId="269"/>
            <ac:spMk id="13" creationId="{E659831F-0D9A-4C63-9EBB-8435B85A440F}"/>
          </ac:spMkLst>
        </pc:spChg>
        <pc:spChg chg="add">
          <ac:chgData name="TUDOR-ALEXANDRU ILENI" userId="S::tudor.ileni@ubbcluj.ro::d7b28f6b-7e8e-48e3-b06b-cc0a244d3028" providerId="AD" clId="Web-{C449D2D5-0E29-8EAA-7947-4FB1A7A23092}" dt="2023-12-12T05:54:17.442" v="504"/>
          <ac:spMkLst>
            <pc:docMk/>
            <pc:sldMk cId="4090251373" sldId="269"/>
            <ac:spMk id="15" creationId="{E6995CE5-F890-4ABA-82A2-26507CE8D2A3}"/>
          </ac:spMkLst>
        </pc:spChg>
        <pc:picChg chg="add mod">
          <ac:chgData name="TUDOR-ALEXANDRU ILENI" userId="S::tudor.ileni@ubbcluj.ro::d7b28f6b-7e8e-48e3-b06b-cc0a244d3028" providerId="AD" clId="Web-{C449D2D5-0E29-8EAA-7947-4FB1A7A23092}" dt="2023-12-12T05:54:17.442" v="504"/>
          <ac:picMkLst>
            <pc:docMk/>
            <pc:sldMk cId="4090251373" sldId="269"/>
            <ac:picMk id="4" creationId="{B08C0C27-0BC0-12EE-80CF-8CDBC6D2EA79}"/>
          </ac:picMkLst>
        </pc:picChg>
      </pc:sldChg>
      <pc:sldChg chg="addSp modSp mod setBg">
        <pc:chgData name="TUDOR-ALEXANDRU ILENI" userId="S::tudor.ileni@ubbcluj.ro::d7b28f6b-7e8e-48e3-b06b-cc0a244d3028" providerId="AD" clId="Web-{C449D2D5-0E29-8EAA-7947-4FB1A7A23092}" dt="2023-12-12T06:08:56.988" v="872" actId="20577"/>
        <pc:sldMkLst>
          <pc:docMk/>
          <pc:sldMk cId="2920499998" sldId="270"/>
        </pc:sldMkLst>
        <pc:spChg chg="mod">
          <ac:chgData name="TUDOR-ALEXANDRU ILENI" userId="S::tudor.ileni@ubbcluj.ro::d7b28f6b-7e8e-48e3-b06b-cc0a244d3028" providerId="AD" clId="Web-{C449D2D5-0E29-8EAA-7947-4FB1A7A23092}" dt="2023-12-12T06:08:53.597" v="871" actId="20577"/>
          <ac:spMkLst>
            <pc:docMk/>
            <pc:sldMk cId="2920499998" sldId="270"/>
            <ac:spMk id="2" creationId="{2E94A008-E150-472A-D696-62017362665F}"/>
          </ac:spMkLst>
        </pc:spChg>
        <pc:spChg chg="mod">
          <ac:chgData name="TUDOR-ALEXANDRU ILENI" userId="S::tudor.ileni@ubbcluj.ro::d7b28f6b-7e8e-48e3-b06b-cc0a244d3028" providerId="AD" clId="Web-{C449D2D5-0E29-8EAA-7947-4FB1A7A23092}" dt="2023-12-12T06:08:56.988" v="872" actId="20577"/>
          <ac:spMkLst>
            <pc:docMk/>
            <pc:sldMk cId="2920499998" sldId="270"/>
            <ac:spMk id="3" creationId="{87257168-3BB2-16BD-14CD-A7BE48BD0A58}"/>
          </ac:spMkLst>
        </pc:spChg>
        <pc:spChg chg="add">
          <ac:chgData name="TUDOR-ALEXANDRU ILENI" userId="S::tudor.ileni@ubbcluj.ro::d7b28f6b-7e8e-48e3-b06b-cc0a244d3028" providerId="AD" clId="Web-{C449D2D5-0E29-8EAA-7947-4FB1A7A23092}" dt="2023-12-12T06:08:06.455" v="862"/>
          <ac:spMkLst>
            <pc:docMk/>
            <pc:sldMk cId="2920499998" sldId="270"/>
            <ac:spMk id="8" creationId="{081EA652-8C6A-4E69-BEB9-170809474553}"/>
          </ac:spMkLst>
        </pc:spChg>
        <pc:spChg chg="add">
          <ac:chgData name="TUDOR-ALEXANDRU ILENI" userId="S::tudor.ileni@ubbcluj.ro::d7b28f6b-7e8e-48e3-b06b-cc0a244d3028" providerId="AD" clId="Web-{C449D2D5-0E29-8EAA-7947-4FB1A7A23092}" dt="2023-12-12T06:08:06.455" v="862"/>
          <ac:spMkLst>
            <pc:docMk/>
            <pc:sldMk cId="2920499998" sldId="270"/>
            <ac:spMk id="10" creationId="{5298780A-33B9-4EA2-8F67-DE68AD62841B}"/>
          </ac:spMkLst>
        </pc:spChg>
        <pc:spChg chg="add">
          <ac:chgData name="TUDOR-ALEXANDRU ILENI" userId="S::tudor.ileni@ubbcluj.ro::d7b28f6b-7e8e-48e3-b06b-cc0a244d3028" providerId="AD" clId="Web-{C449D2D5-0E29-8EAA-7947-4FB1A7A23092}" dt="2023-12-12T06:08:06.455" v="862"/>
          <ac:spMkLst>
            <pc:docMk/>
            <pc:sldMk cId="2920499998" sldId="270"/>
            <ac:spMk id="12" creationId="{7F488E8B-4E1E-4402-8935-D4E6C02615C7}"/>
          </ac:spMkLst>
        </pc:spChg>
        <pc:cxnChg chg="add">
          <ac:chgData name="TUDOR-ALEXANDRU ILENI" userId="S::tudor.ileni@ubbcluj.ro::d7b28f6b-7e8e-48e3-b06b-cc0a244d3028" providerId="AD" clId="Web-{C449D2D5-0E29-8EAA-7947-4FB1A7A23092}" dt="2023-12-12T06:08:06.455" v="862"/>
          <ac:cxnSpMkLst>
            <pc:docMk/>
            <pc:sldMk cId="2920499998" sldId="270"/>
            <ac:cxnSpMk id="14" creationId="{23AAC9B5-8015-485C-ACF9-A750390E9A56}"/>
          </ac:cxnSpMkLst>
        </pc:cxnChg>
      </pc:sldChg>
      <pc:sldChg chg="addSp modSp mod setBg">
        <pc:chgData name="TUDOR-ALEXANDRU ILENI" userId="S::tudor.ileni@ubbcluj.ro::d7b28f6b-7e8e-48e3-b06b-cc0a244d3028" providerId="AD" clId="Web-{C449D2D5-0E29-8EAA-7947-4FB1A7A23092}" dt="2023-12-12T05:14:58.844" v="1"/>
        <pc:sldMkLst>
          <pc:docMk/>
          <pc:sldMk cId="341958967" sldId="271"/>
        </pc:sldMkLst>
        <pc:spChg chg="mod">
          <ac:chgData name="TUDOR-ALEXANDRU ILENI" userId="S::tudor.ileni@ubbcluj.ro::d7b28f6b-7e8e-48e3-b06b-cc0a244d3028" providerId="AD" clId="Web-{C449D2D5-0E29-8EAA-7947-4FB1A7A23092}" dt="2023-12-12T05:14:58.844" v="1"/>
          <ac:spMkLst>
            <pc:docMk/>
            <pc:sldMk cId="341958967" sldId="271"/>
            <ac:spMk id="2" creationId="{A187708D-F52E-9735-2484-0FEACC30B539}"/>
          </ac:spMkLst>
        </pc:spChg>
        <pc:spChg chg="mod">
          <ac:chgData name="TUDOR-ALEXANDRU ILENI" userId="S::tudor.ileni@ubbcluj.ro::d7b28f6b-7e8e-48e3-b06b-cc0a244d3028" providerId="AD" clId="Web-{C449D2D5-0E29-8EAA-7947-4FB1A7A23092}" dt="2023-12-12T05:14:58.844" v="1"/>
          <ac:spMkLst>
            <pc:docMk/>
            <pc:sldMk cId="341958967" sldId="271"/>
            <ac:spMk id="3" creationId="{80E2AFF5-12CB-C729-200B-95AD69004CE6}"/>
          </ac:spMkLst>
        </pc:spChg>
        <pc:spChg chg="add">
          <ac:chgData name="TUDOR-ALEXANDRU ILENI" userId="S::tudor.ileni@ubbcluj.ro::d7b28f6b-7e8e-48e3-b06b-cc0a244d3028" providerId="AD" clId="Web-{C449D2D5-0E29-8EAA-7947-4FB1A7A23092}" dt="2023-12-12T05:14:58.844" v="1"/>
          <ac:spMkLst>
            <pc:docMk/>
            <pc:sldMk cId="341958967" sldId="271"/>
            <ac:spMk id="8" creationId="{DAF1966E-FD40-4A4A-B61B-C4DF7FA05F06}"/>
          </ac:spMkLst>
        </pc:spChg>
        <pc:spChg chg="add">
          <ac:chgData name="TUDOR-ALEXANDRU ILENI" userId="S::tudor.ileni@ubbcluj.ro::d7b28f6b-7e8e-48e3-b06b-cc0a244d3028" providerId="AD" clId="Web-{C449D2D5-0E29-8EAA-7947-4FB1A7A23092}" dt="2023-12-12T05:14:58.844" v="1"/>
          <ac:spMkLst>
            <pc:docMk/>
            <pc:sldMk cId="341958967" sldId="271"/>
            <ac:spMk id="10" creationId="{047BFA19-D45E-416B-A404-7AF2F3F27017}"/>
          </ac:spMkLst>
        </pc:spChg>
        <pc:spChg chg="add">
          <ac:chgData name="TUDOR-ALEXANDRU ILENI" userId="S::tudor.ileni@ubbcluj.ro::d7b28f6b-7e8e-48e3-b06b-cc0a244d3028" providerId="AD" clId="Web-{C449D2D5-0E29-8EAA-7947-4FB1A7A23092}" dt="2023-12-12T05:14:58.844" v="1"/>
          <ac:spMkLst>
            <pc:docMk/>
            <pc:sldMk cId="341958967" sldId="271"/>
            <ac:spMk id="12" creationId="{8E0105E7-23DB-4CF2-8258-FF47C7620F6E}"/>
          </ac:spMkLst>
        </pc:spChg>
        <pc:spChg chg="add">
          <ac:chgData name="TUDOR-ALEXANDRU ILENI" userId="S::tudor.ileni@ubbcluj.ro::d7b28f6b-7e8e-48e3-b06b-cc0a244d3028" providerId="AD" clId="Web-{C449D2D5-0E29-8EAA-7947-4FB1A7A23092}" dt="2023-12-12T05:14:58.844" v="1"/>
          <ac:spMkLst>
            <pc:docMk/>
            <pc:sldMk cId="341958967" sldId="271"/>
            <ac:spMk id="14" creationId="{074B4F7D-14B2-478B-8BF5-01E4E0C5D263}"/>
          </ac:spMkLst>
        </pc:spChg>
      </pc:sldChg>
      <pc:sldChg chg="addSp delSp modSp add mod replId setBg">
        <pc:chgData name="TUDOR-ALEXANDRU ILENI" userId="S::tudor.ileni@ubbcluj.ro::d7b28f6b-7e8e-48e3-b06b-cc0a244d3028" providerId="AD" clId="Web-{C449D2D5-0E29-8EAA-7947-4FB1A7A23092}" dt="2023-12-12T05:45:02.047" v="368" actId="1076"/>
        <pc:sldMkLst>
          <pc:docMk/>
          <pc:sldMk cId="2475792113" sldId="272"/>
        </pc:sldMkLst>
        <pc:spChg chg="mod">
          <ac:chgData name="TUDOR-ALEXANDRU ILENI" userId="S::tudor.ileni@ubbcluj.ro::d7b28f6b-7e8e-48e3-b06b-cc0a244d3028" providerId="AD" clId="Web-{C449D2D5-0E29-8EAA-7947-4FB1A7A23092}" dt="2023-12-12T05:34:23.494" v="191"/>
          <ac:spMkLst>
            <pc:docMk/>
            <pc:sldMk cId="2475792113" sldId="272"/>
            <ac:spMk id="2" creationId="{9C361D7C-5176-8CE9-EE22-E304320E4C2D}"/>
          </ac:spMkLst>
        </pc:spChg>
        <pc:spChg chg="del mod">
          <ac:chgData name="TUDOR-ALEXANDRU ILENI" userId="S::tudor.ileni@ubbcluj.ro::d7b28f6b-7e8e-48e3-b06b-cc0a244d3028" providerId="AD" clId="Web-{C449D2D5-0E29-8EAA-7947-4FB1A7A23092}" dt="2023-12-12T05:33:33.899" v="173"/>
          <ac:spMkLst>
            <pc:docMk/>
            <pc:sldMk cId="2475792113" sldId="272"/>
            <ac:spMk id="3" creationId="{A55D501C-1F9C-F370-B9B7-4A7FAAF18ED0}"/>
          </ac:spMkLst>
        </pc:spChg>
        <pc:spChg chg="add del mod">
          <ac:chgData name="TUDOR-ALEXANDRU ILENI" userId="S::tudor.ileni@ubbcluj.ro::d7b28f6b-7e8e-48e3-b06b-cc0a244d3028" providerId="AD" clId="Web-{C449D2D5-0E29-8EAA-7947-4FB1A7A23092}" dt="2023-12-12T05:34:48.464" v="200"/>
          <ac:spMkLst>
            <pc:docMk/>
            <pc:sldMk cId="2475792113" sldId="272"/>
            <ac:spMk id="5" creationId="{06B58380-7D97-7992-0ACF-FC9449AE336A}"/>
          </ac:spMkLst>
        </pc:spChg>
        <pc:spChg chg="add mod">
          <ac:chgData name="TUDOR-ALEXANDRU ILENI" userId="S::tudor.ileni@ubbcluj.ro::d7b28f6b-7e8e-48e3-b06b-cc0a244d3028" providerId="AD" clId="Web-{C449D2D5-0E29-8EAA-7947-4FB1A7A23092}" dt="2023-12-12T05:45:02.047" v="368" actId="1076"/>
          <ac:spMkLst>
            <pc:docMk/>
            <pc:sldMk cId="2475792113" sldId="272"/>
            <ac:spMk id="6" creationId="{F25E1A17-1262-E91E-E0BA-384948359ABE}"/>
          </ac:spMkLst>
        </pc:spChg>
        <pc:spChg chg="add">
          <ac:chgData name="TUDOR-ALEXANDRU ILENI" userId="S::tudor.ileni@ubbcluj.ro::d7b28f6b-7e8e-48e3-b06b-cc0a244d3028" providerId="AD" clId="Web-{C449D2D5-0E29-8EAA-7947-4FB1A7A23092}" dt="2023-12-12T05:34:23.494" v="191"/>
          <ac:spMkLst>
            <pc:docMk/>
            <pc:sldMk cId="2475792113" sldId="272"/>
            <ac:spMk id="7" creationId="{84ECDE7A-6944-466D-8FFE-149A29BA6BAE}"/>
          </ac:spMkLst>
        </pc:spChg>
        <pc:spChg chg="add">
          <ac:chgData name="TUDOR-ALEXANDRU ILENI" userId="S::tudor.ileni@ubbcluj.ro::d7b28f6b-7e8e-48e3-b06b-cc0a244d3028" providerId="AD" clId="Web-{C449D2D5-0E29-8EAA-7947-4FB1A7A23092}" dt="2023-12-12T05:34:23.494" v="191"/>
          <ac:spMkLst>
            <pc:docMk/>
            <pc:sldMk cId="2475792113" sldId="272"/>
            <ac:spMk id="8" creationId="{B3420082-9415-44EC-802E-C77D71D59C57}"/>
          </ac:spMkLst>
        </pc:spChg>
        <pc:spChg chg="add">
          <ac:chgData name="TUDOR-ALEXANDRU ILENI" userId="S::tudor.ileni@ubbcluj.ro::d7b28f6b-7e8e-48e3-b06b-cc0a244d3028" providerId="AD" clId="Web-{C449D2D5-0E29-8EAA-7947-4FB1A7A23092}" dt="2023-12-12T05:34:23.494" v="191"/>
          <ac:spMkLst>
            <pc:docMk/>
            <pc:sldMk cId="2475792113" sldId="272"/>
            <ac:spMk id="9" creationId="{55A52C45-1FCB-4636-A80F-2849B8226C01}"/>
          </ac:spMkLst>
        </pc:spChg>
        <pc:spChg chg="add del">
          <ac:chgData name="TUDOR-ALEXANDRU ILENI" userId="S::tudor.ileni@ubbcluj.ro::d7b28f6b-7e8e-48e3-b06b-cc0a244d3028" providerId="AD" clId="Web-{C449D2D5-0E29-8EAA-7947-4FB1A7A23092}" dt="2023-12-12T05:34:20.182" v="190"/>
          <ac:spMkLst>
            <pc:docMk/>
            <pc:sldMk cId="2475792113" sldId="272"/>
            <ac:spMk id="10" creationId="{84ECDE7A-6944-466D-8FFE-149A29BA6BAE}"/>
          </ac:spMkLst>
        </pc:spChg>
        <pc:spChg chg="add">
          <ac:chgData name="TUDOR-ALEXANDRU ILENI" userId="S::tudor.ileni@ubbcluj.ro::d7b28f6b-7e8e-48e3-b06b-cc0a244d3028" providerId="AD" clId="Web-{C449D2D5-0E29-8EAA-7947-4FB1A7A23092}" dt="2023-12-12T05:34:23.494" v="191"/>
          <ac:spMkLst>
            <pc:docMk/>
            <pc:sldMk cId="2475792113" sldId="272"/>
            <ac:spMk id="11" creationId="{768EB4DD-3704-43AD-92B3-C4E0C6EA92CB}"/>
          </ac:spMkLst>
        </pc:spChg>
        <pc:spChg chg="add del">
          <ac:chgData name="TUDOR-ALEXANDRU ILENI" userId="S::tudor.ileni@ubbcluj.ro::d7b28f6b-7e8e-48e3-b06b-cc0a244d3028" providerId="AD" clId="Web-{C449D2D5-0E29-8EAA-7947-4FB1A7A23092}" dt="2023-12-12T05:34:20.182" v="190"/>
          <ac:spMkLst>
            <pc:docMk/>
            <pc:sldMk cId="2475792113" sldId="272"/>
            <ac:spMk id="12" creationId="{B3420082-9415-44EC-802E-C77D71D59C57}"/>
          </ac:spMkLst>
        </pc:spChg>
        <pc:spChg chg="add mod">
          <ac:chgData name="TUDOR-ALEXANDRU ILENI" userId="S::tudor.ileni@ubbcluj.ro::d7b28f6b-7e8e-48e3-b06b-cc0a244d3028" providerId="AD" clId="Web-{C449D2D5-0E29-8EAA-7947-4FB1A7A23092}" dt="2023-12-12T05:44:56.532" v="366" actId="20577"/>
          <ac:spMkLst>
            <pc:docMk/>
            <pc:sldMk cId="2475792113" sldId="272"/>
            <ac:spMk id="13" creationId="{D8435096-38A3-BA1A-9B0A-B986735F6617}"/>
          </ac:spMkLst>
        </pc:spChg>
        <pc:spChg chg="add del">
          <ac:chgData name="TUDOR-ALEXANDRU ILENI" userId="S::tudor.ileni@ubbcluj.ro::d7b28f6b-7e8e-48e3-b06b-cc0a244d3028" providerId="AD" clId="Web-{C449D2D5-0E29-8EAA-7947-4FB1A7A23092}" dt="2023-12-12T05:34:20.182" v="190"/>
          <ac:spMkLst>
            <pc:docMk/>
            <pc:sldMk cId="2475792113" sldId="272"/>
            <ac:spMk id="14" creationId="{55A52C45-1FCB-4636-A80F-2849B8226C01}"/>
          </ac:spMkLst>
        </pc:spChg>
        <pc:spChg chg="add del">
          <ac:chgData name="TUDOR-ALEXANDRU ILENI" userId="S::tudor.ileni@ubbcluj.ro::d7b28f6b-7e8e-48e3-b06b-cc0a244d3028" providerId="AD" clId="Web-{C449D2D5-0E29-8EAA-7947-4FB1A7A23092}" dt="2023-12-12T05:34:20.182" v="190"/>
          <ac:spMkLst>
            <pc:docMk/>
            <pc:sldMk cId="2475792113" sldId="272"/>
            <ac:spMk id="16" creationId="{768EB4DD-3704-43AD-92B3-C4E0C6EA92CB}"/>
          </ac:spMkLst>
        </pc:spChg>
        <pc:picChg chg="add mod ord">
          <ac:chgData name="TUDOR-ALEXANDRU ILENI" userId="S::tudor.ileni@ubbcluj.ro::d7b28f6b-7e8e-48e3-b06b-cc0a244d3028" providerId="AD" clId="Web-{C449D2D5-0E29-8EAA-7947-4FB1A7A23092}" dt="2023-12-12T05:44:58.407" v="367" actId="14100"/>
          <ac:picMkLst>
            <pc:docMk/>
            <pc:sldMk cId="2475792113" sldId="272"/>
            <ac:picMk id="4" creationId="{86DC848F-B2D1-35EB-4822-64D4A87BFEB4}"/>
          </ac:picMkLst>
        </pc:picChg>
      </pc:sldChg>
      <pc:sldChg chg="addSp delSp modSp add replId">
        <pc:chgData name="TUDOR-ALEXANDRU ILENI" userId="S::tudor.ileni@ubbcluj.ro::d7b28f6b-7e8e-48e3-b06b-cc0a244d3028" providerId="AD" clId="Web-{C449D2D5-0E29-8EAA-7947-4FB1A7A23092}" dt="2023-12-12T06:06:52.952" v="799" actId="20577"/>
        <pc:sldMkLst>
          <pc:docMk/>
          <pc:sldMk cId="351135677" sldId="273"/>
        </pc:sldMkLst>
        <pc:spChg chg="mod">
          <ac:chgData name="TUDOR-ALEXANDRU ILENI" userId="S::tudor.ileni@ubbcluj.ro::d7b28f6b-7e8e-48e3-b06b-cc0a244d3028" providerId="AD" clId="Web-{C449D2D5-0E29-8EAA-7947-4FB1A7A23092}" dt="2023-12-12T05:57:43.074" v="530" actId="20577"/>
          <ac:spMkLst>
            <pc:docMk/>
            <pc:sldMk cId="351135677" sldId="273"/>
            <ac:spMk id="2" creationId="{075B35E8-D062-8947-A29A-CC6617B9B67A}"/>
          </ac:spMkLst>
        </pc:spChg>
        <pc:spChg chg="mod">
          <ac:chgData name="TUDOR-ALEXANDRU ILENI" userId="S::tudor.ileni@ubbcluj.ro::d7b28f6b-7e8e-48e3-b06b-cc0a244d3028" providerId="AD" clId="Web-{C449D2D5-0E29-8EAA-7947-4FB1A7A23092}" dt="2023-12-12T06:06:44.233" v="797" actId="20577"/>
          <ac:spMkLst>
            <pc:docMk/>
            <pc:sldMk cId="351135677" sldId="273"/>
            <ac:spMk id="3" creationId="{2E11B83E-BCF3-DB21-3749-683795BD2576}"/>
          </ac:spMkLst>
        </pc:spChg>
        <pc:spChg chg="del">
          <ac:chgData name="TUDOR-ALEXANDRU ILENI" userId="S::tudor.ileni@ubbcluj.ro::d7b28f6b-7e8e-48e3-b06b-cc0a244d3028" providerId="AD" clId="Web-{C449D2D5-0E29-8EAA-7947-4FB1A7A23092}" dt="2023-12-12T05:57:48.715" v="532"/>
          <ac:spMkLst>
            <pc:docMk/>
            <pc:sldMk cId="351135677" sldId="273"/>
            <ac:spMk id="5" creationId="{D5784B3B-F8EE-4C14-4A3B-69853CA9FEA2}"/>
          </ac:spMkLst>
        </pc:spChg>
        <pc:spChg chg="add del">
          <ac:chgData name="TUDOR-ALEXANDRU ILENI" userId="S::tudor.ileni@ubbcluj.ro::d7b28f6b-7e8e-48e3-b06b-cc0a244d3028" providerId="AD" clId="Web-{C449D2D5-0E29-8EAA-7947-4FB1A7A23092}" dt="2023-12-12T06:03:31.680" v="660"/>
          <ac:spMkLst>
            <pc:docMk/>
            <pc:sldMk cId="351135677" sldId="273"/>
            <ac:spMk id="6" creationId="{3F9502C6-5CF4-8844-2120-4DEC449EBCE0}"/>
          </ac:spMkLst>
        </pc:spChg>
        <pc:spChg chg="add mod">
          <ac:chgData name="TUDOR-ALEXANDRU ILENI" userId="S::tudor.ileni@ubbcluj.ro::d7b28f6b-7e8e-48e3-b06b-cc0a244d3028" providerId="AD" clId="Web-{C449D2D5-0E29-8EAA-7947-4FB1A7A23092}" dt="2023-12-12T06:06:52.952" v="799" actId="20577"/>
          <ac:spMkLst>
            <pc:docMk/>
            <pc:sldMk cId="351135677" sldId="273"/>
            <ac:spMk id="8" creationId="{C6692A4E-9F9D-03A6-0699-AF13BB6AB3D7}"/>
          </ac:spMkLst>
        </pc:spChg>
        <pc:picChg chg="del">
          <ac:chgData name="TUDOR-ALEXANDRU ILENI" userId="S::tudor.ileni@ubbcluj.ro::d7b28f6b-7e8e-48e3-b06b-cc0a244d3028" providerId="AD" clId="Web-{C449D2D5-0E29-8EAA-7947-4FB1A7A23092}" dt="2023-12-12T05:57:45.683" v="531"/>
          <ac:picMkLst>
            <pc:docMk/>
            <pc:sldMk cId="351135677" sldId="273"/>
            <ac:picMk id="4" creationId="{B08C0C27-0BC0-12EE-80CF-8CDBC6D2EA79}"/>
          </ac:picMkLst>
        </pc:picChg>
      </pc:sldChg>
    </pc:docChg>
  </pc:docChgLst>
  <pc:docChgLst>
    <pc:chgData name="TUDOR-ALEXANDRU ILENI" userId="S::tudor.ileni@ubbcluj.ro::d7b28f6b-7e8e-48e3-b06b-cc0a244d3028" providerId="AD" clId="Web-{4500CE04-A211-48E8-A29C-CDAFECFF8C5D}"/>
    <pc:docChg chg="addSld modSld addMainMaster delMainMaster">
      <pc:chgData name="TUDOR-ALEXANDRU ILENI" userId="S::tudor.ileni@ubbcluj.ro::d7b28f6b-7e8e-48e3-b06b-cc0a244d3028" providerId="AD" clId="Web-{4500CE04-A211-48E8-A29C-CDAFECFF8C5D}" dt="2023-12-05T07:23:03.688" v="55" actId="14100"/>
      <pc:docMkLst>
        <pc:docMk/>
      </pc:docMkLst>
      <pc:sldChg chg="addSp modSp mod setBg modClrScheme chgLayout">
        <pc:chgData name="TUDOR-ALEXANDRU ILENI" userId="S::tudor.ileni@ubbcluj.ro::d7b28f6b-7e8e-48e3-b06b-cc0a244d3028" providerId="AD" clId="Web-{4500CE04-A211-48E8-A29C-CDAFECFF8C5D}" dt="2023-12-05T07:06:15.842" v="11"/>
        <pc:sldMkLst>
          <pc:docMk/>
          <pc:sldMk cId="109857222" sldId="256"/>
        </pc:sldMkLst>
        <pc:spChg chg="mod">
          <ac:chgData name="TUDOR-ALEXANDRU ILENI" userId="S::tudor.ileni@ubbcluj.ro::d7b28f6b-7e8e-48e3-b06b-cc0a244d3028" providerId="AD" clId="Web-{4500CE04-A211-48E8-A29C-CDAFECFF8C5D}" dt="2023-12-05T07:06:15.842" v="11"/>
          <ac:spMkLst>
            <pc:docMk/>
            <pc:sldMk cId="109857222" sldId="256"/>
            <ac:spMk id="5" creationId="{00000000-0000-0000-0000-000000000000}"/>
          </ac:spMkLst>
        </pc:spChg>
        <pc:spChg chg="mod">
          <ac:chgData name="TUDOR-ALEXANDRU ILENI" userId="S::tudor.ileni@ubbcluj.ro::d7b28f6b-7e8e-48e3-b06b-cc0a244d3028" providerId="AD" clId="Web-{4500CE04-A211-48E8-A29C-CDAFECFF8C5D}" dt="2023-12-05T07:06:15.842" v="11"/>
          <ac:spMkLst>
            <pc:docMk/>
            <pc:sldMk cId="109857222" sldId="256"/>
            <ac:spMk id="6" creationId="{00000000-0000-0000-0000-000000000000}"/>
          </ac:spMkLst>
        </pc:spChg>
        <pc:spChg chg="add">
          <ac:chgData name="TUDOR-ALEXANDRU ILENI" userId="S::tudor.ileni@ubbcluj.ro::d7b28f6b-7e8e-48e3-b06b-cc0a244d3028" providerId="AD" clId="Web-{4500CE04-A211-48E8-A29C-CDAFECFF8C5D}" dt="2023-12-05T07:06:15.842" v="11"/>
          <ac:spMkLst>
            <pc:docMk/>
            <pc:sldMk cId="109857222" sldId="256"/>
            <ac:spMk id="9" creationId="{A8384FB5-9ADC-4DDC-881B-597D56F5B15D}"/>
          </ac:spMkLst>
        </pc:spChg>
        <pc:spChg chg="add">
          <ac:chgData name="TUDOR-ALEXANDRU ILENI" userId="S::tudor.ileni@ubbcluj.ro::d7b28f6b-7e8e-48e3-b06b-cc0a244d3028" providerId="AD" clId="Web-{4500CE04-A211-48E8-A29C-CDAFECFF8C5D}" dt="2023-12-05T07:06:15.842" v="11"/>
          <ac:spMkLst>
            <pc:docMk/>
            <pc:sldMk cId="109857222" sldId="256"/>
            <ac:spMk id="11" creationId="{0AF57B88-1D4C-41FA-A761-EC1DD10C35CB}"/>
          </ac:spMkLst>
        </pc:spChg>
        <pc:spChg chg="add">
          <ac:chgData name="TUDOR-ALEXANDRU ILENI" userId="S::tudor.ileni@ubbcluj.ro::d7b28f6b-7e8e-48e3-b06b-cc0a244d3028" providerId="AD" clId="Web-{4500CE04-A211-48E8-A29C-CDAFECFF8C5D}" dt="2023-12-05T07:06:15.842" v="11"/>
          <ac:spMkLst>
            <pc:docMk/>
            <pc:sldMk cId="109857222" sldId="256"/>
            <ac:spMk id="13" creationId="{D2548F45-5164-4ABB-8212-7F293FDED8D4}"/>
          </ac:spMkLst>
        </pc:spChg>
        <pc:spChg chg="add">
          <ac:chgData name="TUDOR-ALEXANDRU ILENI" userId="S::tudor.ileni@ubbcluj.ro::d7b28f6b-7e8e-48e3-b06b-cc0a244d3028" providerId="AD" clId="Web-{4500CE04-A211-48E8-A29C-CDAFECFF8C5D}" dt="2023-12-05T07:06:15.842" v="11"/>
          <ac:spMkLst>
            <pc:docMk/>
            <pc:sldMk cId="109857222" sldId="256"/>
            <ac:spMk id="15" creationId="{5E81CCFB-7BEF-4186-86FB-D09450B4D02D}"/>
          </ac:spMkLst>
        </pc:spChg>
        <pc:picChg chg="add">
          <ac:chgData name="TUDOR-ALEXANDRU ILENI" userId="S::tudor.ileni@ubbcluj.ro::d7b28f6b-7e8e-48e3-b06b-cc0a244d3028" providerId="AD" clId="Web-{4500CE04-A211-48E8-A29C-CDAFECFF8C5D}" dt="2023-12-05T07:06:15.842" v="11"/>
          <ac:picMkLst>
            <pc:docMk/>
            <pc:sldMk cId="109857222" sldId="256"/>
            <ac:picMk id="4" creationId="{AD670019-BD24-C850-0BF3-52141C5125EB}"/>
          </ac:picMkLst>
        </pc:picChg>
      </pc:sldChg>
      <pc:sldChg chg="modSp new">
        <pc:chgData name="TUDOR-ALEXANDRU ILENI" userId="S::tudor.ileni@ubbcluj.ro::d7b28f6b-7e8e-48e3-b06b-cc0a244d3028" providerId="AD" clId="Web-{4500CE04-A211-48E8-A29C-CDAFECFF8C5D}" dt="2023-12-05T07:23:03.688" v="55" actId="14100"/>
        <pc:sldMkLst>
          <pc:docMk/>
          <pc:sldMk cId="2197058273" sldId="257"/>
        </pc:sldMkLst>
        <pc:spChg chg="mod">
          <ac:chgData name="TUDOR-ALEXANDRU ILENI" userId="S::tudor.ileni@ubbcluj.ro::d7b28f6b-7e8e-48e3-b06b-cc0a244d3028" providerId="AD" clId="Web-{4500CE04-A211-48E8-A29C-CDAFECFF8C5D}" dt="2023-12-05T07:18:28.179" v="14" actId="20577"/>
          <ac:spMkLst>
            <pc:docMk/>
            <pc:sldMk cId="2197058273" sldId="257"/>
            <ac:spMk id="5" creationId="{AE4F7DC1-675A-36B6-E8AE-70717BEA9230}"/>
          </ac:spMkLst>
        </pc:spChg>
        <pc:spChg chg="mod">
          <ac:chgData name="TUDOR-ALEXANDRU ILENI" userId="S::tudor.ileni@ubbcluj.ro::d7b28f6b-7e8e-48e3-b06b-cc0a244d3028" providerId="AD" clId="Web-{4500CE04-A211-48E8-A29C-CDAFECFF8C5D}" dt="2023-12-05T07:23:03.688" v="55" actId="14100"/>
          <ac:spMkLst>
            <pc:docMk/>
            <pc:sldMk cId="2197058273" sldId="257"/>
            <ac:spMk id="6" creationId="{49CD6B91-84BA-09D5-4EB2-4C777CB876E9}"/>
          </ac:spMkLst>
        </pc:spChg>
      </pc:sldChg>
      <pc:sldMasterChg chg="del delSldLayout">
        <pc:chgData name="TUDOR-ALEXANDRU ILENI" userId="S::tudor.ileni@ubbcluj.ro::d7b28f6b-7e8e-48e3-b06b-cc0a244d3028" providerId="AD" clId="Web-{4500CE04-A211-48E8-A29C-CDAFECFF8C5D}" dt="2023-12-05T07:06:15.842" v="11"/>
        <pc:sldMasterMkLst>
          <pc:docMk/>
          <pc:sldMasterMk cId="2460954070" sldId="2147483660"/>
        </pc:sldMasterMkLst>
        <pc:sldLayoutChg chg="del">
          <pc:chgData name="TUDOR-ALEXANDRU ILENI" userId="S::tudor.ileni@ubbcluj.ro::d7b28f6b-7e8e-48e3-b06b-cc0a244d3028" providerId="AD" clId="Web-{4500CE04-A211-48E8-A29C-CDAFECFF8C5D}" dt="2023-12-05T07:06:15.842" v="11"/>
          <pc:sldLayoutMkLst>
            <pc:docMk/>
            <pc:sldMasterMk cId="2460954070" sldId="2147483660"/>
            <pc:sldLayoutMk cId="2385387890" sldId="2147483661"/>
          </pc:sldLayoutMkLst>
        </pc:sldLayoutChg>
        <pc:sldLayoutChg chg="del">
          <pc:chgData name="TUDOR-ALEXANDRU ILENI" userId="S::tudor.ileni@ubbcluj.ro::d7b28f6b-7e8e-48e3-b06b-cc0a244d3028" providerId="AD" clId="Web-{4500CE04-A211-48E8-A29C-CDAFECFF8C5D}" dt="2023-12-05T07:06:15.842" v="11"/>
          <pc:sldLayoutMkLst>
            <pc:docMk/>
            <pc:sldMasterMk cId="2460954070" sldId="2147483660"/>
            <pc:sldLayoutMk cId="949138452" sldId="2147483662"/>
          </pc:sldLayoutMkLst>
        </pc:sldLayoutChg>
        <pc:sldLayoutChg chg="del">
          <pc:chgData name="TUDOR-ALEXANDRU ILENI" userId="S::tudor.ileni@ubbcluj.ro::d7b28f6b-7e8e-48e3-b06b-cc0a244d3028" providerId="AD" clId="Web-{4500CE04-A211-48E8-A29C-CDAFECFF8C5D}" dt="2023-12-05T07:06:15.842" v="11"/>
          <pc:sldLayoutMkLst>
            <pc:docMk/>
            <pc:sldMasterMk cId="2460954070" sldId="2147483660"/>
            <pc:sldLayoutMk cId="2591524520" sldId="2147483663"/>
          </pc:sldLayoutMkLst>
        </pc:sldLayoutChg>
        <pc:sldLayoutChg chg="del">
          <pc:chgData name="TUDOR-ALEXANDRU ILENI" userId="S::tudor.ileni@ubbcluj.ro::d7b28f6b-7e8e-48e3-b06b-cc0a244d3028" providerId="AD" clId="Web-{4500CE04-A211-48E8-A29C-CDAFECFF8C5D}" dt="2023-12-05T07:06:15.842" v="11"/>
          <pc:sldLayoutMkLst>
            <pc:docMk/>
            <pc:sldMasterMk cId="2460954070" sldId="2147483660"/>
            <pc:sldLayoutMk cId="1203092039" sldId="2147483664"/>
          </pc:sldLayoutMkLst>
        </pc:sldLayoutChg>
        <pc:sldLayoutChg chg="del">
          <pc:chgData name="TUDOR-ALEXANDRU ILENI" userId="S::tudor.ileni@ubbcluj.ro::d7b28f6b-7e8e-48e3-b06b-cc0a244d3028" providerId="AD" clId="Web-{4500CE04-A211-48E8-A29C-CDAFECFF8C5D}" dt="2023-12-05T07:06:15.842" v="11"/>
          <pc:sldLayoutMkLst>
            <pc:docMk/>
            <pc:sldMasterMk cId="2460954070" sldId="2147483660"/>
            <pc:sldLayoutMk cId="3733172339" sldId="2147483665"/>
          </pc:sldLayoutMkLst>
        </pc:sldLayoutChg>
        <pc:sldLayoutChg chg="del">
          <pc:chgData name="TUDOR-ALEXANDRU ILENI" userId="S::tudor.ileni@ubbcluj.ro::d7b28f6b-7e8e-48e3-b06b-cc0a244d3028" providerId="AD" clId="Web-{4500CE04-A211-48E8-A29C-CDAFECFF8C5D}" dt="2023-12-05T07:06:15.842" v="11"/>
          <pc:sldLayoutMkLst>
            <pc:docMk/>
            <pc:sldMasterMk cId="2460954070" sldId="2147483660"/>
            <pc:sldLayoutMk cId="3210312558" sldId="2147483666"/>
          </pc:sldLayoutMkLst>
        </pc:sldLayoutChg>
        <pc:sldLayoutChg chg="del">
          <pc:chgData name="TUDOR-ALEXANDRU ILENI" userId="S::tudor.ileni@ubbcluj.ro::d7b28f6b-7e8e-48e3-b06b-cc0a244d3028" providerId="AD" clId="Web-{4500CE04-A211-48E8-A29C-CDAFECFF8C5D}" dt="2023-12-05T07:06:15.842" v="11"/>
          <pc:sldLayoutMkLst>
            <pc:docMk/>
            <pc:sldMasterMk cId="2460954070" sldId="2147483660"/>
            <pc:sldLayoutMk cId="3146388984" sldId="2147483667"/>
          </pc:sldLayoutMkLst>
        </pc:sldLayoutChg>
        <pc:sldLayoutChg chg="del">
          <pc:chgData name="TUDOR-ALEXANDRU ILENI" userId="S::tudor.ileni@ubbcluj.ro::d7b28f6b-7e8e-48e3-b06b-cc0a244d3028" providerId="AD" clId="Web-{4500CE04-A211-48E8-A29C-CDAFECFF8C5D}" dt="2023-12-05T07:06:15.842" v="11"/>
          <pc:sldLayoutMkLst>
            <pc:docMk/>
            <pc:sldMasterMk cId="2460954070" sldId="2147483660"/>
            <pc:sldLayoutMk cId="3171841454" sldId="2147483668"/>
          </pc:sldLayoutMkLst>
        </pc:sldLayoutChg>
        <pc:sldLayoutChg chg="del">
          <pc:chgData name="TUDOR-ALEXANDRU ILENI" userId="S::tudor.ileni@ubbcluj.ro::d7b28f6b-7e8e-48e3-b06b-cc0a244d3028" providerId="AD" clId="Web-{4500CE04-A211-48E8-A29C-CDAFECFF8C5D}" dt="2023-12-05T07:06:15.842" v="11"/>
          <pc:sldLayoutMkLst>
            <pc:docMk/>
            <pc:sldMasterMk cId="2460954070" sldId="2147483660"/>
            <pc:sldLayoutMk cId="1718958274" sldId="2147483669"/>
          </pc:sldLayoutMkLst>
        </pc:sldLayoutChg>
        <pc:sldLayoutChg chg="del">
          <pc:chgData name="TUDOR-ALEXANDRU ILENI" userId="S::tudor.ileni@ubbcluj.ro::d7b28f6b-7e8e-48e3-b06b-cc0a244d3028" providerId="AD" clId="Web-{4500CE04-A211-48E8-A29C-CDAFECFF8C5D}" dt="2023-12-05T07:06:15.842" v="11"/>
          <pc:sldLayoutMkLst>
            <pc:docMk/>
            <pc:sldMasterMk cId="2460954070" sldId="2147483660"/>
            <pc:sldLayoutMk cId="2202905451" sldId="2147483670"/>
          </pc:sldLayoutMkLst>
        </pc:sldLayoutChg>
        <pc:sldLayoutChg chg="del">
          <pc:chgData name="TUDOR-ALEXANDRU ILENI" userId="S::tudor.ileni@ubbcluj.ro::d7b28f6b-7e8e-48e3-b06b-cc0a244d3028" providerId="AD" clId="Web-{4500CE04-A211-48E8-A29C-CDAFECFF8C5D}" dt="2023-12-05T07:06:15.842" v="11"/>
          <pc:sldLayoutMkLst>
            <pc:docMk/>
            <pc:sldMasterMk cId="2460954070" sldId="2147483660"/>
            <pc:sldLayoutMk cId="3479445657" sldId="2147483671"/>
          </pc:sldLayoutMkLst>
        </pc:sldLayoutChg>
      </pc:sldMasterChg>
      <pc:sldMasterChg chg="add replId addSldLayout">
        <pc:chgData name="TUDOR-ALEXANDRU ILENI" userId="S::tudor.ileni@ubbcluj.ro::d7b28f6b-7e8e-48e3-b06b-cc0a244d3028" providerId="AD" clId="Web-{4500CE04-A211-48E8-A29C-CDAFECFF8C5D}" dt="2023-12-05T07:06:15.842" v="11"/>
        <pc:sldMasterMkLst>
          <pc:docMk/>
          <pc:sldMasterMk cId="2653614395" sldId="2147483672"/>
        </pc:sldMasterMkLst>
        <pc:sldLayoutChg chg="add">
          <pc:chgData name="TUDOR-ALEXANDRU ILENI" userId="S::tudor.ileni@ubbcluj.ro::d7b28f6b-7e8e-48e3-b06b-cc0a244d3028" providerId="AD" clId="Web-{4500CE04-A211-48E8-A29C-CDAFECFF8C5D}" dt="2023-12-05T07:06:15.842" v="11"/>
          <pc:sldLayoutMkLst>
            <pc:docMk/>
            <pc:sldMasterMk cId="2653614395" sldId="2147483672"/>
            <pc:sldLayoutMk cId="3267761958" sldId="2147483673"/>
          </pc:sldLayoutMkLst>
        </pc:sldLayoutChg>
        <pc:sldLayoutChg chg="add replId">
          <pc:chgData name="TUDOR-ALEXANDRU ILENI" userId="S::tudor.ileni@ubbcluj.ro::d7b28f6b-7e8e-48e3-b06b-cc0a244d3028" providerId="AD" clId="Web-{4500CE04-A211-48E8-A29C-CDAFECFF8C5D}" dt="2023-12-05T07:06:15.842" v="11"/>
          <pc:sldLayoutMkLst>
            <pc:docMk/>
            <pc:sldMasterMk cId="2653614395" sldId="2147483672"/>
            <pc:sldLayoutMk cId="3331329522" sldId="2147483674"/>
          </pc:sldLayoutMkLst>
        </pc:sldLayoutChg>
        <pc:sldLayoutChg chg="add replId">
          <pc:chgData name="TUDOR-ALEXANDRU ILENI" userId="S::tudor.ileni@ubbcluj.ro::d7b28f6b-7e8e-48e3-b06b-cc0a244d3028" providerId="AD" clId="Web-{4500CE04-A211-48E8-A29C-CDAFECFF8C5D}" dt="2023-12-05T07:06:15.842" v="11"/>
          <pc:sldLayoutMkLst>
            <pc:docMk/>
            <pc:sldMasterMk cId="2653614395" sldId="2147483672"/>
            <pc:sldLayoutMk cId="3664278051" sldId="2147483675"/>
          </pc:sldLayoutMkLst>
        </pc:sldLayoutChg>
        <pc:sldLayoutChg chg="add replId">
          <pc:chgData name="TUDOR-ALEXANDRU ILENI" userId="S::tudor.ileni@ubbcluj.ro::d7b28f6b-7e8e-48e3-b06b-cc0a244d3028" providerId="AD" clId="Web-{4500CE04-A211-48E8-A29C-CDAFECFF8C5D}" dt="2023-12-05T07:06:15.842" v="11"/>
          <pc:sldLayoutMkLst>
            <pc:docMk/>
            <pc:sldMasterMk cId="2653614395" sldId="2147483672"/>
            <pc:sldLayoutMk cId="584363800" sldId="2147483676"/>
          </pc:sldLayoutMkLst>
        </pc:sldLayoutChg>
        <pc:sldLayoutChg chg="add replId">
          <pc:chgData name="TUDOR-ALEXANDRU ILENI" userId="S::tudor.ileni@ubbcluj.ro::d7b28f6b-7e8e-48e3-b06b-cc0a244d3028" providerId="AD" clId="Web-{4500CE04-A211-48E8-A29C-CDAFECFF8C5D}" dt="2023-12-05T07:06:15.842" v="11"/>
          <pc:sldLayoutMkLst>
            <pc:docMk/>
            <pc:sldMasterMk cId="2653614395" sldId="2147483672"/>
            <pc:sldLayoutMk cId="42489841" sldId="2147483677"/>
          </pc:sldLayoutMkLst>
        </pc:sldLayoutChg>
        <pc:sldLayoutChg chg="add replId">
          <pc:chgData name="TUDOR-ALEXANDRU ILENI" userId="S::tudor.ileni@ubbcluj.ro::d7b28f6b-7e8e-48e3-b06b-cc0a244d3028" providerId="AD" clId="Web-{4500CE04-A211-48E8-A29C-CDAFECFF8C5D}" dt="2023-12-05T07:06:15.842" v="11"/>
          <pc:sldLayoutMkLst>
            <pc:docMk/>
            <pc:sldMasterMk cId="2653614395" sldId="2147483672"/>
            <pc:sldLayoutMk cId="1540143234" sldId="2147483678"/>
          </pc:sldLayoutMkLst>
        </pc:sldLayoutChg>
        <pc:sldLayoutChg chg="add replId">
          <pc:chgData name="TUDOR-ALEXANDRU ILENI" userId="S::tudor.ileni@ubbcluj.ro::d7b28f6b-7e8e-48e3-b06b-cc0a244d3028" providerId="AD" clId="Web-{4500CE04-A211-48E8-A29C-CDAFECFF8C5D}" dt="2023-12-05T07:06:15.842" v="11"/>
          <pc:sldLayoutMkLst>
            <pc:docMk/>
            <pc:sldMasterMk cId="2653614395" sldId="2147483672"/>
            <pc:sldLayoutMk cId="4136689860" sldId="2147483679"/>
          </pc:sldLayoutMkLst>
        </pc:sldLayoutChg>
        <pc:sldLayoutChg chg="add replId">
          <pc:chgData name="TUDOR-ALEXANDRU ILENI" userId="S::tudor.ileni@ubbcluj.ro::d7b28f6b-7e8e-48e3-b06b-cc0a244d3028" providerId="AD" clId="Web-{4500CE04-A211-48E8-A29C-CDAFECFF8C5D}" dt="2023-12-05T07:06:15.842" v="11"/>
          <pc:sldLayoutMkLst>
            <pc:docMk/>
            <pc:sldMasterMk cId="2653614395" sldId="2147483672"/>
            <pc:sldLayoutMk cId="1314348675" sldId="2147483680"/>
          </pc:sldLayoutMkLst>
        </pc:sldLayoutChg>
        <pc:sldLayoutChg chg="add replId">
          <pc:chgData name="TUDOR-ALEXANDRU ILENI" userId="S::tudor.ileni@ubbcluj.ro::d7b28f6b-7e8e-48e3-b06b-cc0a244d3028" providerId="AD" clId="Web-{4500CE04-A211-48E8-A29C-CDAFECFF8C5D}" dt="2023-12-05T07:06:15.842" v="11"/>
          <pc:sldLayoutMkLst>
            <pc:docMk/>
            <pc:sldMasterMk cId="2653614395" sldId="2147483672"/>
            <pc:sldLayoutMk cId="1152258240" sldId="2147483681"/>
          </pc:sldLayoutMkLst>
        </pc:sldLayoutChg>
        <pc:sldLayoutChg chg="add replId">
          <pc:chgData name="TUDOR-ALEXANDRU ILENI" userId="S::tudor.ileni@ubbcluj.ro::d7b28f6b-7e8e-48e3-b06b-cc0a244d3028" providerId="AD" clId="Web-{4500CE04-A211-48E8-A29C-CDAFECFF8C5D}" dt="2023-12-05T07:06:15.842" v="11"/>
          <pc:sldLayoutMkLst>
            <pc:docMk/>
            <pc:sldMasterMk cId="2653614395" sldId="2147483672"/>
            <pc:sldLayoutMk cId="165909097" sldId="2147483682"/>
          </pc:sldLayoutMkLst>
        </pc:sldLayoutChg>
        <pc:sldLayoutChg chg="add replId">
          <pc:chgData name="TUDOR-ALEXANDRU ILENI" userId="S::tudor.ileni@ubbcluj.ro::d7b28f6b-7e8e-48e3-b06b-cc0a244d3028" providerId="AD" clId="Web-{4500CE04-A211-48E8-A29C-CDAFECFF8C5D}" dt="2023-12-05T07:06:15.842" v="11"/>
          <pc:sldLayoutMkLst>
            <pc:docMk/>
            <pc:sldMasterMk cId="2653614395" sldId="2147483672"/>
            <pc:sldLayoutMk cId="259722735" sldId="2147483683"/>
          </pc:sldLayoutMkLst>
        </pc:sldLayoutChg>
      </pc:sldMasterChg>
    </pc:docChg>
  </pc:docChgLst>
  <pc:docChgLst>
    <pc:chgData name="TUDOR-ALEXANDRU ILENI" userId="S::tudor.ileni@ubbcluj.ro::d7b28f6b-7e8e-48e3-b06b-cc0a244d3028" providerId="AD" clId="Web-{F4CD79DA-A3EF-EC65-CA00-752D6D6C3E6E}"/>
    <pc:docChg chg="modSld">
      <pc:chgData name="TUDOR-ALEXANDRU ILENI" userId="S::tudor.ileni@ubbcluj.ro::d7b28f6b-7e8e-48e3-b06b-cc0a244d3028" providerId="AD" clId="Web-{F4CD79DA-A3EF-EC65-CA00-752D6D6C3E6E}" dt="2024-01-10T21:13:26.737" v="14" actId="14100"/>
      <pc:docMkLst>
        <pc:docMk/>
      </pc:docMkLst>
      <pc:sldChg chg="modSp">
        <pc:chgData name="TUDOR-ALEXANDRU ILENI" userId="S::tudor.ileni@ubbcluj.ro::d7b28f6b-7e8e-48e3-b06b-cc0a244d3028" providerId="AD" clId="Web-{F4CD79DA-A3EF-EC65-CA00-752D6D6C3E6E}" dt="2024-01-10T21:08:34.160" v="7" actId="20577"/>
        <pc:sldMkLst>
          <pc:docMk/>
          <pc:sldMk cId="2714418178" sldId="260"/>
        </pc:sldMkLst>
        <pc:spChg chg="mod">
          <ac:chgData name="TUDOR-ALEXANDRU ILENI" userId="S::tudor.ileni@ubbcluj.ro::d7b28f6b-7e8e-48e3-b06b-cc0a244d3028" providerId="AD" clId="Web-{F4CD79DA-A3EF-EC65-CA00-752D6D6C3E6E}" dt="2024-01-10T21:08:12.346" v="0" actId="20577"/>
          <ac:spMkLst>
            <pc:docMk/>
            <pc:sldMk cId="2714418178" sldId="260"/>
            <ac:spMk id="2" creationId="{394947B8-89FB-545E-AA0A-EDE5D6336F65}"/>
          </ac:spMkLst>
        </pc:spChg>
        <pc:spChg chg="mod">
          <ac:chgData name="TUDOR-ALEXANDRU ILENI" userId="S::tudor.ileni@ubbcluj.ro::d7b28f6b-7e8e-48e3-b06b-cc0a244d3028" providerId="AD" clId="Web-{F4CD79DA-A3EF-EC65-CA00-752D6D6C3E6E}" dt="2024-01-10T21:08:34.160" v="7" actId="20577"/>
          <ac:spMkLst>
            <pc:docMk/>
            <pc:sldMk cId="2714418178" sldId="260"/>
            <ac:spMk id="3" creationId="{13E37087-2F86-DA40-8AEF-E52E6B850E19}"/>
          </ac:spMkLst>
        </pc:spChg>
        <pc:picChg chg="mod">
          <ac:chgData name="TUDOR-ALEXANDRU ILENI" userId="S::tudor.ileni@ubbcluj.ro::d7b28f6b-7e8e-48e3-b06b-cc0a244d3028" providerId="AD" clId="Web-{F4CD79DA-A3EF-EC65-CA00-752D6D6C3E6E}" dt="2024-01-10T21:08:28.613" v="5" actId="1076"/>
          <ac:picMkLst>
            <pc:docMk/>
            <pc:sldMk cId="2714418178" sldId="260"/>
            <ac:picMk id="4" creationId="{82A74125-AFDC-3792-A03D-9D1CD27D21E6}"/>
          </ac:picMkLst>
        </pc:picChg>
      </pc:sldChg>
      <pc:sldChg chg="modSp">
        <pc:chgData name="TUDOR-ALEXANDRU ILENI" userId="S::tudor.ileni@ubbcluj.ro::d7b28f6b-7e8e-48e3-b06b-cc0a244d3028" providerId="AD" clId="Web-{F4CD79DA-A3EF-EC65-CA00-752D6D6C3E6E}" dt="2024-01-10T21:09:15.677" v="11" actId="14100"/>
        <pc:sldMkLst>
          <pc:docMk/>
          <pc:sldMk cId="1985620013" sldId="262"/>
        </pc:sldMkLst>
        <pc:spChg chg="mod">
          <ac:chgData name="TUDOR-ALEXANDRU ILENI" userId="S::tudor.ileni@ubbcluj.ro::d7b28f6b-7e8e-48e3-b06b-cc0a244d3028" providerId="AD" clId="Web-{F4CD79DA-A3EF-EC65-CA00-752D6D6C3E6E}" dt="2024-01-10T21:09:15.677" v="11" actId="14100"/>
          <ac:spMkLst>
            <pc:docMk/>
            <pc:sldMk cId="1985620013" sldId="262"/>
            <ac:spMk id="3" creationId="{2780147D-5B71-892C-1C0B-9734FD5F24B1}"/>
          </ac:spMkLst>
        </pc:spChg>
      </pc:sldChg>
      <pc:sldChg chg="modSp">
        <pc:chgData name="TUDOR-ALEXANDRU ILENI" userId="S::tudor.ileni@ubbcluj.ro::d7b28f6b-7e8e-48e3-b06b-cc0a244d3028" providerId="AD" clId="Web-{F4CD79DA-A3EF-EC65-CA00-752D6D6C3E6E}" dt="2024-01-10T21:11:25.481" v="13" actId="20577"/>
        <pc:sldMkLst>
          <pc:docMk/>
          <pc:sldMk cId="3351458979" sldId="267"/>
        </pc:sldMkLst>
        <pc:spChg chg="mod">
          <ac:chgData name="TUDOR-ALEXANDRU ILENI" userId="S::tudor.ileni@ubbcluj.ro::d7b28f6b-7e8e-48e3-b06b-cc0a244d3028" providerId="AD" clId="Web-{F4CD79DA-A3EF-EC65-CA00-752D6D6C3E6E}" dt="2024-01-10T21:11:25.481" v="13" actId="20577"/>
          <ac:spMkLst>
            <pc:docMk/>
            <pc:sldMk cId="3351458979" sldId="267"/>
            <ac:spMk id="3" creationId="{A55D501C-1F9C-F370-B9B7-4A7FAAF18ED0}"/>
          </ac:spMkLst>
        </pc:spChg>
      </pc:sldChg>
      <pc:sldChg chg="modSp">
        <pc:chgData name="TUDOR-ALEXANDRU ILENI" userId="S::tudor.ileni@ubbcluj.ro::d7b28f6b-7e8e-48e3-b06b-cc0a244d3028" providerId="AD" clId="Web-{F4CD79DA-A3EF-EC65-CA00-752D6D6C3E6E}" dt="2024-01-10T21:13:26.737" v="14" actId="14100"/>
        <pc:sldMkLst>
          <pc:docMk/>
          <pc:sldMk cId="2920499998" sldId="270"/>
        </pc:sldMkLst>
        <pc:spChg chg="mod">
          <ac:chgData name="TUDOR-ALEXANDRU ILENI" userId="S::tudor.ileni@ubbcluj.ro::d7b28f6b-7e8e-48e3-b06b-cc0a244d3028" providerId="AD" clId="Web-{F4CD79DA-A3EF-EC65-CA00-752D6D6C3E6E}" dt="2024-01-10T21:13:26.737" v="14" actId="14100"/>
          <ac:spMkLst>
            <pc:docMk/>
            <pc:sldMk cId="2920499998" sldId="270"/>
            <ac:spMk id="2" creationId="{2E94A008-E150-472A-D696-62017362665F}"/>
          </ac:spMkLst>
        </pc:spChg>
      </pc:sldChg>
    </pc:docChg>
  </pc:docChgLst>
  <pc:docChgLst>
    <pc:chgData name="TUDOR-ALEXANDRU ILENI" userId="S::tudor.ileni@ubbcluj.ro::d7b28f6b-7e8e-48e3-b06b-cc0a244d3028" providerId="AD" clId="Web-{230B73BC-0842-0BDE-B39A-D2D7DC6D93C3}"/>
    <pc:docChg chg="modSld">
      <pc:chgData name="TUDOR-ALEXANDRU ILENI" userId="S::tudor.ileni@ubbcluj.ro::d7b28f6b-7e8e-48e3-b06b-cc0a244d3028" providerId="AD" clId="Web-{230B73BC-0842-0BDE-B39A-D2D7DC6D93C3}" dt="2023-12-19T08:48:27.477" v="28" actId="20577"/>
      <pc:docMkLst>
        <pc:docMk/>
      </pc:docMkLst>
      <pc:sldChg chg="modSp">
        <pc:chgData name="TUDOR-ALEXANDRU ILENI" userId="S::tudor.ileni@ubbcluj.ro::d7b28f6b-7e8e-48e3-b06b-cc0a244d3028" providerId="AD" clId="Web-{230B73BC-0842-0BDE-B39A-D2D7DC6D93C3}" dt="2023-12-19T08:47:29.975" v="13" actId="20577"/>
        <pc:sldMkLst>
          <pc:docMk/>
          <pc:sldMk cId="2197058273" sldId="257"/>
        </pc:sldMkLst>
        <pc:spChg chg="mod">
          <ac:chgData name="TUDOR-ALEXANDRU ILENI" userId="S::tudor.ileni@ubbcluj.ro::d7b28f6b-7e8e-48e3-b06b-cc0a244d3028" providerId="AD" clId="Web-{230B73BC-0842-0BDE-B39A-D2D7DC6D93C3}" dt="2023-12-19T08:47:29.975" v="13" actId="20577"/>
          <ac:spMkLst>
            <pc:docMk/>
            <pc:sldMk cId="2197058273" sldId="257"/>
            <ac:spMk id="3" creationId="{1CD2EF22-8F32-4A38-B178-E218A78C88D7}"/>
          </ac:spMkLst>
        </pc:spChg>
      </pc:sldChg>
      <pc:sldChg chg="modSp">
        <pc:chgData name="TUDOR-ALEXANDRU ILENI" userId="S::tudor.ileni@ubbcluj.ro::d7b28f6b-7e8e-48e3-b06b-cc0a244d3028" providerId="AD" clId="Web-{230B73BC-0842-0BDE-B39A-D2D7DC6D93C3}" dt="2023-12-19T08:47:59.679" v="21" actId="20577"/>
        <pc:sldMkLst>
          <pc:docMk/>
          <pc:sldMk cId="3050390991" sldId="263"/>
        </pc:sldMkLst>
        <pc:spChg chg="mod">
          <ac:chgData name="TUDOR-ALEXANDRU ILENI" userId="S::tudor.ileni@ubbcluj.ro::d7b28f6b-7e8e-48e3-b06b-cc0a244d3028" providerId="AD" clId="Web-{230B73BC-0842-0BDE-B39A-D2D7DC6D93C3}" dt="2023-12-19T08:47:59.679" v="21" actId="20577"/>
          <ac:spMkLst>
            <pc:docMk/>
            <pc:sldMk cId="3050390991" sldId="263"/>
            <ac:spMk id="3" creationId="{E2554D95-B0D3-BACA-F863-30BF137653BA}"/>
          </ac:spMkLst>
        </pc:spChg>
      </pc:sldChg>
      <pc:sldChg chg="modSp">
        <pc:chgData name="TUDOR-ALEXANDRU ILENI" userId="S::tudor.ileni@ubbcluj.ro::d7b28f6b-7e8e-48e3-b06b-cc0a244d3028" providerId="AD" clId="Web-{230B73BC-0842-0BDE-B39A-D2D7DC6D93C3}" dt="2023-12-19T08:48:27.477" v="28" actId="20577"/>
        <pc:sldMkLst>
          <pc:docMk/>
          <pc:sldMk cId="3351458979" sldId="267"/>
        </pc:sldMkLst>
        <pc:spChg chg="mod">
          <ac:chgData name="TUDOR-ALEXANDRU ILENI" userId="S::tudor.ileni@ubbcluj.ro::d7b28f6b-7e8e-48e3-b06b-cc0a244d3028" providerId="AD" clId="Web-{230B73BC-0842-0BDE-B39A-D2D7DC6D93C3}" dt="2023-12-19T08:48:27.477" v="28" actId="20577"/>
          <ac:spMkLst>
            <pc:docMk/>
            <pc:sldMk cId="3351458979" sldId="267"/>
            <ac:spMk id="3" creationId="{A55D501C-1F9C-F370-B9B7-4A7FAAF18ED0}"/>
          </ac:spMkLst>
        </pc:spChg>
      </pc:sldChg>
      <pc:sldChg chg="modSp">
        <pc:chgData name="TUDOR-ALEXANDRU ILENI" userId="S::tudor.ileni@ubbcluj.ro::d7b28f6b-7e8e-48e3-b06b-cc0a244d3028" providerId="AD" clId="Web-{230B73BC-0842-0BDE-B39A-D2D7DC6D93C3}" dt="2023-12-19T08:46:50.020" v="10" actId="20577"/>
        <pc:sldMkLst>
          <pc:docMk/>
          <pc:sldMk cId="3541548402" sldId="268"/>
        </pc:sldMkLst>
        <pc:spChg chg="mod">
          <ac:chgData name="TUDOR-ALEXANDRU ILENI" userId="S::tudor.ileni@ubbcluj.ro::d7b28f6b-7e8e-48e3-b06b-cc0a244d3028" providerId="AD" clId="Web-{230B73BC-0842-0BDE-B39A-D2D7DC6D93C3}" dt="2023-12-19T08:46:50.020" v="10" actId="20577"/>
          <ac:spMkLst>
            <pc:docMk/>
            <pc:sldMk cId="3541548402" sldId="268"/>
            <ac:spMk id="3" creationId="{A55D501C-1F9C-F370-B9B7-4A7FAAF18ED0}"/>
          </ac:spMkLst>
        </pc:spChg>
      </pc:sldChg>
    </pc:docChg>
  </pc:docChgLst>
  <pc:docChgLst>
    <pc:chgData name="TUDOR-ALEXANDRU ILENI" userId="S::tudor.ileni@ubbcluj.ro::d7b28f6b-7e8e-48e3-b06b-cc0a244d3028" providerId="AD" clId="Web-{9C5652D4-D684-11A8-8F85-AEA909065400}"/>
    <pc:docChg chg="addSld delSld modSld addMainMaster delMainMaster">
      <pc:chgData name="TUDOR-ALEXANDRU ILENI" userId="S::tudor.ileni@ubbcluj.ro::d7b28f6b-7e8e-48e3-b06b-cc0a244d3028" providerId="AD" clId="Web-{9C5652D4-D684-11A8-8F85-AEA909065400}" dt="2023-12-11T08:33:30.205" v="633" actId="20577"/>
      <pc:docMkLst>
        <pc:docMk/>
      </pc:docMkLst>
      <pc:sldChg chg="addSp delSp modSp mod modClrScheme delDesignElem chgLayout">
        <pc:chgData name="TUDOR-ALEXANDRU ILENI" userId="S::tudor.ileni@ubbcluj.ro::d7b28f6b-7e8e-48e3-b06b-cc0a244d3028" providerId="AD" clId="Web-{9C5652D4-D684-11A8-8F85-AEA909065400}" dt="2023-12-11T06:38:57.850" v="79"/>
        <pc:sldMkLst>
          <pc:docMk/>
          <pc:sldMk cId="109857222" sldId="256"/>
        </pc:sldMkLst>
        <pc:spChg chg="add">
          <ac:chgData name="TUDOR-ALEXANDRU ILENI" userId="S::tudor.ileni@ubbcluj.ro::d7b28f6b-7e8e-48e3-b06b-cc0a244d3028" providerId="AD" clId="Web-{9C5652D4-D684-11A8-8F85-AEA909065400}" dt="2023-12-11T06:38:57.850" v="79"/>
          <ac:spMkLst>
            <pc:docMk/>
            <pc:sldMk cId="109857222" sldId="256"/>
            <ac:spMk id="2" creationId="{B6AA858A-5CB2-E5CE-5EC2-CE66F037EBB8}"/>
          </ac:spMkLst>
        </pc:spChg>
        <pc:spChg chg="add">
          <ac:chgData name="TUDOR-ALEXANDRU ILENI" userId="S::tudor.ileni@ubbcluj.ro::d7b28f6b-7e8e-48e3-b06b-cc0a244d3028" providerId="AD" clId="Web-{9C5652D4-D684-11A8-8F85-AEA909065400}" dt="2023-12-11T06:38:57.850" v="79"/>
          <ac:spMkLst>
            <pc:docMk/>
            <pc:sldMk cId="109857222" sldId="256"/>
            <ac:spMk id="3" creationId="{76F6F410-027C-C1D4-58E1-CAB66A7FE87E}"/>
          </ac:spMkLst>
        </pc:spChg>
        <pc:spChg chg="del mod ord replId">
          <ac:chgData name="TUDOR-ALEXANDRU ILENI" userId="S::tudor.ileni@ubbcluj.ro::d7b28f6b-7e8e-48e3-b06b-cc0a244d3028" providerId="AD" clId="Web-{9C5652D4-D684-11A8-8F85-AEA909065400}" dt="2023-12-11T06:38:57.850" v="79"/>
          <ac:spMkLst>
            <pc:docMk/>
            <pc:sldMk cId="109857222" sldId="256"/>
            <ac:spMk id="5" creationId="{00000000-0000-0000-0000-000000000000}"/>
          </ac:spMkLst>
        </pc:spChg>
        <pc:spChg chg="del mod ord replId">
          <ac:chgData name="TUDOR-ALEXANDRU ILENI" userId="S::tudor.ileni@ubbcluj.ro::d7b28f6b-7e8e-48e3-b06b-cc0a244d3028" providerId="AD" clId="Web-{9C5652D4-D684-11A8-8F85-AEA909065400}" dt="2023-12-11T06:38:57.850" v="79"/>
          <ac:spMkLst>
            <pc:docMk/>
            <pc:sldMk cId="109857222" sldId="256"/>
            <ac:spMk id="6" creationId="{00000000-0000-0000-0000-000000000000}"/>
          </ac:spMkLst>
        </pc:spChg>
        <pc:spChg chg="add">
          <ac:chgData name="TUDOR-ALEXANDRU ILENI" userId="S::tudor.ileni@ubbcluj.ro::d7b28f6b-7e8e-48e3-b06b-cc0a244d3028" providerId="AD" clId="Web-{9C5652D4-D684-11A8-8F85-AEA909065400}" dt="2023-12-11T06:38:57.850" v="79"/>
          <ac:spMkLst>
            <pc:docMk/>
            <pc:sldMk cId="109857222" sldId="256"/>
            <ac:spMk id="8" creationId="{FFD48BC7-DC40-47DE-87EE-9F4B6ECB9ABB}"/>
          </ac:spMkLst>
        </pc:spChg>
        <pc:spChg chg="del">
          <ac:chgData name="TUDOR-ALEXANDRU ILENI" userId="S::tudor.ileni@ubbcluj.ro::d7b28f6b-7e8e-48e3-b06b-cc0a244d3028" providerId="AD" clId="Web-{9C5652D4-D684-11A8-8F85-AEA909065400}" dt="2023-12-11T06:38:43.584" v="74"/>
          <ac:spMkLst>
            <pc:docMk/>
            <pc:sldMk cId="109857222" sldId="256"/>
            <ac:spMk id="9" creationId="{A8384FB5-9ADC-4DDC-881B-597D56F5B15D}"/>
          </ac:spMkLst>
        </pc:spChg>
        <pc:spChg chg="add">
          <ac:chgData name="TUDOR-ALEXANDRU ILENI" userId="S::tudor.ileni@ubbcluj.ro::d7b28f6b-7e8e-48e3-b06b-cc0a244d3028" providerId="AD" clId="Web-{9C5652D4-D684-11A8-8F85-AEA909065400}" dt="2023-12-11T06:38:57.850" v="79"/>
          <ac:spMkLst>
            <pc:docMk/>
            <pc:sldMk cId="109857222" sldId="256"/>
            <ac:spMk id="10" creationId="{E502BBC7-2C76-46F3-BC24-5985BC13DB88}"/>
          </ac:spMkLst>
        </pc:spChg>
        <pc:spChg chg="del">
          <ac:chgData name="TUDOR-ALEXANDRU ILENI" userId="S::tudor.ileni@ubbcluj.ro::d7b28f6b-7e8e-48e3-b06b-cc0a244d3028" providerId="AD" clId="Web-{9C5652D4-D684-11A8-8F85-AEA909065400}" dt="2023-12-11T06:38:43.584" v="74"/>
          <ac:spMkLst>
            <pc:docMk/>
            <pc:sldMk cId="109857222" sldId="256"/>
            <ac:spMk id="11" creationId="{0AF57B88-1D4C-41FA-A761-EC1DD10C35CB}"/>
          </ac:spMkLst>
        </pc:spChg>
        <pc:spChg chg="add">
          <ac:chgData name="TUDOR-ALEXANDRU ILENI" userId="S::tudor.ileni@ubbcluj.ro::d7b28f6b-7e8e-48e3-b06b-cc0a244d3028" providerId="AD" clId="Web-{9C5652D4-D684-11A8-8F85-AEA909065400}" dt="2023-12-11T06:38:57.850" v="79"/>
          <ac:spMkLst>
            <pc:docMk/>
            <pc:sldMk cId="109857222" sldId="256"/>
            <ac:spMk id="12" creationId="{C7F28D52-2A5F-4D23-81AE-7CB8B591C7AF}"/>
          </ac:spMkLst>
        </pc:spChg>
        <pc:spChg chg="del">
          <ac:chgData name="TUDOR-ALEXANDRU ILENI" userId="S::tudor.ileni@ubbcluj.ro::d7b28f6b-7e8e-48e3-b06b-cc0a244d3028" providerId="AD" clId="Web-{9C5652D4-D684-11A8-8F85-AEA909065400}" dt="2023-12-11T06:38:43.584" v="74"/>
          <ac:spMkLst>
            <pc:docMk/>
            <pc:sldMk cId="109857222" sldId="256"/>
            <ac:spMk id="13" creationId="{D2548F45-5164-4ABB-8212-7F293FDED8D4}"/>
          </ac:spMkLst>
        </pc:spChg>
        <pc:spChg chg="add">
          <ac:chgData name="TUDOR-ALEXANDRU ILENI" userId="S::tudor.ileni@ubbcluj.ro::d7b28f6b-7e8e-48e3-b06b-cc0a244d3028" providerId="AD" clId="Web-{9C5652D4-D684-11A8-8F85-AEA909065400}" dt="2023-12-11T06:38:57.850" v="79"/>
          <ac:spMkLst>
            <pc:docMk/>
            <pc:sldMk cId="109857222" sldId="256"/>
            <ac:spMk id="14" creationId="{3629484E-3792-4B3D-89AD-7C8A1ED0E0D4}"/>
          </ac:spMkLst>
        </pc:spChg>
        <pc:spChg chg="del">
          <ac:chgData name="TUDOR-ALEXANDRU ILENI" userId="S::tudor.ileni@ubbcluj.ro::d7b28f6b-7e8e-48e3-b06b-cc0a244d3028" providerId="AD" clId="Web-{9C5652D4-D684-11A8-8F85-AEA909065400}" dt="2023-12-11T06:38:43.584" v="74"/>
          <ac:spMkLst>
            <pc:docMk/>
            <pc:sldMk cId="109857222" sldId="256"/>
            <ac:spMk id="15" creationId="{5E81CCFB-7BEF-4186-86FB-D09450B4D02D}"/>
          </ac:spMkLst>
        </pc:spChg>
        <pc:picChg chg="del">
          <ac:chgData name="TUDOR-ALEXANDRU ILENI" userId="S::tudor.ileni@ubbcluj.ro::d7b28f6b-7e8e-48e3-b06b-cc0a244d3028" providerId="AD" clId="Web-{9C5652D4-D684-11A8-8F85-AEA909065400}" dt="2023-12-11T06:37:56.255" v="71"/>
          <ac:picMkLst>
            <pc:docMk/>
            <pc:sldMk cId="109857222" sldId="256"/>
            <ac:picMk id="4" creationId="{AD670019-BD24-C850-0BF3-52141C5125EB}"/>
          </ac:picMkLst>
        </pc:picChg>
      </pc:sldChg>
      <pc:sldChg chg="addSp delSp modSp mod setBg modClrScheme chgLayout">
        <pc:chgData name="TUDOR-ALEXANDRU ILENI" userId="S::tudor.ileni@ubbcluj.ro::d7b28f6b-7e8e-48e3-b06b-cc0a244d3028" providerId="AD" clId="Web-{9C5652D4-D684-11A8-8F85-AEA909065400}" dt="2023-12-11T08:01:31.547" v="377" actId="20577"/>
        <pc:sldMkLst>
          <pc:docMk/>
          <pc:sldMk cId="2197058273" sldId="257"/>
        </pc:sldMkLst>
        <pc:spChg chg="add">
          <ac:chgData name="TUDOR-ALEXANDRU ILENI" userId="S::tudor.ileni@ubbcluj.ro::d7b28f6b-7e8e-48e3-b06b-cc0a244d3028" providerId="AD" clId="Web-{9C5652D4-D684-11A8-8F85-AEA909065400}" dt="2023-12-11T06:39:06.569" v="81"/>
          <ac:spMkLst>
            <pc:docMk/>
            <pc:sldMk cId="2197058273" sldId="257"/>
            <ac:spMk id="2" creationId="{978E4B83-08E8-89D9-09BA-C81D30CBB0B3}"/>
          </ac:spMkLst>
        </pc:spChg>
        <pc:spChg chg="add mod">
          <ac:chgData name="TUDOR-ALEXANDRU ILENI" userId="S::tudor.ileni@ubbcluj.ro::d7b28f6b-7e8e-48e3-b06b-cc0a244d3028" providerId="AD" clId="Web-{9C5652D4-D684-11A8-8F85-AEA909065400}" dt="2023-12-11T08:01:31.547" v="377" actId="20577"/>
          <ac:spMkLst>
            <pc:docMk/>
            <pc:sldMk cId="2197058273" sldId="257"/>
            <ac:spMk id="3" creationId="{1CD2EF22-8F32-4A38-B178-E218A78C88D7}"/>
          </ac:spMkLst>
        </pc:spChg>
        <pc:spChg chg="del mod ord replId">
          <ac:chgData name="TUDOR-ALEXANDRU ILENI" userId="S::tudor.ileni@ubbcluj.ro::d7b28f6b-7e8e-48e3-b06b-cc0a244d3028" providerId="AD" clId="Web-{9C5652D4-D684-11A8-8F85-AEA909065400}" dt="2023-12-11T06:39:06.569" v="81"/>
          <ac:spMkLst>
            <pc:docMk/>
            <pc:sldMk cId="2197058273" sldId="257"/>
            <ac:spMk id="5" creationId="{AE4F7DC1-675A-36B6-E8AE-70717BEA9230}"/>
          </ac:spMkLst>
        </pc:spChg>
        <pc:spChg chg="del mod ord replId">
          <ac:chgData name="TUDOR-ALEXANDRU ILENI" userId="S::tudor.ileni@ubbcluj.ro::d7b28f6b-7e8e-48e3-b06b-cc0a244d3028" providerId="AD" clId="Web-{9C5652D4-D684-11A8-8F85-AEA909065400}" dt="2023-12-11T06:39:06.569" v="81"/>
          <ac:spMkLst>
            <pc:docMk/>
            <pc:sldMk cId="2197058273" sldId="257"/>
            <ac:spMk id="6" creationId="{49CD6B91-84BA-09D5-4EB2-4C777CB876E9}"/>
          </ac:spMkLst>
        </pc:spChg>
        <pc:spChg chg="add">
          <ac:chgData name="TUDOR-ALEXANDRU ILENI" userId="S::tudor.ileni@ubbcluj.ro::d7b28f6b-7e8e-48e3-b06b-cc0a244d3028" providerId="AD" clId="Web-{9C5652D4-D684-11A8-8F85-AEA909065400}" dt="2023-12-11T06:39:06.569" v="81"/>
          <ac:spMkLst>
            <pc:docMk/>
            <pc:sldMk cId="2197058273" sldId="257"/>
            <ac:spMk id="8" creationId="{A52B99F1-B2DC-437E-A8A1-A57F2F29F8D1}"/>
          </ac:spMkLst>
        </pc:spChg>
        <pc:spChg chg="add">
          <ac:chgData name="TUDOR-ALEXANDRU ILENI" userId="S::tudor.ileni@ubbcluj.ro::d7b28f6b-7e8e-48e3-b06b-cc0a244d3028" providerId="AD" clId="Web-{9C5652D4-D684-11A8-8F85-AEA909065400}" dt="2023-12-11T06:39:06.569" v="81"/>
          <ac:spMkLst>
            <pc:docMk/>
            <pc:sldMk cId="2197058273" sldId="257"/>
            <ac:spMk id="10" creationId="{55F8BA08-3E38-4B70-B93A-74F08E092206}"/>
          </ac:spMkLst>
        </pc:spChg>
        <pc:spChg chg="add">
          <ac:chgData name="TUDOR-ALEXANDRU ILENI" userId="S::tudor.ileni@ubbcluj.ro::d7b28f6b-7e8e-48e3-b06b-cc0a244d3028" providerId="AD" clId="Web-{9C5652D4-D684-11A8-8F85-AEA909065400}" dt="2023-12-11T06:39:06.569" v="81"/>
          <ac:spMkLst>
            <pc:docMk/>
            <pc:sldMk cId="2197058273" sldId="257"/>
            <ac:spMk id="12" creationId="{357F1B33-79AB-4A71-8CEC-4546D709B8C8}"/>
          </ac:spMkLst>
        </pc:spChg>
      </pc:sldChg>
      <pc:sldChg chg="addSp delSp modSp new mod setBg modClrScheme chgLayout">
        <pc:chgData name="TUDOR-ALEXANDRU ILENI" userId="S::tudor.ileni@ubbcluj.ro::d7b28f6b-7e8e-48e3-b06b-cc0a244d3028" providerId="AD" clId="Web-{9C5652D4-D684-11A8-8F85-AEA909065400}" dt="2023-12-11T06:58:01.209" v="254" actId="20577"/>
        <pc:sldMkLst>
          <pc:docMk/>
          <pc:sldMk cId="2922756982" sldId="258"/>
        </pc:sldMkLst>
        <pc:spChg chg="add del">
          <ac:chgData name="TUDOR-ALEXANDRU ILENI" userId="S::tudor.ileni@ubbcluj.ro::d7b28f6b-7e8e-48e3-b06b-cc0a244d3028" providerId="AD" clId="Web-{9C5652D4-D684-11A8-8F85-AEA909065400}" dt="2023-12-11T06:39:46.727" v="86"/>
          <ac:spMkLst>
            <pc:docMk/>
            <pc:sldMk cId="2922756982" sldId="258"/>
            <ac:spMk id="2" creationId="{9D482B36-5519-E80A-7E00-959AD5B90C9F}"/>
          </ac:spMkLst>
        </pc:spChg>
        <pc:spChg chg="add">
          <ac:chgData name="TUDOR-ALEXANDRU ILENI" userId="S::tudor.ileni@ubbcluj.ro::d7b28f6b-7e8e-48e3-b06b-cc0a244d3028" providerId="AD" clId="Web-{9C5652D4-D684-11A8-8F85-AEA909065400}" dt="2023-12-11T06:39:46.758" v="89"/>
          <ac:spMkLst>
            <pc:docMk/>
            <pc:sldMk cId="2922756982" sldId="258"/>
            <ac:spMk id="2" creationId="{A11F4CD4-0438-3836-7CC6-5435D7544A9A}"/>
          </ac:spMkLst>
        </pc:spChg>
        <pc:spChg chg="add mod">
          <ac:chgData name="TUDOR-ALEXANDRU ILENI" userId="S::tudor.ileni@ubbcluj.ro::d7b28f6b-7e8e-48e3-b06b-cc0a244d3028" providerId="AD" clId="Web-{9C5652D4-D684-11A8-8F85-AEA909065400}" dt="2023-12-11T06:58:01.209" v="254" actId="20577"/>
          <ac:spMkLst>
            <pc:docMk/>
            <pc:sldMk cId="2922756982" sldId="258"/>
            <ac:spMk id="3" creationId="{83F7633F-D0A6-CA29-9F26-6A1A365B43CF}"/>
          </ac:spMkLst>
        </pc:spChg>
        <pc:spChg chg="add del">
          <ac:chgData name="TUDOR-ALEXANDRU ILENI" userId="S::tudor.ileni@ubbcluj.ro::d7b28f6b-7e8e-48e3-b06b-cc0a244d3028" providerId="AD" clId="Web-{9C5652D4-D684-11A8-8F85-AEA909065400}" dt="2023-12-11T06:39:46.727" v="86"/>
          <ac:spMkLst>
            <pc:docMk/>
            <pc:sldMk cId="2922756982" sldId="258"/>
            <ac:spMk id="3" creationId="{DC178893-5DB9-6E1F-CCDB-BC75A6E4FC39}"/>
          </ac:spMkLst>
        </pc:spChg>
        <pc:spChg chg="add del">
          <ac:chgData name="TUDOR-ALEXANDRU ILENI" userId="S::tudor.ileni@ubbcluj.ro::d7b28f6b-7e8e-48e3-b06b-cc0a244d3028" providerId="AD" clId="Web-{9C5652D4-D684-11A8-8F85-AEA909065400}" dt="2023-12-11T06:39:46.727" v="86"/>
          <ac:spMkLst>
            <pc:docMk/>
            <pc:sldMk cId="2922756982" sldId="258"/>
            <ac:spMk id="8" creationId="{CBB2B1F0-0DD6-4744-9A46-7A344FB48E40}"/>
          </ac:spMkLst>
        </pc:spChg>
        <pc:spChg chg="add">
          <ac:chgData name="TUDOR-ALEXANDRU ILENI" userId="S::tudor.ileni@ubbcluj.ro::d7b28f6b-7e8e-48e3-b06b-cc0a244d3028" providerId="AD" clId="Web-{9C5652D4-D684-11A8-8F85-AEA909065400}" dt="2023-12-11T06:39:46.758" v="89"/>
          <ac:spMkLst>
            <pc:docMk/>
            <pc:sldMk cId="2922756982" sldId="258"/>
            <ac:spMk id="9" creationId="{8380AD67-C5CA-4918-B4BB-C359BB03EEDD}"/>
          </ac:spMkLst>
        </pc:spChg>
        <pc:spChg chg="add del">
          <ac:chgData name="TUDOR-ALEXANDRU ILENI" userId="S::tudor.ileni@ubbcluj.ro::d7b28f6b-7e8e-48e3-b06b-cc0a244d3028" providerId="AD" clId="Web-{9C5652D4-D684-11A8-8F85-AEA909065400}" dt="2023-12-11T06:39:46.727" v="86"/>
          <ac:spMkLst>
            <pc:docMk/>
            <pc:sldMk cId="2922756982" sldId="258"/>
            <ac:spMk id="10" creationId="{52D502E5-F6B4-4D58-B4AE-FC466FF15EE8}"/>
          </ac:spMkLst>
        </pc:spChg>
        <pc:spChg chg="add">
          <ac:chgData name="TUDOR-ALEXANDRU ILENI" userId="S::tudor.ileni@ubbcluj.ro::d7b28f6b-7e8e-48e3-b06b-cc0a244d3028" providerId="AD" clId="Web-{9C5652D4-D684-11A8-8F85-AEA909065400}" dt="2023-12-11T06:39:46.758" v="89"/>
          <ac:spMkLst>
            <pc:docMk/>
            <pc:sldMk cId="2922756982" sldId="258"/>
            <ac:spMk id="11" creationId="{EABAD4DA-87BA-4F70-9EF0-45C6BCF17823}"/>
          </ac:spMkLst>
        </pc:spChg>
        <pc:spChg chg="add del">
          <ac:chgData name="TUDOR-ALEXANDRU ILENI" userId="S::tudor.ileni@ubbcluj.ro::d7b28f6b-7e8e-48e3-b06b-cc0a244d3028" providerId="AD" clId="Web-{9C5652D4-D684-11A8-8F85-AEA909065400}" dt="2023-12-11T06:39:46.727" v="86"/>
          <ac:spMkLst>
            <pc:docMk/>
            <pc:sldMk cId="2922756982" sldId="258"/>
            <ac:spMk id="12" creationId="{9DECDBF4-02B6-4BB4-B65B-B8107AD6A9E8}"/>
          </ac:spMkLst>
        </pc:spChg>
        <pc:spChg chg="add">
          <ac:chgData name="TUDOR-ALEXANDRU ILENI" userId="S::tudor.ileni@ubbcluj.ro::d7b28f6b-7e8e-48e3-b06b-cc0a244d3028" providerId="AD" clId="Web-{9C5652D4-D684-11A8-8F85-AEA909065400}" dt="2023-12-11T06:39:46.758" v="89"/>
          <ac:spMkLst>
            <pc:docMk/>
            <pc:sldMk cId="2922756982" sldId="258"/>
            <ac:spMk id="13" creationId="{915128D9-2797-47FA-B6FE-EC24E6B8437A}"/>
          </ac:spMkLst>
        </pc:spChg>
        <pc:spChg chg="add del mod ord replId">
          <ac:chgData name="TUDOR-ALEXANDRU ILENI" userId="S::tudor.ileni@ubbcluj.ro::d7b28f6b-7e8e-48e3-b06b-cc0a244d3028" providerId="AD" clId="Web-{9C5652D4-D684-11A8-8F85-AEA909065400}" dt="2023-12-11T06:39:46.758" v="89"/>
          <ac:spMkLst>
            <pc:docMk/>
            <pc:sldMk cId="2922756982" sldId="258"/>
            <ac:spMk id="15" creationId="{D42F86FB-0827-6207-BAB6-B67A3E614AC5}"/>
          </ac:spMkLst>
        </pc:spChg>
        <pc:spChg chg="add del mod ord replId">
          <ac:chgData name="TUDOR-ALEXANDRU ILENI" userId="S::tudor.ileni@ubbcluj.ro::d7b28f6b-7e8e-48e3-b06b-cc0a244d3028" providerId="AD" clId="Web-{9C5652D4-D684-11A8-8F85-AEA909065400}" dt="2023-12-11T06:39:46.758" v="89"/>
          <ac:spMkLst>
            <pc:docMk/>
            <pc:sldMk cId="2922756982" sldId="258"/>
            <ac:spMk id="16" creationId="{B14C0B84-C1BA-6D54-BF4B-3A867A902142}"/>
          </ac:spMkLst>
        </pc:spChg>
        <pc:picChg chg="add del mod">
          <ac:chgData name="TUDOR-ALEXANDRU ILENI" userId="S::tudor.ileni@ubbcluj.ro::d7b28f6b-7e8e-48e3-b06b-cc0a244d3028" providerId="AD" clId="Web-{9C5652D4-D684-11A8-8F85-AEA909065400}" dt="2023-12-11T06:34:04.874" v="53"/>
          <ac:picMkLst>
            <pc:docMk/>
            <pc:sldMk cId="2922756982" sldId="258"/>
            <ac:picMk id="4" creationId="{FF1C25A1-D595-3372-8C40-EC874AEFCFA8}"/>
          </ac:picMkLst>
        </pc:picChg>
        <pc:picChg chg="add">
          <ac:chgData name="TUDOR-ALEXANDRU ILENI" userId="S::tudor.ileni@ubbcluj.ro::d7b28f6b-7e8e-48e3-b06b-cc0a244d3028" providerId="AD" clId="Web-{9C5652D4-D684-11A8-8F85-AEA909065400}" dt="2023-12-11T06:39:46.758" v="89"/>
          <ac:picMkLst>
            <pc:docMk/>
            <pc:sldMk cId="2922756982" sldId="258"/>
            <ac:picMk id="14" creationId="{130A470E-76A6-EA78-6CF0-17AFB4CE41CE}"/>
          </ac:picMkLst>
        </pc:picChg>
      </pc:sldChg>
      <pc:sldChg chg="modSp new mod modClrScheme chgLayout">
        <pc:chgData name="TUDOR-ALEXANDRU ILENI" userId="S::tudor.ileni@ubbcluj.ro::d7b28f6b-7e8e-48e3-b06b-cc0a244d3028" providerId="AD" clId="Web-{9C5652D4-D684-11A8-8F85-AEA909065400}" dt="2023-12-11T08:08:36.199" v="437" actId="14100"/>
        <pc:sldMkLst>
          <pc:docMk/>
          <pc:sldMk cId="3157650303" sldId="259"/>
        </pc:sldMkLst>
        <pc:spChg chg="mod ord">
          <ac:chgData name="TUDOR-ALEXANDRU ILENI" userId="S::tudor.ileni@ubbcluj.ro::d7b28f6b-7e8e-48e3-b06b-cc0a244d3028" providerId="AD" clId="Web-{9C5652D4-D684-11A8-8F85-AEA909065400}" dt="2023-12-11T06:47:14.082" v="236" actId="20577"/>
          <ac:spMkLst>
            <pc:docMk/>
            <pc:sldMk cId="3157650303" sldId="259"/>
            <ac:spMk id="2" creationId="{77A7DCE7-B245-5D78-0F65-576199D09996}"/>
          </ac:spMkLst>
        </pc:spChg>
        <pc:spChg chg="mod ord">
          <ac:chgData name="TUDOR-ALEXANDRU ILENI" userId="S::tudor.ileni@ubbcluj.ro::d7b28f6b-7e8e-48e3-b06b-cc0a244d3028" providerId="AD" clId="Web-{9C5652D4-D684-11A8-8F85-AEA909065400}" dt="2023-12-11T08:08:36.199" v="437" actId="14100"/>
          <ac:spMkLst>
            <pc:docMk/>
            <pc:sldMk cId="3157650303" sldId="259"/>
            <ac:spMk id="3" creationId="{F6F47124-82BB-8659-EA37-05FB8EE4D093}"/>
          </ac:spMkLst>
        </pc:spChg>
      </pc:sldChg>
      <pc:sldChg chg="addSp delSp modSp new mod setBg">
        <pc:chgData name="TUDOR-ALEXANDRU ILENI" userId="S::tudor.ileni@ubbcluj.ro::d7b28f6b-7e8e-48e3-b06b-cc0a244d3028" providerId="AD" clId="Web-{9C5652D4-D684-11A8-8F85-AEA909065400}" dt="2023-12-11T06:46:57.144" v="218" actId="20577"/>
        <pc:sldMkLst>
          <pc:docMk/>
          <pc:sldMk cId="2714418178" sldId="260"/>
        </pc:sldMkLst>
        <pc:spChg chg="add">
          <ac:chgData name="TUDOR-ALEXANDRU ILENI" userId="S::tudor.ileni@ubbcluj.ro::d7b28f6b-7e8e-48e3-b06b-cc0a244d3028" providerId="AD" clId="Web-{9C5652D4-D684-11A8-8F85-AEA909065400}" dt="2023-12-11T06:46:22.925" v="205"/>
          <ac:spMkLst>
            <pc:docMk/>
            <pc:sldMk cId="2714418178" sldId="260"/>
            <ac:spMk id="2" creationId="{394947B8-89FB-545E-AA0A-EDE5D6336F65}"/>
          </ac:spMkLst>
        </pc:spChg>
        <pc:spChg chg="add">
          <ac:chgData name="TUDOR-ALEXANDRU ILENI" userId="S::tudor.ileni@ubbcluj.ro::d7b28f6b-7e8e-48e3-b06b-cc0a244d3028" providerId="AD" clId="Web-{9C5652D4-D684-11A8-8F85-AEA909065400}" dt="2023-12-11T06:46:22.925" v="205"/>
          <ac:spMkLst>
            <pc:docMk/>
            <pc:sldMk cId="2714418178" sldId="260"/>
            <ac:spMk id="3" creationId="{13E37087-2F86-DA40-8AEF-E52E6B850E19}"/>
          </ac:spMkLst>
        </pc:spChg>
        <pc:spChg chg="add mod">
          <ac:chgData name="TUDOR-ALEXANDRU ILENI" userId="S::tudor.ileni@ubbcluj.ro::d7b28f6b-7e8e-48e3-b06b-cc0a244d3028" providerId="AD" clId="Web-{9C5652D4-D684-11A8-8F85-AEA909065400}" dt="2023-12-11T06:46:57.144" v="218" actId="20577"/>
          <ac:spMkLst>
            <pc:docMk/>
            <pc:sldMk cId="2714418178" sldId="260"/>
            <ac:spMk id="5" creationId="{02CD4572-71A5-F901-665F-AF52F8088AE1}"/>
          </ac:spMkLst>
        </pc:spChg>
        <pc:spChg chg="del mod replId">
          <ac:chgData name="TUDOR-ALEXANDRU ILENI" userId="S::tudor.ileni@ubbcluj.ro::d7b28f6b-7e8e-48e3-b06b-cc0a244d3028" providerId="AD" clId="Web-{9C5652D4-D684-11A8-8F85-AEA909065400}" dt="2023-12-11T06:46:22.925" v="205"/>
          <ac:spMkLst>
            <pc:docMk/>
            <pc:sldMk cId="2714418178" sldId="260"/>
            <ac:spMk id="7" creationId="{A73B28F8-48FC-81C2-F616-8F368E8336FA}"/>
          </ac:spMkLst>
        </pc:spChg>
        <pc:spChg chg="del mod replId">
          <ac:chgData name="TUDOR-ALEXANDRU ILENI" userId="S::tudor.ileni@ubbcluj.ro::d7b28f6b-7e8e-48e3-b06b-cc0a244d3028" providerId="AD" clId="Web-{9C5652D4-D684-11A8-8F85-AEA909065400}" dt="2023-12-11T06:46:22.925" v="205"/>
          <ac:spMkLst>
            <pc:docMk/>
            <pc:sldMk cId="2714418178" sldId="260"/>
            <ac:spMk id="8" creationId="{65B55D65-21BB-8660-EFE7-9AE4EEC6B190}"/>
          </ac:spMkLst>
        </pc:spChg>
        <pc:spChg chg="add del mod replId">
          <ac:chgData name="TUDOR-ALEXANDRU ILENI" userId="S::tudor.ileni@ubbcluj.ro::d7b28f6b-7e8e-48e3-b06b-cc0a244d3028" providerId="AD" clId="Web-{9C5652D4-D684-11A8-8F85-AEA909065400}" dt="2023-12-11T06:46:22.925" v="205"/>
          <ac:spMkLst>
            <pc:docMk/>
            <pc:sldMk cId="2714418178" sldId="260"/>
            <ac:spMk id="10" creationId="{F6F312E2-D3F4-F7E2-0B9B-18102F55D7D7}"/>
          </ac:spMkLst>
        </pc:spChg>
        <pc:spChg chg="add">
          <ac:chgData name="TUDOR-ALEXANDRU ILENI" userId="S::tudor.ileni@ubbcluj.ro::d7b28f6b-7e8e-48e3-b06b-cc0a244d3028" providerId="AD" clId="Web-{9C5652D4-D684-11A8-8F85-AEA909065400}" dt="2023-12-11T06:46:22.925" v="205"/>
          <ac:spMkLst>
            <pc:docMk/>
            <pc:sldMk cId="2714418178" sldId="260"/>
            <ac:spMk id="11" creationId="{53B021B3-DE93-4AB7-8A18-CF5F1CED88B8}"/>
          </ac:spMkLst>
        </pc:spChg>
        <pc:spChg chg="add">
          <ac:chgData name="TUDOR-ALEXANDRU ILENI" userId="S::tudor.ileni@ubbcluj.ro::d7b28f6b-7e8e-48e3-b06b-cc0a244d3028" providerId="AD" clId="Web-{9C5652D4-D684-11A8-8F85-AEA909065400}" dt="2023-12-11T06:46:22.925" v="205"/>
          <ac:spMkLst>
            <pc:docMk/>
            <pc:sldMk cId="2714418178" sldId="260"/>
            <ac:spMk id="13" creationId="{52D502E5-F6B4-4D58-B4AE-FC466FF15EE8}"/>
          </ac:spMkLst>
        </pc:spChg>
        <pc:spChg chg="add">
          <ac:chgData name="TUDOR-ALEXANDRU ILENI" userId="S::tudor.ileni@ubbcluj.ro::d7b28f6b-7e8e-48e3-b06b-cc0a244d3028" providerId="AD" clId="Web-{9C5652D4-D684-11A8-8F85-AEA909065400}" dt="2023-12-11T06:46:22.925" v="205"/>
          <ac:spMkLst>
            <pc:docMk/>
            <pc:sldMk cId="2714418178" sldId="260"/>
            <ac:spMk id="15" creationId="{9DECDBF4-02B6-4BB4-B65B-B8107AD6A9E8}"/>
          </ac:spMkLst>
        </pc:spChg>
        <pc:picChg chg="add mod">
          <ac:chgData name="TUDOR-ALEXANDRU ILENI" userId="S::tudor.ileni@ubbcluj.ro::d7b28f6b-7e8e-48e3-b06b-cc0a244d3028" providerId="AD" clId="Web-{9C5652D4-D684-11A8-8F85-AEA909065400}" dt="2023-12-11T06:46:30.769" v="207" actId="1076"/>
          <ac:picMkLst>
            <pc:docMk/>
            <pc:sldMk cId="2714418178" sldId="260"/>
            <ac:picMk id="4" creationId="{82A74125-AFDC-3792-A03D-9D1CD27D21E6}"/>
          </ac:picMkLst>
        </pc:picChg>
        <pc:picChg chg="add del mod replId">
          <ac:chgData name="TUDOR-ALEXANDRU ILENI" userId="S::tudor.ileni@ubbcluj.ro::d7b28f6b-7e8e-48e3-b06b-cc0a244d3028" providerId="AD" clId="Web-{9C5652D4-D684-11A8-8F85-AEA909065400}" dt="2023-12-11T06:46:22.925" v="205"/>
          <ac:picMkLst>
            <pc:docMk/>
            <pc:sldMk cId="2714418178" sldId="260"/>
            <ac:picMk id="9" creationId="{505E860D-3DB6-8F73-0E14-2B1CC8148028}"/>
          </ac:picMkLst>
        </pc:picChg>
      </pc:sldChg>
      <pc:sldChg chg="addSp delSp modSp new mod setBg">
        <pc:chgData name="TUDOR-ALEXANDRU ILENI" userId="S::tudor.ileni@ubbcluj.ro::d7b28f6b-7e8e-48e3-b06b-cc0a244d3028" providerId="AD" clId="Web-{9C5652D4-D684-11A8-8F85-AEA909065400}" dt="2023-12-11T06:59:15.883" v="283"/>
        <pc:sldMkLst>
          <pc:docMk/>
          <pc:sldMk cId="3798792207" sldId="261"/>
        </pc:sldMkLst>
        <pc:spChg chg="add">
          <ac:chgData name="TUDOR-ALEXANDRU ILENI" userId="S::tudor.ileni@ubbcluj.ro::d7b28f6b-7e8e-48e3-b06b-cc0a244d3028" providerId="AD" clId="Web-{9C5652D4-D684-11A8-8F85-AEA909065400}" dt="2023-12-11T06:59:15.883" v="283"/>
          <ac:spMkLst>
            <pc:docMk/>
            <pc:sldMk cId="3798792207" sldId="261"/>
            <ac:spMk id="2" creationId="{D8DB9F6F-DF5F-E684-791E-FA84F48248A9}"/>
          </ac:spMkLst>
        </pc:spChg>
        <pc:spChg chg="add">
          <ac:chgData name="TUDOR-ALEXANDRU ILENI" userId="S::tudor.ileni@ubbcluj.ro::d7b28f6b-7e8e-48e3-b06b-cc0a244d3028" providerId="AD" clId="Web-{9C5652D4-D684-11A8-8F85-AEA909065400}" dt="2023-12-11T06:59:15.883" v="283"/>
          <ac:spMkLst>
            <pc:docMk/>
            <pc:sldMk cId="3798792207" sldId="261"/>
            <ac:spMk id="3" creationId="{31429D38-DD5E-F683-5BA1-4326731E9E03}"/>
          </ac:spMkLst>
        </pc:spChg>
        <pc:spChg chg="del mod replId">
          <ac:chgData name="TUDOR-ALEXANDRU ILENI" userId="S::tudor.ileni@ubbcluj.ro::d7b28f6b-7e8e-48e3-b06b-cc0a244d3028" providerId="AD" clId="Web-{9C5652D4-D684-11A8-8F85-AEA909065400}" dt="2023-12-11T06:59:15.883" v="283"/>
          <ac:spMkLst>
            <pc:docMk/>
            <pc:sldMk cId="3798792207" sldId="261"/>
            <ac:spMk id="5" creationId="{5FD5A6F9-E371-A4A6-37D3-6F87560C7404}"/>
          </ac:spMkLst>
        </pc:spChg>
        <pc:spChg chg="del mod replId">
          <ac:chgData name="TUDOR-ALEXANDRU ILENI" userId="S::tudor.ileni@ubbcluj.ro::d7b28f6b-7e8e-48e3-b06b-cc0a244d3028" providerId="AD" clId="Web-{9C5652D4-D684-11A8-8F85-AEA909065400}" dt="2023-12-11T06:59:15.883" v="283"/>
          <ac:spMkLst>
            <pc:docMk/>
            <pc:sldMk cId="3798792207" sldId="261"/>
            <ac:spMk id="6" creationId="{963ACCC4-419F-BBE7-1609-AA875927C445}"/>
          </ac:spMkLst>
        </pc:spChg>
        <pc:spChg chg="add">
          <ac:chgData name="TUDOR-ALEXANDRU ILENI" userId="S::tudor.ileni@ubbcluj.ro::d7b28f6b-7e8e-48e3-b06b-cc0a244d3028" providerId="AD" clId="Web-{9C5652D4-D684-11A8-8F85-AEA909065400}" dt="2023-12-11T06:59:15.883" v="283"/>
          <ac:spMkLst>
            <pc:docMk/>
            <pc:sldMk cId="3798792207" sldId="261"/>
            <ac:spMk id="8" creationId="{DAF1966E-FD40-4A4A-B61B-C4DF7FA05F06}"/>
          </ac:spMkLst>
        </pc:spChg>
        <pc:spChg chg="add">
          <ac:chgData name="TUDOR-ALEXANDRU ILENI" userId="S::tudor.ileni@ubbcluj.ro::d7b28f6b-7e8e-48e3-b06b-cc0a244d3028" providerId="AD" clId="Web-{9C5652D4-D684-11A8-8F85-AEA909065400}" dt="2023-12-11T06:59:15.883" v="283"/>
          <ac:spMkLst>
            <pc:docMk/>
            <pc:sldMk cId="3798792207" sldId="261"/>
            <ac:spMk id="10" creationId="{047BFA19-D45E-416B-A404-7AF2F3F27017}"/>
          </ac:spMkLst>
        </pc:spChg>
        <pc:spChg chg="add">
          <ac:chgData name="TUDOR-ALEXANDRU ILENI" userId="S::tudor.ileni@ubbcluj.ro::d7b28f6b-7e8e-48e3-b06b-cc0a244d3028" providerId="AD" clId="Web-{9C5652D4-D684-11A8-8F85-AEA909065400}" dt="2023-12-11T06:59:15.883" v="283"/>
          <ac:spMkLst>
            <pc:docMk/>
            <pc:sldMk cId="3798792207" sldId="261"/>
            <ac:spMk id="12" creationId="{8E0105E7-23DB-4CF2-8258-FF47C7620F6E}"/>
          </ac:spMkLst>
        </pc:spChg>
        <pc:spChg chg="add">
          <ac:chgData name="TUDOR-ALEXANDRU ILENI" userId="S::tudor.ileni@ubbcluj.ro::d7b28f6b-7e8e-48e3-b06b-cc0a244d3028" providerId="AD" clId="Web-{9C5652D4-D684-11A8-8F85-AEA909065400}" dt="2023-12-11T06:59:15.883" v="283"/>
          <ac:spMkLst>
            <pc:docMk/>
            <pc:sldMk cId="3798792207" sldId="261"/>
            <ac:spMk id="14" creationId="{074B4F7D-14B2-478B-8BF5-01E4E0C5D263}"/>
          </ac:spMkLst>
        </pc:spChg>
      </pc:sldChg>
      <pc:sldChg chg="addSp delSp modSp new mod setBg">
        <pc:chgData name="TUDOR-ALEXANDRU ILENI" userId="S::tudor.ileni@ubbcluj.ro::d7b28f6b-7e8e-48e3-b06b-cc0a244d3028" providerId="AD" clId="Web-{9C5652D4-D684-11A8-8F85-AEA909065400}" dt="2023-12-11T07:26:37.539" v="305" actId="20577"/>
        <pc:sldMkLst>
          <pc:docMk/>
          <pc:sldMk cId="1985620013" sldId="262"/>
        </pc:sldMkLst>
        <pc:spChg chg="add mod">
          <ac:chgData name="TUDOR-ALEXANDRU ILENI" userId="S::tudor.ileni@ubbcluj.ro::d7b28f6b-7e8e-48e3-b06b-cc0a244d3028" providerId="AD" clId="Web-{9C5652D4-D684-11A8-8F85-AEA909065400}" dt="2023-12-11T07:26:13.647" v="299" actId="14100"/>
          <ac:spMkLst>
            <pc:docMk/>
            <pc:sldMk cId="1985620013" sldId="262"/>
            <ac:spMk id="2" creationId="{35277577-49EF-C6D8-C16F-B7DB7AA303EA}"/>
          </ac:spMkLst>
        </pc:spChg>
        <pc:spChg chg="add mod">
          <ac:chgData name="TUDOR-ALEXANDRU ILENI" userId="S::tudor.ileni@ubbcluj.ro::d7b28f6b-7e8e-48e3-b06b-cc0a244d3028" providerId="AD" clId="Web-{9C5652D4-D684-11A8-8F85-AEA909065400}" dt="2023-12-11T07:26:37.539" v="305" actId="20577"/>
          <ac:spMkLst>
            <pc:docMk/>
            <pc:sldMk cId="1985620013" sldId="262"/>
            <ac:spMk id="3" creationId="{2780147D-5B71-892C-1C0B-9734FD5F24B1}"/>
          </ac:spMkLst>
        </pc:spChg>
        <pc:spChg chg="del mod replId">
          <ac:chgData name="TUDOR-ALEXANDRU ILENI" userId="S::tudor.ileni@ubbcluj.ro::d7b28f6b-7e8e-48e3-b06b-cc0a244d3028" providerId="AD" clId="Web-{9C5652D4-D684-11A8-8F85-AEA909065400}" dt="2023-12-11T07:26:10.022" v="298"/>
          <ac:spMkLst>
            <pc:docMk/>
            <pc:sldMk cId="1985620013" sldId="262"/>
            <ac:spMk id="5" creationId="{ACD4C988-A4F8-3D08-BF57-A8A7681A2808}"/>
          </ac:spMkLst>
        </pc:spChg>
        <pc:spChg chg="del mod replId">
          <ac:chgData name="TUDOR-ALEXANDRU ILENI" userId="S::tudor.ileni@ubbcluj.ro::d7b28f6b-7e8e-48e3-b06b-cc0a244d3028" providerId="AD" clId="Web-{9C5652D4-D684-11A8-8F85-AEA909065400}" dt="2023-12-11T07:26:10.022" v="298"/>
          <ac:spMkLst>
            <pc:docMk/>
            <pc:sldMk cId="1985620013" sldId="262"/>
            <ac:spMk id="6" creationId="{867F7CCB-1EAB-C32E-8D5E-6E75C45E7D35}"/>
          </ac:spMkLst>
        </pc:spChg>
        <pc:spChg chg="add">
          <ac:chgData name="TUDOR-ALEXANDRU ILENI" userId="S::tudor.ileni@ubbcluj.ro::d7b28f6b-7e8e-48e3-b06b-cc0a244d3028" providerId="AD" clId="Web-{9C5652D4-D684-11A8-8F85-AEA909065400}" dt="2023-12-11T07:26:10.022" v="298"/>
          <ac:spMkLst>
            <pc:docMk/>
            <pc:sldMk cId="1985620013" sldId="262"/>
            <ac:spMk id="8" creationId="{081EA652-8C6A-4E69-BEB9-170809474553}"/>
          </ac:spMkLst>
        </pc:spChg>
        <pc:spChg chg="add">
          <ac:chgData name="TUDOR-ALEXANDRU ILENI" userId="S::tudor.ileni@ubbcluj.ro::d7b28f6b-7e8e-48e3-b06b-cc0a244d3028" providerId="AD" clId="Web-{9C5652D4-D684-11A8-8F85-AEA909065400}" dt="2023-12-11T07:26:10.022" v="298"/>
          <ac:spMkLst>
            <pc:docMk/>
            <pc:sldMk cId="1985620013" sldId="262"/>
            <ac:spMk id="10" creationId="{5298780A-33B9-4EA2-8F67-DE68AD62841B}"/>
          </ac:spMkLst>
        </pc:spChg>
        <pc:spChg chg="add">
          <ac:chgData name="TUDOR-ALEXANDRU ILENI" userId="S::tudor.ileni@ubbcluj.ro::d7b28f6b-7e8e-48e3-b06b-cc0a244d3028" providerId="AD" clId="Web-{9C5652D4-D684-11A8-8F85-AEA909065400}" dt="2023-12-11T07:26:10.022" v="298"/>
          <ac:spMkLst>
            <pc:docMk/>
            <pc:sldMk cId="1985620013" sldId="262"/>
            <ac:spMk id="12" creationId="{7F488E8B-4E1E-4402-8935-D4E6C02615C7}"/>
          </ac:spMkLst>
        </pc:spChg>
      </pc:sldChg>
      <pc:sldChg chg="addSp delSp modSp new mod setBg">
        <pc:chgData name="TUDOR-ALEXANDRU ILENI" userId="S::tudor.ileni@ubbcluj.ro::d7b28f6b-7e8e-48e3-b06b-cc0a244d3028" providerId="AD" clId="Web-{9C5652D4-D684-11A8-8F85-AEA909065400}" dt="2023-12-11T07:59:54.107" v="355" actId="20577"/>
        <pc:sldMkLst>
          <pc:docMk/>
          <pc:sldMk cId="3050390991" sldId="263"/>
        </pc:sldMkLst>
        <pc:spChg chg="add">
          <ac:chgData name="TUDOR-ALEXANDRU ILENI" userId="S::tudor.ileni@ubbcluj.ro::d7b28f6b-7e8e-48e3-b06b-cc0a244d3028" providerId="AD" clId="Web-{9C5652D4-D684-11A8-8F85-AEA909065400}" dt="2023-12-11T07:58:34.886" v="343"/>
          <ac:spMkLst>
            <pc:docMk/>
            <pc:sldMk cId="3050390991" sldId="263"/>
            <ac:spMk id="2" creationId="{AB4082F9-44B7-BE4F-1F96-D842F4978762}"/>
          </ac:spMkLst>
        </pc:spChg>
        <pc:spChg chg="add mod">
          <ac:chgData name="TUDOR-ALEXANDRU ILENI" userId="S::tudor.ileni@ubbcluj.ro::d7b28f6b-7e8e-48e3-b06b-cc0a244d3028" providerId="AD" clId="Web-{9C5652D4-D684-11A8-8F85-AEA909065400}" dt="2023-12-11T07:59:54.107" v="355" actId="20577"/>
          <ac:spMkLst>
            <pc:docMk/>
            <pc:sldMk cId="3050390991" sldId="263"/>
            <ac:spMk id="3" creationId="{E2554D95-B0D3-BACA-F863-30BF137653BA}"/>
          </ac:spMkLst>
        </pc:spChg>
        <pc:spChg chg="del mod replId">
          <ac:chgData name="TUDOR-ALEXANDRU ILENI" userId="S::tudor.ileni@ubbcluj.ro::d7b28f6b-7e8e-48e3-b06b-cc0a244d3028" providerId="AD" clId="Web-{9C5652D4-D684-11A8-8F85-AEA909065400}" dt="2023-12-11T07:58:34.886" v="343"/>
          <ac:spMkLst>
            <pc:docMk/>
            <pc:sldMk cId="3050390991" sldId="263"/>
            <ac:spMk id="7" creationId="{CECF71B8-5162-B1CF-3E2C-7905C70A8B61}"/>
          </ac:spMkLst>
        </pc:spChg>
        <pc:spChg chg="del mod replId">
          <ac:chgData name="TUDOR-ALEXANDRU ILENI" userId="S::tudor.ileni@ubbcluj.ro::d7b28f6b-7e8e-48e3-b06b-cc0a244d3028" providerId="AD" clId="Web-{9C5652D4-D684-11A8-8F85-AEA909065400}" dt="2023-12-11T07:58:34.886" v="343"/>
          <ac:spMkLst>
            <pc:docMk/>
            <pc:sldMk cId="3050390991" sldId="263"/>
            <ac:spMk id="8" creationId="{DBABF961-76EB-45DD-26DA-E3D6A10F63C2}"/>
          </ac:spMkLst>
        </pc:spChg>
        <pc:spChg chg="add">
          <ac:chgData name="TUDOR-ALEXANDRU ILENI" userId="S::tudor.ileni@ubbcluj.ro::d7b28f6b-7e8e-48e3-b06b-cc0a244d3028" providerId="AD" clId="Web-{9C5652D4-D684-11A8-8F85-AEA909065400}" dt="2023-12-11T07:58:34.886" v="343"/>
          <ac:spMkLst>
            <pc:docMk/>
            <pc:sldMk cId="3050390991" sldId="263"/>
            <ac:spMk id="10" creationId="{AAAE94E3-A7DB-4868-B1E3-E49703488BBC}"/>
          </ac:spMkLst>
        </pc:spChg>
        <pc:spChg chg="add">
          <ac:chgData name="TUDOR-ALEXANDRU ILENI" userId="S::tudor.ileni@ubbcluj.ro::d7b28f6b-7e8e-48e3-b06b-cc0a244d3028" providerId="AD" clId="Web-{9C5652D4-D684-11A8-8F85-AEA909065400}" dt="2023-12-11T07:58:34.886" v="343"/>
          <ac:spMkLst>
            <pc:docMk/>
            <pc:sldMk cId="3050390991" sldId="263"/>
            <ac:spMk id="16" creationId="{3873B707-463F-40B0-8227-E8CC6C67EB25}"/>
          </ac:spMkLst>
        </pc:spChg>
        <pc:spChg chg="add">
          <ac:chgData name="TUDOR-ALEXANDRU ILENI" userId="S::tudor.ileni@ubbcluj.ro::d7b28f6b-7e8e-48e3-b06b-cc0a244d3028" providerId="AD" clId="Web-{9C5652D4-D684-11A8-8F85-AEA909065400}" dt="2023-12-11T07:58:34.886" v="343"/>
          <ac:spMkLst>
            <pc:docMk/>
            <pc:sldMk cId="3050390991" sldId="263"/>
            <ac:spMk id="18" creationId="{C13237C8-E62C-4F0D-A318-BD6FB6C2D138}"/>
          </ac:spMkLst>
        </pc:spChg>
        <pc:spChg chg="add">
          <ac:chgData name="TUDOR-ALEXANDRU ILENI" userId="S::tudor.ileni@ubbcluj.ro::d7b28f6b-7e8e-48e3-b06b-cc0a244d3028" providerId="AD" clId="Web-{9C5652D4-D684-11A8-8F85-AEA909065400}" dt="2023-12-11T07:58:34.886" v="343"/>
          <ac:spMkLst>
            <pc:docMk/>
            <pc:sldMk cId="3050390991" sldId="263"/>
            <ac:spMk id="20" creationId="{19C9EAEA-39D0-4B0E-A0EB-51E7B26740B1}"/>
          </ac:spMkLst>
        </pc:spChg>
        <pc:spChg chg="add">
          <ac:chgData name="TUDOR-ALEXANDRU ILENI" userId="S::tudor.ileni@ubbcluj.ro::d7b28f6b-7e8e-48e3-b06b-cc0a244d3028" providerId="AD" clId="Web-{9C5652D4-D684-11A8-8F85-AEA909065400}" dt="2023-12-11T07:58:34.886" v="343"/>
          <ac:spMkLst>
            <pc:docMk/>
            <pc:sldMk cId="3050390991" sldId="263"/>
            <ac:spMk id="22" creationId="{8CB5D2D7-DF65-4E86-BFBA-FFB9B5ACEB64}"/>
          </ac:spMkLst>
        </pc:spChg>
        <pc:grpChg chg="add">
          <ac:chgData name="TUDOR-ALEXANDRU ILENI" userId="S::tudor.ileni@ubbcluj.ro::d7b28f6b-7e8e-48e3-b06b-cc0a244d3028" providerId="AD" clId="Web-{9C5652D4-D684-11A8-8F85-AEA909065400}" dt="2023-12-11T07:58:34.886" v="343"/>
          <ac:grpSpMkLst>
            <pc:docMk/>
            <pc:sldMk cId="3050390991" sldId="263"/>
            <ac:grpSpMk id="12" creationId="{1DE889C7-FAD6-4397-98E2-05D503484459}"/>
          </ac:grpSpMkLst>
        </pc:grpChg>
        <pc:picChg chg="add mod">
          <ac:chgData name="TUDOR-ALEXANDRU ILENI" userId="S::tudor.ileni@ubbcluj.ro::d7b28f6b-7e8e-48e3-b06b-cc0a244d3028" providerId="AD" clId="Web-{9C5652D4-D684-11A8-8F85-AEA909065400}" dt="2023-12-11T07:58:43.590" v="347" actId="1076"/>
          <ac:picMkLst>
            <pc:docMk/>
            <pc:sldMk cId="3050390991" sldId="263"/>
            <ac:picMk id="4" creationId="{665919CC-E19B-4D49-185D-677E93418929}"/>
          </ac:picMkLst>
        </pc:picChg>
        <pc:picChg chg="add mod ord">
          <ac:chgData name="TUDOR-ALEXANDRU ILENI" userId="S::tudor.ileni@ubbcluj.ro::d7b28f6b-7e8e-48e3-b06b-cc0a244d3028" providerId="AD" clId="Web-{9C5652D4-D684-11A8-8F85-AEA909065400}" dt="2023-12-11T07:59:32.106" v="352" actId="1076"/>
          <ac:picMkLst>
            <pc:docMk/>
            <pc:sldMk cId="3050390991" sldId="263"/>
            <ac:picMk id="5" creationId="{C61CE15D-8590-254D-E64B-CFBFF4F5D6EE}"/>
          </ac:picMkLst>
        </pc:picChg>
        <pc:picChg chg="add del mod replId">
          <ac:chgData name="TUDOR-ALEXANDRU ILENI" userId="S::tudor.ileni@ubbcluj.ro::d7b28f6b-7e8e-48e3-b06b-cc0a244d3028" providerId="AD" clId="Web-{9C5652D4-D684-11A8-8F85-AEA909065400}" dt="2023-12-11T07:58:34.886" v="343"/>
          <ac:picMkLst>
            <pc:docMk/>
            <pc:sldMk cId="3050390991" sldId="263"/>
            <ac:picMk id="9" creationId="{345BDB47-5EA5-9EFC-5319-8E4CE4CE13E7}"/>
          </ac:picMkLst>
        </pc:picChg>
        <pc:picChg chg="add del mod replId">
          <ac:chgData name="TUDOR-ALEXANDRU ILENI" userId="S::tudor.ileni@ubbcluj.ro::d7b28f6b-7e8e-48e3-b06b-cc0a244d3028" providerId="AD" clId="Web-{9C5652D4-D684-11A8-8F85-AEA909065400}" dt="2023-12-11T07:58:34.886" v="343"/>
          <ac:picMkLst>
            <pc:docMk/>
            <pc:sldMk cId="3050390991" sldId="263"/>
            <ac:picMk id="11" creationId="{E96754B6-290F-695D-94D7-CE721E53266F}"/>
          </ac:picMkLst>
        </pc:picChg>
      </pc:sldChg>
      <pc:sldChg chg="modSp new">
        <pc:chgData name="TUDOR-ALEXANDRU ILENI" userId="S::tudor.ileni@ubbcluj.ro::d7b28f6b-7e8e-48e3-b06b-cc0a244d3028" providerId="AD" clId="Web-{9C5652D4-D684-11A8-8F85-AEA909065400}" dt="2023-12-11T08:10:58.858" v="441" actId="20577"/>
        <pc:sldMkLst>
          <pc:docMk/>
          <pc:sldMk cId="1013571802" sldId="264"/>
        </pc:sldMkLst>
        <pc:spChg chg="mod">
          <ac:chgData name="TUDOR-ALEXANDRU ILENI" userId="S::tudor.ileni@ubbcluj.ro::d7b28f6b-7e8e-48e3-b06b-cc0a244d3028" providerId="AD" clId="Web-{9C5652D4-D684-11A8-8F85-AEA909065400}" dt="2023-12-11T08:00:10.795" v="360" actId="20577"/>
          <ac:spMkLst>
            <pc:docMk/>
            <pc:sldMk cId="1013571802" sldId="264"/>
            <ac:spMk id="2" creationId="{A187708D-F52E-9735-2484-0FEACC30B539}"/>
          </ac:spMkLst>
        </pc:spChg>
        <pc:spChg chg="mod">
          <ac:chgData name="TUDOR-ALEXANDRU ILENI" userId="S::tudor.ileni@ubbcluj.ro::d7b28f6b-7e8e-48e3-b06b-cc0a244d3028" providerId="AD" clId="Web-{9C5652D4-D684-11A8-8F85-AEA909065400}" dt="2023-12-11T08:10:58.858" v="441" actId="20577"/>
          <ac:spMkLst>
            <pc:docMk/>
            <pc:sldMk cId="1013571802" sldId="264"/>
            <ac:spMk id="3" creationId="{80E2AFF5-12CB-C729-200B-95AD69004CE6}"/>
          </ac:spMkLst>
        </pc:spChg>
      </pc:sldChg>
      <pc:sldChg chg="modSp new">
        <pc:chgData name="TUDOR-ALEXANDRU ILENI" userId="S::tudor.ileni@ubbcluj.ro::d7b28f6b-7e8e-48e3-b06b-cc0a244d3028" providerId="AD" clId="Web-{9C5652D4-D684-11A8-8F85-AEA909065400}" dt="2023-12-11T08:00:35.014" v="365" actId="20577"/>
        <pc:sldMkLst>
          <pc:docMk/>
          <pc:sldMk cId="3612327695" sldId="265"/>
        </pc:sldMkLst>
        <pc:spChg chg="mod">
          <ac:chgData name="TUDOR-ALEXANDRU ILENI" userId="S::tudor.ileni@ubbcluj.ro::d7b28f6b-7e8e-48e3-b06b-cc0a244d3028" providerId="AD" clId="Web-{9C5652D4-D684-11A8-8F85-AEA909065400}" dt="2023-12-11T08:00:35.014" v="365" actId="20577"/>
          <ac:spMkLst>
            <pc:docMk/>
            <pc:sldMk cId="3612327695" sldId="265"/>
            <ac:spMk id="2" creationId="{9C361D7C-5176-8CE9-EE22-E304320E4C2D}"/>
          </ac:spMkLst>
        </pc:spChg>
      </pc:sldChg>
      <pc:sldChg chg="modSp new del">
        <pc:chgData name="TUDOR-ALEXANDRU ILENI" userId="S::tudor.ileni@ubbcluj.ro::d7b28f6b-7e8e-48e3-b06b-cc0a244d3028" providerId="AD" clId="Web-{9C5652D4-D684-11A8-8F85-AEA909065400}" dt="2023-12-11T08:01:59.548" v="386"/>
        <pc:sldMkLst>
          <pc:docMk/>
          <pc:sldMk cId="21642148" sldId="266"/>
        </pc:sldMkLst>
        <pc:spChg chg="mod">
          <ac:chgData name="TUDOR-ALEXANDRU ILENI" userId="S::tudor.ileni@ubbcluj.ro::d7b28f6b-7e8e-48e3-b06b-cc0a244d3028" providerId="AD" clId="Web-{9C5652D4-D684-11A8-8F85-AEA909065400}" dt="2023-12-11T08:01:42.766" v="380" actId="20577"/>
          <ac:spMkLst>
            <pc:docMk/>
            <pc:sldMk cId="21642148" sldId="266"/>
            <ac:spMk id="2" creationId="{010A9248-FE94-02D3-DAA3-1EAB840AC45C}"/>
          </ac:spMkLst>
        </pc:spChg>
      </pc:sldChg>
      <pc:sldChg chg="modSp add replId">
        <pc:chgData name="TUDOR-ALEXANDRU ILENI" userId="S::tudor.ileni@ubbcluj.ro::d7b28f6b-7e8e-48e3-b06b-cc0a244d3028" providerId="AD" clId="Web-{9C5652D4-D684-11A8-8F85-AEA909065400}" dt="2023-12-11T08:01:51.016" v="384" actId="20577"/>
        <pc:sldMkLst>
          <pc:docMk/>
          <pc:sldMk cId="3351458979" sldId="267"/>
        </pc:sldMkLst>
        <pc:spChg chg="mod">
          <ac:chgData name="TUDOR-ALEXANDRU ILENI" userId="S::tudor.ileni@ubbcluj.ro::d7b28f6b-7e8e-48e3-b06b-cc0a244d3028" providerId="AD" clId="Web-{9C5652D4-D684-11A8-8F85-AEA909065400}" dt="2023-12-11T08:01:51.016" v="384" actId="20577"/>
          <ac:spMkLst>
            <pc:docMk/>
            <pc:sldMk cId="3351458979" sldId="267"/>
            <ac:spMk id="2" creationId="{9C361D7C-5176-8CE9-EE22-E304320E4C2D}"/>
          </ac:spMkLst>
        </pc:spChg>
      </pc:sldChg>
      <pc:sldChg chg="modSp add replId">
        <pc:chgData name="TUDOR-ALEXANDRU ILENI" userId="S::tudor.ileni@ubbcluj.ro::d7b28f6b-7e8e-48e3-b06b-cc0a244d3028" providerId="AD" clId="Web-{9C5652D4-D684-11A8-8F85-AEA909065400}" dt="2023-12-11T08:02:16.111" v="389" actId="20577"/>
        <pc:sldMkLst>
          <pc:docMk/>
          <pc:sldMk cId="3541548402" sldId="268"/>
        </pc:sldMkLst>
        <pc:spChg chg="mod">
          <ac:chgData name="TUDOR-ALEXANDRU ILENI" userId="S::tudor.ileni@ubbcluj.ro::d7b28f6b-7e8e-48e3-b06b-cc0a244d3028" providerId="AD" clId="Web-{9C5652D4-D684-11A8-8F85-AEA909065400}" dt="2023-12-11T08:02:16.111" v="389" actId="20577"/>
          <ac:spMkLst>
            <pc:docMk/>
            <pc:sldMk cId="3541548402" sldId="268"/>
            <ac:spMk id="2" creationId="{9C361D7C-5176-8CE9-EE22-E304320E4C2D}"/>
          </ac:spMkLst>
        </pc:spChg>
      </pc:sldChg>
      <pc:sldChg chg="modSp new">
        <pc:chgData name="TUDOR-ALEXANDRU ILENI" userId="S::tudor.ileni@ubbcluj.ro::d7b28f6b-7e8e-48e3-b06b-cc0a244d3028" providerId="AD" clId="Web-{9C5652D4-D684-11A8-8F85-AEA909065400}" dt="2023-12-11T08:02:26.939" v="393" actId="20577"/>
        <pc:sldMkLst>
          <pc:docMk/>
          <pc:sldMk cId="4090251373" sldId="269"/>
        </pc:sldMkLst>
        <pc:spChg chg="mod">
          <ac:chgData name="TUDOR-ALEXANDRU ILENI" userId="S::tudor.ileni@ubbcluj.ro::d7b28f6b-7e8e-48e3-b06b-cc0a244d3028" providerId="AD" clId="Web-{9C5652D4-D684-11A8-8F85-AEA909065400}" dt="2023-12-11T08:02:26.939" v="393" actId="20577"/>
          <ac:spMkLst>
            <pc:docMk/>
            <pc:sldMk cId="4090251373" sldId="269"/>
            <ac:spMk id="2" creationId="{075B35E8-D062-8947-A29A-CC6617B9B67A}"/>
          </ac:spMkLst>
        </pc:spChg>
      </pc:sldChg>
      <pc:sldChg chg="modSp new">
        <pc:chgData name="TUDOR-ALEXANDRU ILENI" userId="S::tudor.ileni@ubbcluj.ro::d7b28f6b-7e8e-48e3-b06b-cc0a244d3028" providerId="AD" clId="Web-{9C5652D4-D684-11A8-8F85-AEA909065400}" dt="2023-12-11T08:02:55.830" v="419" actId="20577"/>
        <pc:sldMkLst>
          <pc:docMk/>
          <pc:sldMk cId="2920499998" sldId="270"/>
        </pc:sldMkLst>
        <pc:spChg chg="mod">
          <ac:chgData name="TUDOR-ALEXANDRU ILENI" userId="S::tudor.ileni@ubbcluj.ro::d7b28f6b-7e8e-48e3-b06b-cc0a244d3028" providerId="AD" clId="Web-{9C5652D4-D684-11A8-8F85-AEA909065400}" dt="2023-12-11T08:02:36.439" v="396" actId="20577"/>
          <ac:spMkLst>
            <pc:docMk/>
            <pc:sldMk cId="2920499998" sldId="270"/>
            <ac:spMk id="2" creationId="{2E94A008-E150-472A-D696-62017362665F}"/>
          </ac:spMkLst>
        </pc:spChg>
        <pc:spChg chg="mod">
          <ac:chgData name="TUDOR-ALEXANDRU ILENI" userId="S::tudor.ileni@ubbcluj.ro::d7b28f6b-7e8e-48e3-b06b-cc0a244d3028" providerId="AD" clId="Web-{9C5652D4-D684-11A8-8F85-AEA909065400}" dt="2023-12-11T08:02:55.830" v="419" actId="20577"/>
          <ac:spMkLst>
            <pc:docMk/>
            <pc:sldMk cId="2920499998" sldId="270"/>
            <ac:spMk id="3" creationId="{87257168-3BB2-16BD-14CD-A7BE48BD0A58}"/>
          </ac:spMkLst>
        </pc:spChg>
      </pc:sldChg>
      <pc:sldChg chg="modSp add replId">
        <pc:chgData name="TUDOR-ALEXANDRU ILENI" userId="S::tudor.ileni@ubbcluj.ro::d7b28f6b-7e8e-48e3-b06b-cc0a244d3028" providerId="AD" clId="Web-{9C5652D4-D684-11A8-8F85-AEA909065400}" dt="2023-12-11T08:33:30.205" v="633" actId="20577"/>
        <pc:sldMkLst>
          <pc:docMk/>
          <pc:sldMk cId="341958967" sldId="271"/>
        </pc:sldMkLst>
        <pc:spChg chg="mod">
          <ac:chgData name="TUDOR-ALEXANDRU ILENI" userId="S::tudor.ileni@ubbcluj.ro::d7b28f6b-7e8e-48e3-b06b-cc0a244d3028" providerId="AD" clId="Web-{9C5652D4-D684-11A8-8F85-AEA909065400}" dt="2023-12-11T08:12:34.830" v="450" actId="20577"/>
          <ac:spMkLst>
            <pc:docMk/>
            <pc:sldMk cId="341958967" sldId="271"/>
            <ac:spMk id="2" creationId="{A187708D-F52E-9735-2484-0FEACC30B539}"/>
          </ac:spMkLst>
        </pc:spChg>
        <pc:spChg chg="mod">
          <ac:chgData name="TUDOR-ALEXANDRU ILENI" userId="S::tudor.ileni@ubbcluj.ro::d7b28f6b-7e8e-48e3-b06b-cc0a244d3028" providerId="AD" clId="Web-{9C5652D4-D684-11A8-8F85-AEA909065400}" dt="2023-12-11T08:33:30.205" v="633" actId="20577"/>
          <ac:spMkLst>
            <pc:docMk/>
            <pc:sldMk cId="341958967" sldId="271"/>
            <ac:spMk id="3" creationId="{80E2AFF5-12CB-C729-200B-95AD69004CE6}"/>
          </ac:spMkLst>
        </pc:spChg>
      </pc:sldChg>
      <pc:sldMasterChg chg="del delSldLayout">
        <pc:chgData name="TUDOR-ALEXANDRU ILENI" userId="S::tudor.ileni@ubbcluj.ro::d7b28f6b-7e8e-48e3-b06b-cc0a244d3028" providerId="AD" clId="Web-{9C5652D4-D684-11A8-8F85-AEA909065400}" dt="2023-12-11T06:38:43.584" v="74"/>
        <pc:sldMasterMkLst>
          <pc:docMk/>
          <pc:sldMasterMk cId="2653614395" sldId="2147483672"/>
        </pc:sldMasterMkLst>
        <pc:sldLayoutChg chg="del">
          <pc:chgData name="TUDOR-ALEXANDRU ILENI" userId="S::tudor.ileni@ubbcluj.ro::d7b28f6b-7e8e-48e3-b06b-cc0a244d3028" providerId="AD" clId="Web-{9C5652D4-D684-11A8-8F85-AEA909065400}" dt="2023-12-11T06:38:43.584" v="74"/>
          <pc:sldLayoutMkLst>
            <pc:docMk/>
            <pc:sldMasterMk cId="2653614395" sldId="2147483672"/>
            <pc:sldLayoutMk cId="3267761958" sldId="2147483673"/>
          </pc:sldLayoutMkLst>
        </pc:sldLayoutChg>
        <pc:sldLayoutChg chg="del">
          <pc:chgData name="TUDOR-ALEXANDRU ILENI" userId="S::tudor.ileni@ubbcluj.ro::d7b28f6b-7e8e-48e3-b06b-cc0a244d3028" providerId="AD" clId="Web-{9C5652D4-D684-11A8-8F85-AEA909065400}" dt="2023-12-11T06:38:43.584" v="74"/>
          <pc:sldLayoutMkLst>
            <pc:docMk/>
            <pc:sldMasterMk cId="2653614395" sldId="2147483672"/>
            <pc:sldLayoutMk cId="3331329522" sldId="2147483674"/>
          </pc:sldLayoutMkLst>
        </pc:sldLayoutChg>
        <pc:sldLayoutChg chg="del">
          <pc:chgData name="TUDOR-ALEXANDRU ILENI" userId="S::tudor.ileni@ubbcluj.ro::d7b28f6b-7e8e-48e3-b06b-cc0a244d3028" providerId="AD" clId="Web-{9C5652D4-D684-11A8-8F85-AEA909065400}" dt="2023-12-11T06:38:43.584" v="74"/>
          <pc:sldLayoutMkLst>
            <pc:docMk/>
            <pc:sldMasterMk cId="2653614395" sldId="2147483672"/>
            <pc:sldLayoutMk cId="3664278051" sldId="2147483675"/>
          </pc:sldLayoutMkLst>
        </pc:sldLayoutChg>
        <pc:sldLayoutChg chg="del">
          <pc:chgData name="TUDOR-ALEXANDRU ILENI" userId="S::tudor.ileni@ubbcluj.ro::d7b28f6b-7e8e-48e3-b06b-cc0a244d3028" providerId="AD" clId="Web-{9C5652D4-D684-11A8-8F85-AEA909065400}" dt="2023-12-11T06:38:43.584" v="74"/>
          <pc:sldLayoutMkLst>
            <pc:docMk/>
            <pc:sldMasterMk cId="2653614395" sldId="2147483672"/>
            <pc:sldLayoutMk cId="584363800" sldId="2147483676"/>
          </pc:sldLayoutMkLst>
        </pc:sldLayoutChg>
        <pc:sldLayoutChg chg="del">
          <pc:chgData name="TUDOR-ALEXANDRU ILENI" userId="S::tudor.ileni@ubbcluj.ro::d7b28f6b-7e8e-48e3-b06b-cc0a244d3028" providerId="AD" clId="Web-{9C5652D4-D684-11A8-8F85-AEA909065400}" dt="2023-12-11T06:38:43.584" v="74"/>
          <pc:sldLayoutMkLst>
            <pc:docMk/>
            <pc:sldMasterMk cId="2653614395" sldId="2147483672"/>
            <pc:sldLayoutMk cId="42489841" sldId="2147483677"/>
          </pc:sldLayoutMkLst>
        </pc:sldLayoutChg>
        <pc:sldLayoutChg chg="del">
          <pc:chgData name="TUDOR-ALEXANDRU ILENI" userId="S::tudor.ileni@ubbcluj.ro::d7b28f6b-7e8e-48e3-b06b-cc0a244d3028" providerId="AD" clId="Web-{9C5652D4-D684-11A8-8F85-AEA909065400}" dt="2023-12-11T06:38:43.584" v="74"/>
          <pc:sldLayoutMkLst>
            <pc:docMk/>
            <pc:sldMasterMk cId="2653614395" sldId="2147483672"/>
            <pc:sldLayoutMk cId="1540143234" sldId="2147483678"/>
          </pc:sldLayoutMkLst>
        </pc:sldLayoutChg>
        <pc:sldLayoutChg chg="del">
          <pc:chgData name="TUDOR-ALEXANDRU ILENI" userId="S::tudor.ileni@ubbcluj.ro::d7b28f6b-7e8e-48e3-b06b-cc0a244d3028" providerId="AD" clId="Web-{9C5652D4-D684-11A8-8F85-AEA909065400}" dt="2023-12-11T06:38:43.584" v="74"/>
          <pc:sldLayoutMkLst>
            <pc:docMk/>
            <pc:sldMasterMk cId="2653614395" sldId="2147483672"/>
            <pc:sldLayoutMk cId="4136689860" sldId="2147483679"/>
          </pc:sldLayoutMkLst>
        </pc:sldLayoutChg>
        <pc:sldLayoutChg chg="del">
          <pc:chgData name="TUDOR-ALEXANDRU ILENI" userId="S::tudor.ileni@ubbcluj.ro::d7b28f6b-7e8e-48e3-b06b-cc0a244d3028" providerId="AD" clId="Web-{9C5652D4-D684-11A8-8F85-AEA909065400}" dt="2023-12-11T06:38:43.584" v="74"/>
          <pc:sldLayoutMkLst>
            <pc:docMk/>
            <pc:sldMasterMk cId="2653614395" sldId="2147483672"/>
            <pc:sldLayoutMk cId="1314348675" sldId="2147483680"/>
          </pc:sldLayoutMkLst>
        </pc:sldLayoutChg>
        <pc:sldLayoutChg chg="del">
          <pc:chgData name="TUDOR-ALEXANDRU ILENI" userId="S::tudor.ileni@ubbcluj.ro::d7b28f6b-7e8e-48e3-b06b-cc0a244d3028" providerId="AD" clId="Web-{9C5652D4-D684-11A8-8F85-AEA909065400}" dt="2023-12-11T06:38:43.584" v="74"/>
          <pc:sldLayoutMkLst>
            <pc:docMk/>
            <pc:sldMasterMk cId="2653614395" sldId="2147483672"/>
            <pc:sldLayoutMk cId="1152258240" sldId="2147483681"/>
          </pc:sldLayoutMkLst>
        </pc:sldLayoutChg>
        <pc:sldLayoutChg chg="del">
          <pc:chgData name="TUDOR-ALEXANDRU ILENI" userId="S::tudor.ileni@ubbcluj.ro::d7b28f6b-7e8e-48e3-b06b-cc0a244d3028" providerId="AD" clId="Web-{9C5652D4-D684-11A8-8F85-AEA909065400}" dt="2023-12-11T06:38:43.584" v="74"/>
          <pc:sldLayoutMkLst>
            <pc:docMk/>
            <pc:sldMasterMk cId="2653614395" sldId="2147483672"/>
            <pc:sldLayoutMk cId="165909097" sldId="2147483682"/>
          </pc:sldLayoutMkLst>
        </pc:sldLayoutChg>
        <pc:sldLayoutChg chg="del">
          <pc:chgData name="TUDOR-ALEXANDRU ILENI" userId="S::tudor.ileni@ubbcluj.ro::d7b28f6b-7e8e-48e3-b06b-cc0a244d3028" providerId="AD" clId="Web-{9C5652D4-D684-11A8-8F85-AEA909065400}" dt="2023-12-11T06:38:43.584" v="74"/>
          <pc:sldLayoutMkLst>
            <pc:docMk/>
            <pc:sldMasterMk cId="2653614395" sldId="2147483672"/>
            <pc:sldLayoutMk cId="259722735" sldId="2147483683"/>
          </pc:sldLayoutMkLst>
        </pc:sldLayoutChg>
      </pc:sldMasterChg>
      <pc:sldMasterChg chg="add addSldLayout modSldLayout">
        <pc:chgData name="TUDOR-ALEXANDRU ILENI" userId="S::tudor.ileni@ubbcluj.ro::d7b28f6b-7e8e-48e3-b06b-cc0a244d3028" providerId="AD" clId="Web-{9C5652D4-D684-11A8-8F85-AEA909065400}" dt="2023-12-11T06:38:43.584" v="74"/>
        <pc:sldMasterMkLst>
          <pc:docMk/>
          <pc:sldMasterMk cId="2091931086" sldId="2147483684"/>
        </pc:sldMasterMkLst>
        <pc:sldLayoutChg chg="add mod replId">
          <pc:chgData name="TUDOR-ALEXANDRU ILENI" userId="S::tudor.ileni@ubbcluj.ro::d7b28f6b-7e8e-48e3-b06b-cc0a244d3028" providerId="AD" clId="Web-{9C5652D4-D684-11A8-8F85-AEA909065400}" dt="2023-12-11T06:38:43.584" v="74"/>
          <pc:sldLayoutMkLst>
            <pc:docMk/>
            <pc:sldMasterMk cId="2091931086" sldId="2147483684"/>
            <pc:sldLayoutMk cId="3876040609" sldId="2147483685"/>
          </pc:sldLayoutMkLst>
        </pc:sldLayoutChg>
        <pc:sldLayoutChg chg="add mod replId">
          <pc:chgData name="TUDOR-ALEXANDRU ILENI" userId="S::tudor.ileni@ubbcluj.ro::d7b28f6b-7e8e-48e3-b06b-cc0a244d3028" providerId="AD" clId="Web-{9C5652D4-D684-11A8-8F85-AEA909065400}" dt="2023-12-11T06:38:43.584" v="74"/>
          <pc:sldLayoutMkLst>
            <pc:docMk/>
            <pc:sldMasterMk cId="2091931086" sldId="2147483684"/>
            <pc:sldLayoutMk cId="3750617049" sldId="2147483686"/>
          </pc:sldLayoutMkLst>
        </pc:sldLayoutChg>
        <pc:sldLayoutChg chg="add mod replId">
          <pc:chgData name="TUDOR-ALEXANDRU ILENI" userId="S::tudor.ileni@ubbcluj.ro::d7b28f6b-7e8e-48e3-b06b-cc0a244d3028" providerId="AD" clId="Web-{9C5652D4-D684-11A8-8F85-AEA909065400}" dt="2023-12-11T06:38:43.584" v="74"/>
          <pc:sldLayoutMkLst>
            <pc:docMk/>
            <pc:sldMasterMk cId="2091931086" sldId="2147483684"/>
            <pc:sldLayoutMk cId="2659013781" sldId="2147483687"/>
          </pc:sldLayoutMkLst>
        </pc:sldLayoutChg>
        <pc:sldLayoutChg chg="add mod replId">
          <pc:chgData name="TUDOR-ALEXANDRU ILENI" userId="S::tudor.ileni@ubbcluj.ro::d7b28f6b-7e8e-48e3-b06b-cc0a244d3028" providerId="AD" clId="Web-{9C5652D4-D684-11A8-8F85-AEA909065400}" dt="2023-12-11T06:38:43.584" v="74"/>
          <pc:sldLayoutMkLst>
            <pc:docMk/>
            <pc:sldMasterMk cId="2091931086" sldId="2147483684"/>
            <pc:sldLayoutMk cId="197533341" sldId="2147483688"/>
          </pc:sldLayoutMkLst>
        </pc:sldLayoutChg>
        <pc:sldLayoutChg chg="add mod replId">
          <pc:chgData name="TUDOR-ALEXANDRU ILENI" userId="S::tudor.ileni@ubbcluj.ro::d7b28f6b-7e8e-48e3-b06b-cc0a244d3028" providerId="AD" clId="Web-{9C5652D4-D684-11A8-8F85-AEA909065400}" dt="2023-12-11T06:38:43.584" v="74"/>
          <pc:sldLayoutMkLst>
            <pc:docMk/>
            <pc:sldMasterMk cId="2091931086" sldId="2147483684"/>
            <pc:sldLayoutMk cId="3624112354" sldId="2147483689"/>
          </pc:sldLayoutMkLst>
        </pc:sldLayoutChg>
        <pc:sldLayoutChg chg="add mod replId">
          <pc:chgData name="TUDOR-ALEXANDRU ILENI" userId="S::tudor.ileni@ubbcluj.ro::d7b28f6b-7e8e-48e3-b06b-cc0a244d3028" providerId="AD" clId="Web-{9C5652D4-D684-11A8-8F85-AEA909065400}" dt="2023-12-11T06:38:43.584" v="74"/>
          <pc:sldLayoutMkLst>
            <pc:docMk/>
            <pc:sldMasterMk cId="2091931086" sldId="2147483684"/>
            <pc:sldLayoutMk cId="1725415030" sldId="2147483690"/>
          </pc:sldLayoutMkLst>
        </pc:sldLayoutChg>
        <pc:sldLayoutChg chg="add mod replId">
          <pc:chgData name="TUDOR-ALEXANDRU ILENI" userId="S::tudor.ileni@ubbcluj.ro::d7b28f6b-7e8e-48e3-b06b-cc0a244d3028" providerId="AD" clId="Web-{9C5652D4-D684-11A8-8F85-AEA909065400}" dt="2023-12-11T06:38:43.584" v="74"/>
          <pc:sldLayoutMkLst>
            <pc:docMk/>
            <pc:sldMasterMk cId="2091931086" sldId="2147483684"/>
            <pc:sldLayoutMk cId="4294654753" sldId="2147483691"/>
          </pc:sldLayoutMkLst>
        </pc:sldLayoutChg>
        <pc:sldLayoutChg chg="add mod replId">
          <pc:chgData name="TUDOR-ALEXANDRU ILENI" userId="S::tudor.ileni@ubbcluj.ro::d7b28f6b-7e8e-48e3-b06b-cc0a244d3028" providerId="AD" clId="Web-{9C5652D4-D684-11A8-8F85-AEA909065400}" dt="2023-12-11T06:38:43.584" v="74"/>
          <pc:sldLayoutMkLst>
            <pc:docMk/>
            <pc:sldMasterMk cId="2091931086" sldId="2147483684"/>
            <pc:sldLayoutMk cId="530770976" sldId="2147483692"/>
          </pc:sldLayoutMkLst>
        </pc:sldLayoutChg>
        <pc:sldLayoutChg chg="add mod replId">
          <pc:chgData name="TUDOR-ALEXANDRU ILENI" userId="S::tudor.ileni@ubbcluj.ro::d7b28f6b-7e8e-48e3-b06b-cc0a244d3028" providerId="AD" clId="Web-{9C5652D4-D684-11A8-8F85-AEA909065400}" dt="2023-12-11T06:38:43.584" v="74"/>
          <pc:sldLayoutMkLst>
            <pc:docMk/>
            <pc:sldMasterMk cId="2091931086" sldId="2147483684"/>
            <pc:sldLayoutMk cId="1727753620" sldId="2147483693"/>
          </pc:sldLayoutMkLst>
        </pc:sldLayoutChg>
        <pc:sldLayoutChg chg="add mod replId">
          <pc:chgData name="TUDOR-ALEXANDRU ILENI" userId="S::tudor.ileni@ubbcluj.ro::d7b28f6b-7e8e-48e3-b06b-cc0a244d3028" providerId="AD" clId="Web-{9C5652D4-D684-11A8-8F85-AEA909065400}" dt="2023-12-11T06:38:43.584" v="74"/>
          <pc:sldLayoutMkLst>
            <pc:docMk/>
            <pc:sldMasterMk cId="2091931086" sldId="2147483684"/>
            <pc:sldLayoutMk cId="1657894698" sldId="2147483694"/>
          </pc:sldLayoutMkLst>
        </pc:sldLayoutChg>
        <pc:sldLayoutChg chg="add mod replId">
          <pc:chgData name="TUDOR-ALEXANDRU ILENI" userId="S::tudor.ileni@ubbcluj.ro::d7b28f6b-7e8e-48e3-b06b-cc0a244d3028" providerId="AD" clId="Web-{9C5652D4-D684-11A8-8F85-AEA909065400}" dt="2023-12-11T06:38:43.584" v="74"/>
          <pc:sldLayoutMkLst>
            <pc:docMk/>
            <pc:sldMasterMk cId="2091931086" sldId="2147483684"/>
            <pc:sldLayoutMk cId="4040971844" sldId="2147483695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0406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61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0137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33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1/10/2024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112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1/10/2024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415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1/10/2024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6547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770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7536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894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9718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931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3.math.ucla.edu/announcements_ugrad/ucla-synthetic-data-workshop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forbes.com/advisor/business/software/best-data-analytics-tools/#domo_section" TargetMode="External"/><Relationship Id="rId3" Type="http://schemas.openxmlformats.org/officeDocument/2006/relationships/hyperlink" Target="https://www.forbes.com/advisor/business/software/best-data-analytics-tools/#tableau_section" TargetMode="External"/><Relationship Id="rId7" Type="http://schemas.openxmlformats.org/officeDocument/2006/relationships/hyperlink" Target="https://www.forbes.com/advisor/business/software/best-data-analytics-tools/#zoho_analytics_section" TargetMode="External"/><Relationship Id="rId12" Type="http://schemas.openxmlformats.org/officeDocument/2006/relationships/hyperlink" Target="https://www.forbes.com/advisor/business/software/best-data-analytics-tools/" TargetMode="External"/><Relationship Id="rId2" Type="http://schemas.openxmlformats.org/officeDocument/2006/relationships/hyperlink" Target="https://www.forbes.com/advisor/business/software/best-data-analytics-tools/#microsoft_power_bi_section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forbes.com/advisor/business/software/best-data-analytics-tools/#klipfolio_section" TargetMode="External"/><Relationship Id="rId11" Type="http://schemas.openxmlformats.org/officeDocument/2006/relationships/hyperlink" Target="https://www.forbes.com/advisor/business/software/best-data-analytics-tools/#sap_analytics_cloud_section" TargetMode="External"/><Relationship Id="rId5" Type="http://schemas.openxmlformats.org/officeDocument/2006/relationships/hyperlink" Target="https://www.forbes.com/advisor/business/software/best-data-analytics-tools/#looker_section" TargetMode="External"/><Relationship Id="rId10" Type="http://schemas.openxmlformats.org/officeDocument/2006/relationships/hyperlink" Target="https://www.forbes.com/advisor/business/software/best-data-analytics-tools/#google_analytics_section" TargetMode="External"/><Relationship Id="rId4" Type="http://schemas.openxmlformats.org/officeDocument/2006/relationships/hyperlink" Target="https://www.forbes.com/advisor/business/software/best-data-analytics-tools/#qlik_sense_section" TargetMode="External"/><Relationship Id="rId9" Type="http://schemas.openxmlformats.org/officeDocument/2006/relationships/hyperlink" Target="https://www.forbes.com/advisor/business/software/best-data-analytics-tools/#sisense_section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dverity.com/blog/is-mastering-cohort-analysis-worth-the-challenge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7afa7UZXyU8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appradar.com/academy/app-store-listing-a-b-testing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hyperlink" Target="https://appradar.com/academy/app-store-listing-a-b-testing" TargetMode="External"/><Relationship Id="rId3" Type="http://schemas.openxmlformats.org/officeDocument/2006/relationships/hyperlink" Target="https://www.datacamp.com/blog/unique-ways-to-use-ai-in-data-analytics" TargetMode="External"/><Relationship Id="rId7" Type="http://schemas.openxmlformats.org/officeDocument/2006/relationships/hyperlink" Target="https://adjoe.io/glossary/in-app-events/" TargetMode="External"/><Relationship Id="rId2" Type="http://schemas.openxmlformats.org/officeDocument/2006/relationships/hyperlink" Target="https://kaizen.com/insights/analysis-data-innovation-businesses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qualtrics.com/uk/experience-management/customer/customer-journey-analytics/?rid=ip&amp;prevsite=en&amp;newsite=uk&amp;geo=RO&amp;geomatch=uk" TargetMode="External"/><Relationship Id="rId5" Type="http://schemas.openxmlformats.org/officeDocument/2006/relationships/hyperlink" Target="https://chartio.com/learn/product-analytics/what-is-a-funnel-analysis/" TargetMode="External"/><Relationship Id="rId4" Type="http://schemas.openxmlformats.org/officeDocument/2006/relationships/hyperlink" Target="https://www.forbes.com/advisor/business/software/best-data-analytics-tool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AA858A-5CB2-E5CE-5EC2-CE66F037E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3" y="1999615"/>
            <a:ext cx="9144000" cy="2764028"/>
          </a:xfrm>
        </p:spPr>
        <p:txBody>
          <a:bodyPr anchor="ctr">
            <a:normAutofit/>
          </a:bodyPr>
          <a:lstStyle/>
          <a:p>
            <a:r>
              <a:rPr lang="en-US" sz="5000" dirty="0">
                <a:ea typeface="+mj-lt"/>
                <a:cs typeface="+mj-lt"/>
              </a:rPr>
              <a:t>Unleashing the Power of Analytics for App Product Success</a:t>
            </a:r>
            <a:br>
              <a:rPr lang="en-US" sz="5000" dirty="0">
                <a:ea typeface="+mj-lt"/>
                <a:cs typeface="+mj-lt"/>
              </a:rPr>
            </a:br>
            <a:endParaRPr lang="en-US" sz="5000">
              <a:ea typeface="Calibri Light"/>
              <a:cs typeface="Calibri Ligh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F6F410-027C-C1D4-58E1-CAB66A7FE8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66912" y="5645150"/>
            <a:ext cx="8258176" cy="63182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>
                <a:cs typeface="Calibri"/>
              </a:rPr>
              <a:t>Seminary 6</a:t>
            </a:r>
            <a:endParaRPr lang="en-US" sz="28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52B99F1-B2DC-437E-A8A1-A57F2F29F8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5F8BA08-3E38-4B70-B93A-74F08E0922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684398"/>
            <a:ext cx="11167447" cy="5206040"/>
          </a:xfrm>
          <a:prstGeom prst="rect">
            <a:avLst/>
          </a:prstGeom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8E4B83-08E8-89D9-09BA-C81D30CBB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5029" y="1092857"/>
            <a:ext cx="3669704" cy="4389120"/>
          </a:xfrm>
        </p:spPr>
        <p:txBody>
          <a:bodyPr>
            <a:normAutofit/>
          </a:bodyPr>
          <a:lstStyle/>
          <a:p>
            <a:r>
              <a:rPr lang="en-US" sz="4000"/>
              <a:t>Content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7F1B33-79AB-4A71-8CEC-4546D709B8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2935374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D2EF22-8F32-4A38-B178-E218A78C88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72679" y="1092857"/>
            <a:ext cx="5670087" cy="4389120"/>
          </a:xfrm>
        </p:spPr>
        <p:txBody>
          <a:bodyPr vert="horz" lIns="0" tIns="0" rIns="0" bIns="0" rtlCol="0" anchor="ctr">
            <a:normAutofit lnSpcReduction="10000"/>
          </a:bodyPr>
          <a:lstStyle/>
          <a:p>
            <a:r>
              <a:rPr lang="en-US" sz="2000" b="1" dirty="0">
                <a:ea typeface="+mn-lt"/>
                <a:cs typeface="+mn-lt"/>
              </a:rPr>
              <a:t>Brief Overview of the Importance of Analytics in the Digital Age</a:t>
            </a:r>
          </a:p>
          <a:p>
            <a:r>
              <a:rPr lang="en-US" sz="2000" b="1" dirty="0">
                <a:ea typeface="+mn-lt"/>
                <a:cs typeface="+mn-lt"/>
              </a:rPr>
              <a:t>Setting Up Analytics for Your App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 dirty="0">
                <a:ea typeface="+mn-lt"/>
                <a:cs typeface="+mn-lt"/>
              </a:rPr>
              <a:t>Introduction to Google Analytics and Other Analytics Platforms</a:t>
            </a:r>
            <a:endParaRPr lang="en-US" sz="2000" b="1" dirty="0">
              <a:ea typeface="+mn-lt"/>
              <a:cs typeface="+mn-lt"/>
            </a:endParaRPr>
          </a:p>
          <a:p>
            <a:r>
              <a:rPr lang="en-US" sz="2000" b="1" dirty="0">
                <a:ea typeface="+mn-lt"/>
                <a:cs typeface="+mn-lt"/>
              </a:rPr>
              <a:t>Leveraging Analytics for App Growth</a:t>
            </a:r>
            <a:endParaRPr lang="en-US" sz="2000" dirty="0">
              <a:ea typeface="+mn-lt"/>
              <a:cs typeface="+mn-lt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 b="1" dirty="0">
                <a:ea typeface="+mn-lt"/>
                <a:cs typeface="+mn-lt"/>
              </a:rPr>
              <a:t>User Behavior Analytics</a:t>
            </a:r>
            <a:endParaRPr lang="en-US" sz="2000" dirty="0">
              <a:ea typeface="+mn-lt"/>
              <a:cs typeface="+mn-lt"/>
            </a:endParaRPr>
          </a:p>
          <a:p>
            <a:pPr lvl="2">
              <a:buFont typeface="Wingdings" panose="020B0604020202020204" pitchFamily="34" charset="0"/>
              <a:buChar char="§"/>
            </a:pPr>
            <a:r>
              <a:rPr lang="en-US" dirty="0">
                <a:ea typeface="+mn-lt"/>
                <a:cs typeface="+mn-lt"/>
              </a:rPr>
              <a:t>Funnel Analysis</a:t>
            </a:r>
            <a:endParaRPr lang="en-US" b="1" dirty="0">
              <a:ea typeface="+mn-lt"/>
              <a:cs typeface="+mn-lt"/>
            </a:endParaRPr>
          </a:p>
          <a:p>
            <a:pPr lvl="2">
              <a:buFont typeface="Wingdings" panose="020B0604020202020204" pitchFamily="34" charset="0"/>
              <a:buChar char="§"/>
            </a:pPr>
            <a:r>
              <a:rPr lang="en-US" dirty="0">
                <a:ea typeface="+mn-lt"/>
                <a:cs typeface="+mn-lt"/>
              </a:rPr>
              <a:t>User Journey Mapping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 dirty="0">
                <a:ea typeface="+mn-lt"/>
                <a:cs typeface="+mn-lt"/>
              </a:rPr>
              <a:t>Cohort Analysis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 b="1" dirty="0">
                <a:ea typeface="+mn-lt"/>
                <a:cs typeface="+mn-lt"/>
              </a:rPr>
              <a:t>Predictive Analytics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 b="1" dirty="0">
                <a:ea typeface="+mn-lt"/>
                <a:cs typeface="+mn-lt"/>
              </a:rPr>
              <a:t>A/B Testing and Experimentation</a:t>
            </a:r>
          </a:p>
          <a:p>
            <a:r>
              <a:rPr lang="en-US" sz="2400" b="1" dirty="0">
                <a:ea typeface="+mn-lt"/>
                <a:cs typeface="+mn-lt"/>
              </a:rPr>
              <a:t>Next Milestone</a:t>
            </a:r>
          </a:p>
          <a:p>
            <a:endParaRPr lang="en-US" sz="2000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97058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380AD67-C5CA-4918-B4BB-C359BB03EE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1F4CD4-0438-3836-7CC6-5435D7544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216" y="1076324"/>
            <a:ext cx="6272784" cy="1535051"/>
          </a:xfrm>
        </p:spPr>
        <p:txBody>
          <a:bodyPr anchor="b">
            <a:normAutofit/>
          </a:bodyPr>
          <a:lstStyle/>
          <a:p>
            <a:r>
              <a:rPr lang="en-US" sz="5200"/>
              <a:t>DATA DRIVEN INNOVATION</a:t>
            </a:r>
          </a:p>
        </p:txBody>
      </p:sp>
      <p:pic>
        <p:nvPicPr>
          <p:cNvPr id="14" name="Picture 13" descr="White bulbs with a yellow one standing out">
            <a:extLst>
              <a:ext uri="{FF2B5EF4-FFF2-40B4-BE49-F238E27FC236}">
                <a16:creationId xmlns:a16="http://schemas.microsoft.com/office/drawing/2014/main" id="{130A470E-76A6-EA78-6CF0-17AFB4CE41C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8062" r="18151" b="-3"/>
          <a:stretch/>
        </p:blipFill>
        <p:spPr>
          <a:xfrm>
            <a:off x="20" y="10"/>
            <a:ext cx="4505305" cy="6857990"/>
          </a:xfrm>
          <a:prstGeom prst="rect">
            <a:avLst/>
          </a:prstGeom>
        </p:spPr>
      </p:pic>
      <p:sp>
        <p:nvSpPr>
          <p:cNvPr id="11" name="!!accent">
            <a:extLst>
              <a:ext uri="{FF2B5EF4-FFF2-40B4-BE49-F238E27FC236}">
                <a16:creationId xmlns:a16="http://schemas.microsoft.com/office/drawing/2014/main" id="{EABAD4DA-87BA-4F70-9EF0-45C6BCF178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17960" y="36338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15128D9-2797-47FA-B6FE-EC24E6B843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99266" y="2935541"/>
            <a:ext cx="62179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F7633F-D0A6-CA29-9F26-6A1A365B43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216" y="3351276"/>
            <a:ext cx="6272784" cy="2825686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en-US" sz="2200">
                <a:ea typeface="+mn-lt"/>
                <a:cs typeface="+mn-lt"/>
              </a:rPr>
              <a:t>emerging </a:t>
            </a:r>
            <a:r>
              <a:rPr lang="en-US" sz="2200" b="1">
                <a:ea typeface="+mn-lt"/>
                <a:cs typeface="+mn-lt"/>
              </a:rPr>
              <a:t>resource </a:t>
            </a:r>
            <a:r>
              <a:rPr lang="en-US" sz="2200">
                <a:ea typeface="+mn-lt"/>
                <a:cs typeface="+mn-lt"/>
              </a:rPr>
              <a:t>for organizations, enabling </a:t>
            </a:r>
            <a:r>
              <a:rPr lang="en-US" sz="2200" b="1">
                <a:ea typeface="+mn-lt"/>
                <a:cs typeface="+mn-lt"/>
              </a:rPr>
              <a:t>value creation</a:t>
            </a:r>
            <a:r>
              <a:rPr lang="en-US" sz="2200">
                <a:ea typeface="+mn-lt"/>
                <a:cs typeface="+mn-lt"/>
              </a:rPr>
              <a:t> and the development of new industries, products, and processes</a:t>
            </a:r>
          </a:p>
          <a:p>
            <a:r>
              <a:rPr lang="en-US" sz="2200">
                <a:ea typeface="+mn-lt"/>
                <a:cs typeface="+mn-lt"/>
              </a:rPr>
              <a:t>use of data to create value and r</a:t>
            </a:r>
            <a:r>
              <a:rPr lang="en-US" sz="2200" b="1">
                <a:ea typeface="+mn-lt"/>
                <a:cs typeface="+mn-lt"/>
              </a:rPr>
              <a:t>each new horizons</a:t>
            </a:r>
            <a:r>
              <a:rPr lang="en-US" sz="2200">
                <a:ea typeface="+mn-lt"/>
                <a:cs typeface="+mn-lt"/>
              </a:rPr>
              <a:t> is called </a:t>
            </a:r>
            <a:r>
              <a:rPr lang="en-US" sz="2200" b="1">
                <a:ea typeface="+mn-lt"/>
                <a:cs typeface="+mn-lt"/>
              </a:rPr>
              <a:t>data-driven innovation</a:t>
            </a:r>
          </a:p>
          <a:p>
            <a:r>
              <a:rPr lang="en-US" sz="2200" b="1">
                <a:ea typeface="Calibri"/>
                <a:cs typeface="Calibri"/>
              </a:rPr>
              <a:t>Three practices: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 sz="1800" b="1">
              <a:ea typeface="Calibri" panose="020F0502020204030204"/>
              <a:cs typeface="Calibri" panose="020F0502020204030204"/>
            </a:endParaRPr>
          </a:p>
          <a:p>
            <a:endParaRPr lang="en-US" sz="2200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9227569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4947B8-89FB-545E-AA0A-EDE5D6336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US" dirty="0"/>
              <a:t>Explaining analysis &amp; insights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E37087-2F86-DA40-8AEF-E52E6B850E19}"/>
              </a:ext>
            </a:extLst>
          </p:cNvPr>
          <p:cNvSpPr>
            <a:spLocks/>
          </p:cNvSpPr>
          <p:nvPr/>
        </p:nvSpPr>
        <p:spPr>
          <a:xfrm>
            <a:off x="838200" y="2010023"/>
            <a:ext cx="9740895" cy="403076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841248">
              <a:spcAft>
                <a:spcPts val="600"/>
              </a:spcAft>
            </a:pPr>
            <a:r>
              <a:rPr lang="en-US" sz="2000" kern="1200" dirty="0">
                <a:latin typeface="+mn-lt"/>
                <a:ea typeface="+mn-ea"/>
                <a:cs typeface="Calibri"/>
              </a:rPr>
              <a:t>Extract</a:t>
            </a:r>
            <a:r>
              <a:rPr lang="en-US" sz="2000" b="1" kern="1200" dirty="0">
                <a:latin typeface="+mn-lt"/>
                <a:ea typeface="+mn-ea"/>
                <a:cs typeface="Calibri"/>
              </a:rPr>
              <a:t> business insights:</a:t>
            </a:r>
            <a:endParaRPr lang="en-US" sz="2000" b="1" kern="1200" dirty="0">
              <a:latin typeface="+mn-lt"/>
              <a:cs typeface="Calibri"/>
            </a:endParaRPr>
          </a:p>
          <a:p>
            <a:pPr marL="420370" lvl="1" defTabSz="841248">
              <a:spcAft>
                <a:spcPts val="600"/>
              </a:spcAft>
              <a:buFont typeface="Courier New" panose="020B0604020202020204" pitchFamily="34" charset="0"/>
              <a:buChar char="o"/>
            </a:pPr>
            <a:r>
              <a:rPr lang="en-US" sz="2000" kern="1200" dirty="0">
                <a:latin typeface="+mn-lt"/>
                <a:ea typeface="+mn-ea"/>
                <a:cs typeface="Calibri"/>
              </a:rPr>
              <a:t>Why did sales decrease?</a:t>
            </a:r>
            <a:endParaRPr lang="en-US" sz="2000" kern="1200" dirty="0">
              <a:latin typeface="+mn-lt"/>
              <a:cs typeface="Calibri"/>
            </a:endParaRPr>
          </a:p>
          <a:p>
            <a:pPr marL="420370" lvl="1" defTabSz="841248">
              <a:spcAft>
                <a:spcPts val="600"/>
              </a:spcAft>
              <a:buFont typeface="Courier New" panose="020B0604020202020204" pitchFamily="34" charset="0"/>
              <a:buChar char="o"/>
            </a:pPr>
            <a:r>
              <a:rPr lang="en-US" sz="2000" kern="1200" dirty="0">
                <a:latin typeface="+mn-lt"/>
                <a:ea typeface="+mn-ea"/>
                <a:cs typeface="Calibri"/>
              </a:rPr>
              <a:t>Where the users mostly stops?</a:t>
            </a:r>
            <a:endParaRPr lang="en-US" sz="2000" kern="1200" dirty="0">
              <a:latin typeface="+mn-lt"/>
              <a:cs typeface="Calibri"/>
            </a:endParaRPr>
          </a:p>
          <a:p>
            <a:pPr marL="420370" lvl="1" defTabSz="841248">
              <a:spcAft>
                <a:spcPts val="600"/>
              </a:spcAft>
              <a:buFont typeface="Courier New" panose="020B0604020202020204" pitchFamily="34" charset="0"/>
              <a:buChar char="o"/>
            </a:pPr>
            <a:r>
              <a:rPr lang="en-US" sz="2000" kern="1200" dirty="0">
                <a:latin typeface="+mn-lt"/>
                <a:ea typeface="+mn-ea"/>
                <a:cs typeface="Calibri"/>
              </a:rPr>
              <a:t>Best options for user acquisition?</a:t>
            </a:r>
            <a:endParaRPr lang="en-US" sz="2000" kern="1200" dirty="0">
              <a:latin typeface="+mn-lt"/>
              <a:cs typeface="Calibri"/>
            </a:endParaRPr>
          </a:p>
          <a:p>
            <a:pPr defTabSz="841248">
              <a:spcAft>
                <a:spcPts val="600"/>
              </a:spcAft>
            </a:pPr>
            <a:r>
              <a:rPr lang="en-US" sz="2000" kern="1200" dirty="0">
                <a:latin typeface="+mn-lt"/>
                <a:ea typeface="+mn-ea"/>
                <a:cs typeface="Calibri"/>
              </a:rPr>
              <a:t>Create </a:t>
            </a:r>
            <a:r>
              <a:rPr lang="en-US" sz="2000" b="1" kern="1200" dirty="0">
                <a:latin typeface="+mn-lt"/>
                <a:ea typeface="+mn-ea"/>
                <a:cs typeface="Calibri"/>
              </a:rPr>
              <a:t>synthetic data</a:t>
            </a:r>
            <a:r>
              <a:rPr lang="en-US" sz="2000" kern="1200" dirty="0">
                <a:latin typeface="+mn-lt"/>
                <a:ea typeface="+mn-ea"/>
                <a:cs typeface="Calibri"/>
              </a:rPr>
              <a:t>:</a:t>
            </a:r>
            <a:endParaRPr lang="en-US" sz="2000" kern="1200" dirty="0">
              <a:latin typeface="+mn-lt"/>
              <a:cs typeface="Calibri"/>
            </a:endParaRPr>
          </a:p>
          <a:p>
            <a:pPr marL="420370" lvl="1" defTabSz="841248">
              <a:spcAft>
                <a:spcPts val="600"/>
              </a:spcAft>
              <a:buFont typeface="Courier New" panose="020B0604020202020204" pitchFamily="34" charset="0"/>
              <a:buChar char="o"/>
            </a:pPr>
            <a:r>
              <a:rPr lang="en-US" sz="2000" kern="1200" dirty="0">
                <a:latin typeface="+mn-lt"/>
                <a:ea typeface="+mn-ea"/>
                <a:cs typeface="Calibri"/>
              </a:rPr>
              <a:t>Test different models with a lot of data</a:t>
            </a:r>
            <a:endParaRPr lang="en-US" sz="2000" kern="1200" dirty="0">
              <a:latin typeface="+mn-lt"/>
              <a:cs typeface="Calibri"/>
            </a:endParaRPr>
          </a:p>
          <a:p>
            <a:pPr marL="420370" lvl="1" defTabSz="841248">
              <a:spcAft>
                <a:spcPts val="600"/>
              </a:spcAft>
              <a:buFont typeface="Courier New" panose="020B0604020202020204" pitchFamily="34" charset="0"/>
              <a:buChar char="o"/>
            </a:pPr>
            <a:r>
              <a:rPr lang="en-US" sz="2000" kern="1200" dirty="0">
                <a:latin typeface="+mn-lt"/>
                <a:ea typeface="+mn-ea"/>
                <a:cs typeface="Calibri"/>
              </a:rPr>
              <a:t>Automatic data imputation</a:t>
            </a:r>
            <a:endParaRPr lang="en-US" sz="2000" kern="1200" dirty="0">
              <a:latin typeface="+mn-lt"/>
              <a:cs typeface="Calibri"/>
            </a:endParaRPr>
          </a:p>
          <a:p>
            <a:pPr>
              <a:spcAft>
                <a:spcPts val="600"/>
              </a:spcAft>
            </a:pPr>
            <a:endParaRPr lang="en-US" sz="2400" dirty="0">
              <a:ea typeface="Calibri"/>
              <a:cs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A74125-AFDC-3792-A03D-9D1CD27D21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0876" y="3041264"/>
            <a:ext cx="6336184" cy="314684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2CD4572-71A5-F901-665F-AF52F8088AE1}"/>
              </a:ext>
            </a:extLst>
          </p:cNvPr>
          <p:cNvSpPr txBox="1"/>
          <p:nvPr/>
        </p:nvSpPr>
        <p:spPr>
          <a:xfrm>
            <a:off x="5090257" y="5861219"/>
            <a:ext cx="6934362" cy="53860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defTabSz="841248">
              <a:spcAft>
                <a:spcPts val="600"/>
              </a:spcAft>
            </a:pPr>
            <a:r>
              <a:rPr lang="en-US" sz="1200" kern="1200">
                <a:latin typeface="+mn-lt"/>
                <a:ea typeface="+mn-ea"/>
                <a:cs typeface="Calibri"/>
              </a:rPr>
              <a:t>Source </a:t>
            </a:r>
            <a:r>
              <a:rPr lang="en-US" sz="1200">
                <a:cs typeface="Calibri"/>
              </a:rPr>
              <a:t> </a:t>
            </a:r>
            <a:r>
              <a:rPr lang="en-US" sz="1200">
                <a:ea typeface="+mn-lt"/>
                <a:cs typeface="+mn-lt"/>
                <a:hlinkClick r:id="rId3"/>
              </a:rPr>
              <a:t>https://ww3.math.ucla.edu/announcements_ugrad/ucla-synthetic-data-workshop/</a:t>
            </a:r>
          </a:p>
          <a:p>
            <a:pPr defTabSz="841248">
              <a:spcAft>
                <a:spcPts val="600"/>
              </a:spcAft>
            </a:pPr>
            <a:endParaRPr lang="en-US" sz="12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144181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DB9F6F-DF5F-E684-791E-FA84F4824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sz="4000">
                <a:latin typeface="Calibri"/>
                <a:ea typeface="Calibri"/>
                <a:cs typeface="Calibri"/>
              </a:rPr>
              <a:t>Analytics Platforms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429D38-DD5E-F683-5BA1-4326731E9E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500" b="1" u="sng">
                <a:latin typeface="Calibri"/>
                <a:ea typeface="Calibri"/>
                <a:cs typeface="Calibri"/>
                <a:hlinkClick r:id="rId2"/>
              </a:rPr>
              <a:t>Microsoft Power BI</a:t>
            </a:r>
            <a:r>
              <a:rPr lang="en-US" sz="1500" b="1">
                <a:latin typeface="Calibri"/>
                <a:ea typeface="Calibri"/>
                <a:cs typeface="Calibri"/>
              </a:rPr>
              <a:t>:</a:t>
            </a:r>
            <a:r>
              <a:rPr lang="en-US" sz="1500">
                <a:latin typeface="Calibri"/>
                <a:ea typeface="Calibri"/>
                <a:cs typeface="Calibri"/>
              </a:rPr>
              <a:t> Best for data visualization</a:t>
            </a:r>
          </a:p>
          <a:p>
            <a:r>
              <a:rPr lang="en-US" sz="1500" b="1">
                <a:latin typeface="Calibri"/>
                <a:ea typeface="Calibri"/>
                <a:cs typeface="Calibri"/>
                <a:hlinkClick r:id="rId3"/>
              </a:rPr>
              <a:t>Tableau</a:t>
            </a:r>
            <a:r>
              <a:rPr lang="en-US" sz="1500" b="1">
                <a:latin typeface="Calibri"/>
                <a:ea typeface="Calibri"/>
                <a:cs typeface="Calibri"/>
              </a:rPr>
              <a:t>:</a:t>
            </a:r>
            <a:r>
              <a:rPr lang="en-US" sz="1500">
                <a:latin typeface="Calibri"/>
                <a:ea typeface="Calibri"/>
                <a:cs typeface="Calibri"/>
              </a:rPr>
              <a:t> Best for business intelligence (BI)</a:t>
            </a:r>
          </a:p>
          <a:p>
            <a:r>
              <a:rPr lang="en-US" sz="1500" b="1">
                <a:latin typeface="Calibri"/>
                <a:ea typeface="Calibri"/>
                <a:cs typeface="Calibri"/>
                <a:hlinkClick r:id="rId4"/>
              </a:rPr>
              <a:t>Qlik Sense</a:t>
            </a:r>
            <a:r>
              <a:rPr lang="en-US" sz="1500" b="1">
                <a:latin typeface="Calibri"/>
                <a:ea typeface="Calibri"/>
                <a:cs typeface="Calibri"/>
              </a:rPr>
              <a:t>:</a:t>
            </a:r>
            <a:r>
              <a:rPr lang="en-US" sz="1500">
                <a:latin typeface="Calibri"/>
                <a:ea typeface="Calibri"/>
                <a:cs typeface="Calibri"/>
              </a:rPr>
              <a:t> Best for machine learning (ML)</a:t>
            </a:r>
          </a:p>
          <a:p>
            <a:r>
              <a:rPr lang="en-US" sz="1500" b="1">
                <a:latin typeface="Calibri"/>
                <a:ea typeface="Calibri"/>
                <a:cs typeface="Calibri"/>
                <a:hlinkClick r:id="rId5"/>
              </a:rPr>
              <a:t>Looker</a:t>
            </a:r>
            <a:r>
              <a:rPr lang="en-US" sz="1500" b="1">
                <a:latin typeface="Calibri"/>
                <a:ea typeface="Calibri"/>
                <a:cs typeface="Calibri"/>
              </a:rPr>
              <a:t>:</a:t>
            </a:r>
            <a:r>
              <a:rPr lang="en-US" sz="1500">
                <a:latin typeface="Calibri"/>
                <a:ea typeface="Calibri"/>
                <a:cs typeface="Calibri"/>
              </a:rPr>
              <a:t> Best for data exploration</a:t>
            </a:r>
          </a:p>
          <a:p>
            <a:r>
              <a:rPr lang="en-US" sz="1500" b="1">
                <a:latin typeface="Calibri"/>
                <a:ea typeface="Calibri"/>
                <a:cs typeface="Calibri"/>
                <a:hlinkClick r:id="rId6"/>
              </a:rPr>
              <a:t>Klipfolio</a:t>
            </a:r>
            <a:r>
              <a:rPr lang="en-US" sz="1500" b="1">
                <a:latin typeface="Calibri"/>
                <a:ea typeface="Calibri"/>
                <a:cs typeface="Calibri"/>
              </a:rPr>
              <a:t>:</a:t>
            </a:r>
            <a:r>
              <a:rPr lang="en-US" sz="1500">
                <a:latin typeface="Calibri"/>
                <a:ea typeface="Calibri"/>
                <a:cs typeface="Calibri"/>
              </a:rPr>
              <a:t> Best for instant metrics</a:t>
            </a:r>
          </a:p>
          <a:p>
            <a:r>
              <a:rPr lang="en-US" sz="1500" b="1">
                <a:latin typeface="Calibri"/>
                <a:ea typeface="Calibri"/>
                <a:cs typeface="Calibri"/>
                <a:hlinkClick r:id="rId7"/>
              </a:rPr>
              <a:t>Zoho Analytics</a:t>
            </a:r>
            <a:r>
              <a:rPr lang="en-US" sz="1500" b="1">
                <a:latin typeface="Calibri"/>
                <a:ea typeface="Calibri"/>
                <a:cs typeface="Calibri"/>
              </a:rPr>
              <a:t>:</a:t>
            </a:r>
            <a:r>
              <a:rPr lang="en-US" sz="1500">
                <a:latin typeface="Calibri"/>
                <a:ea typeface="Calibri"/>
                <a:cs typeface="Calibri"/>
              </a:rPr>
              <a:t> Best for robust insights</a:t>
            </a:r>
          </a:p>
          <a:p>
            <a:r>
              <a:rPr lang="en-US" sz="1500" b="1">
                <a:latin typeface="Calibri"/>
                <a:ea typeface="Calibri"/>
                <a:cs typeface="Calibri"/>
                <a:hlinkClick r:id="rId8"/>
              </a:rPr>
              <a:t>Domo</a:t>
            </a:r>
            <a:r>
              <a:rPr lang="en-US" sz="1500" b="1">
                <a:latin typeface="Calibri"/>
                <a:ea typeface="Calibri"/>
                <a:cs typeface="Calibri"/>
              </a:rPr>
              <a:t>:</a:t>
            </a:r>
            <a:r>
              <a:rPr lang="en-US" sz="1500">
                <a:latin typeface="Calibri"/>
                <a:ea typeface="Calibri"/>
                <a:cs typeface="Calibri"/>
              </a:rPr>
              <a:t> Best for streamlining workflows</a:t>
            </a:r>
          </a:p>
          <a:p>
            <a:r>
              <a:rPr lang="en-US" sz="1500" b="1">
                <a:latin typeface="Calibri"/>
                <a:ea typeface="Calibri"/>
                <a:cs typeface="Calibri"/>
                <a:hlinkClick r:id="rId9"/>
              </a:rPr>
              <a:t>Sisense</a:t>
            </a:r>
            <a:r>
              <a:rPr lang="en-US" sz="1500" b="1">
                <a:latin typeface="Calibri"/>
                <a:ea typeface="Calibri"/>
                <a:cs typeface="Calibri"/>
              </a:rPr>
              <a:t>:</a:t>
            </a:r>
            <a:r>
              <a:rPr lang="en-US" sz="1500">
                <a:latin typeface="Calibri"/>
                <a:ea typeface="Calibri"/>
                <a:cs typeface="Calibri"/>
              </a:rPr>
              <a:t> Best for integrated analytics solutions</a:t>
            </a:r>
          </a:p>
          <a:p>
            <a:r>
              <a:rPr lang="en-US" sz="1500" b="1">
                <a:latin typeface="Calibri"/>
                <a:ea typeface="Calibri"/>
                <a:cs typeface="Calibri"/>
                <a:hlinkClick r:id="rId10"/>
              </a:rPr>
              <a:t>Google Analytics</a:t>
            </a:r>
            <a:r>
              <a:rPr lang="en-US" sz="1500" b="1">
                <a:latin typeface="Calibri"/>
                <a:ea typeface="Calibri"/>
                <a:cs typeface="Calibri"/>
              </a:rPr>
              <a:t>:</a:t>
            </a:r>
            <a:r>
              <a:rPr lang="en-US" sz="1500">
                <a:latin typeface="Calibri"/>
                <a:ea typeface="Calibri"/>
                <a:cs typeface="Calibri"/>
              </a:rPr>
              <a:t> Best for web traffic insight</a:t>
            </a:r>
          </a:p>
          <a:p>
            <a:r>
              <a:rPr lang="en-US" sz="1500" b="1">
                <a:latin typeface="Calibri"/>
                <a:ea typeface="Calibri"/>
                <a:cs typeface="Calibri"/>
                <a:hlinkClick r:id="rId11"/>
              </a:rPr>
              <a:t>SAP Analytics Cloud</a:t>
            </a:r>
            <a:r>
              <a:rPr lang="en-US" sz="1500" b="1">
                <a:latin typeface="Calibri"/>
                <a:ea typeface="Calibri"/>
                <a:cs typeface="Calibri"/>
              </a:rPr>
              <a:t>:</a:t>
            </a:r>
            <a:r>
              <a:rPr lang="en-US" sz="1500">
                <a:latin typeface="Calibri"/>
                <a:ea typeface="Calibri"/>
                <a:cs typeface="Calibri"/>
              </a:rPr>
              <a:t> Best for enterprise performance management</a:t>
            </a:r>
          </a:p>
          <a:p>
            <a:pPr marL="0" indent="0">
              <a:buNone/>
            </a:pPr>
            <a:r>
              <a:rPr lang="en-US" sz="1500">
                <a:ea typeface="Calibri"/>
                <a:cs typeface="Calibri"/>
              </a:rPr>
              <a:t>Source </a:t>
            </a:r>
            <a:r>
              <a:rPr lang="en-US" sz="1500">
                <a:ea typeface="+mn-lt"/>
                <a:cs typeface="+mn-lt"/>
                <a:hlinkClick r:id="rId12"/>
              </a:rPr>
              <a:t>https://www.forbes.com/advisor/business/software/best-data-analytics-tools/</a:t>
            </a:r>
            <a:endParaRPr lang="en-US" sz="1500">
              <a:ea typeface="Calibri"/>
              <a:cs typeface="Calibri"/>
            </a:endParaRPr>
          </a:p>
          <a:p>
            <a:pPr marL="0" indent="0">
              <a:buNone/>
            </a:pPr>
            <a:endParaRPr lang="en-US" sz="1500">
              <a:ea typeface="Calibri"/>
              <a:cs typeface="Calibri"/>
            </a:endParaRPr>
          </a:p>
          <a:p>
            <a:endParaRPr lang="en-US" sz="15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987922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277577-49EF-C6D8-C16F-B7DB7AA30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054045"/>
          </a:xfrm>
        </p:spPr>
        <p:txBody>
          <a:bodyPr anchor="ctr">
            <a:normAutofit/>
          </a:bodyPr>
          <a:lstStyle/>
          <a:p>
            <a:r>
              <a:rPr lang="en-US" sz="6100">
                <a:cs typeface="Calibri Light"/>
              </a:rPr>
              <a:t>User Behavior Analytics</a:t>
            </a:r>
            <a:endParaRPr lang="en-US" sz="61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80147D-5B71-892C-1C0B-9734FD5F24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969469"/>
            <a:ext cx="8491375" cy="280039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>
                <a:ea typeface="+mn-lt"/>
                <a:cs typeface="+mn-lt"/>
              </a:rPr>
              <a:t>User behavior analytics (UBA) is the tracking, collecting and assessing of</a:t>
            </a:r>
            <a:r>
              <a:rPr lang="en-US" sz="2400" b="1" dirty="0">
                <a:ea typeface="+mn-lt"/>
                <a:cs typeface="+mn-lt"/>
              </a:rPr>
              <a:t> user data and activities</a:t>
            </a:r>
            <a:r>
              <a:rPr lang="en-US" sz="2400" dirty="0">
                <a:ea typeface="+mn-lt"/>
                <a:cs typeface="+mn-lt"/>
              </a:rPr>
              <a:t> using monitoring systems</a:t>
            </a:r>
          </a:p>
          <a:p>
            <a:r>
              <a:rPr lang="en-US" sz="2400" dirty="0">
                <a:ea typeface="+mn-lt"/>
                <a:cs typeface="+mn-lt"/>
              </a:rPr>
              <a:t>user is just one category of </a:t>
            </a:r>
            <a:r>
              <a:rPr lang="en-US" sz="2400" b="1" dirty="0">
                <a:ea typeface="+mn-lt"/>
                <a:cs typeface="+mn-lt"/>
              </a:rPr>
              <a:t>entities </a:t>
            </a:r>
            <a:r>
              <a:rPr lang="en-US" sz="2400" dirty="0">
                <a:ea typeface="+mn-lt"/>
                <a:cs typeface="+mn-lt"/>
              </a:rPr>
              <a:t>with </a:t>
            </a:r>
            <a:r>
              <a:rPr lang="en-US" sz="2400" b="1" dirty="0">
                <a:ea typeface="+mn-lt"/>
                <a:cs typeface="+mn-lt"/>
              </a:rPr>
              <a:t>observable behaviors</a:t>
            </a:r>
            <a:endParaRPr lang="en-US" sz="2400" b="1" dirty="0">
              <a:cs typeface="Calibri"/>
            </a:endParaRPr>
          </a:p>
          <a:p>
            <a:endParaRPr lang="en-US" sz="2400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856200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AAE94E3-A7DB-4868-B1E3-E49703488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4082F9-44B7-BE4F-1F96-D842F4978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5279408" cy="1128068"/>
          </a:xfrm>
        </p:spPr>
        <p:txBody>
          <a:bodyPr anchor="ctr">
            <a:normAutofit/>
          </a:bodyPr>
          <a:lstStyle/>
          <a:p>
            <a:r>
              <a:rPr lang="en-US" sz="4000">
                <a:ea typeface="+mj-lt"/>
                <a:cs typeface="+mj-lt"/>
              </a:rPr>
              <a:t>Funnel Analysis </a:t>
            </a:r>
            <a:endParaRPr lang="en-US" sz="40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123821"/>
            <a:ext cx="4975066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554D95-B0D3-BACA-F863-30BF137653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719" y="2330505"/>
            <a:ext cx="5278066" cy="397958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 dirty="0">
                <a:ea typeface="+mn-lt"/>
                <a:cs typeface="+mn-lt"/>
              </a:rPr>
              <a:t>understand the </a:t>
            </a:r>
            <a:r>
              <a:rPr lang="en-US" sz="2000" b="1" dirty="0">
                <a:ea typeface="+mn-lt"/>
                <a:cs typeface="+mn-lt"/>
              </a:rPr>
              <a:t>flow of users</a:t>
            </a:r>
            <a:r>
              <a:rPr lang="en-US" sz="2000" dirty="0">
                <a:ea typeface="+mn-lt"/>
                <a:cs typeface="+mn-lt"/>
              </a:rPr>
              <a:t> through the website</a:t>
            </a:r>
          </a:p>
          <a:p>
            <a:r>
              <a:rPr lang="en-US" sz="2000" dirty="0">
                <a:ea typeface="+mn-lt"/>
                <a:cs typeface="+mn-lt"/>
              </a:rPr>
              <a:t>shows you where your </a:t>
            </a:r>
            <a:r>
              <a:rPr lang="en-US" sz="2000" b="1" dirty="0">
                <a:ea typeface="+mn-lt"/>
                <a:cs typeface="+mn-lt"/>
              </a:rPr>
              <a:t>users are dropping off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 dirty="0">
                <a:ea typeface="+mn-lt"/>
                <a:cs typeface="+mn-lt"/>
              </a:rPr>
              <a:t>from visiting to adding an item to the shopping cart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 sz="2000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9687" y="357447"/>
            <a:ext cx="4845488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CB5D2D7-DF65-4E86-BFBA-FFB9B5ACEB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9687" y="3505479"/>
            <a:ext cx="4845488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5919CC-E19B-4D49-185D-677E934189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1719" y="737540"/>
            <a:ext cx="4395569" cy="178020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61CE15D-8590-254D-E64B-CFBFF4F5D6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1201" y="4116658"/>
            <a:ext cx="4896026" cy="1620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3909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87708D-F52E-9735-2484-0FEACC30B5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sz="4000">
                <a:ea typeface="+mj-lt"/>
                <a:cs typeface="+mj-lt"/>
              </a:rPr>
              <a:t>User Journey Mapping </a:t>
            </a:r>
            <a:endParaRPr lang="en-US" sz="40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E2AFF5-12CB-C729-200B-95AD69004C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200">
                <a:ea typeface="+mn-lt"/>
                <a:cs typeface="+mn-lt"/>
              </a:rPr>
              <a:t>understanding the impact of every interaction a customer has with your business</a:t>
            </a:r>
          </a:p>
          <a:p>
            <a:r>
              <a:rPr lang="en-US" sz="2200">
                <a:ea typeface="+mn-lt"/>
                <a:cs typeface="+mn-lt"/>
              </a:rPr>
              <a:t>can include analysis of:</a:t>
            </a:r>
            <a:endParaRPr lang="en-US" sz="2200">
              <a:ea typeface="Calibri"/>
              <a:cs typeface="Calibri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200">
                <a:ea typeface="+mn-lt"/>
                <a:cs typeface="+mn-lt"/>
              </a:rPr>
              <a:t>customer needs</a:t>
            </a:r>
            <a:endParaRPr lang="en-US" sz="2200">
              <a:ea typeface="Calibri"/>
              <a:cs typeface="Calibri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200">
                <a:ea typeface="+mn-lt"/>
                <a:cs typeface="+mn-lt"/>
              </a:rPr>
              <a:t>emotional highs and lows</a:t>
            </a:r>
            <a:endParaRPr lang="en-US" sz="2200">
              <a:ea typeface="Calibri"/>
              <a:cs typeface="Calibri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200">
                <a:ea typeface="+mn-lt"/>
                <a:cs typeface="+mn-lt"/>
              </a:rPr>
              <a:t>key metrics per step in the journey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200">
                <a:ea typeface="+mn-lt"/>
                <a:cs typeface="+mn-lt"/>
              </a:rPr>
              <a:t>customer satisfaction scores, customer effort scores, and other survey results</a:t>
            </a:r>
            <a:endParaRPr lang="en-US" sz="22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135718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87708D-F52E-9735-2484-0FEACC30B5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sz="4000">
                <a:ea typeface="+mj-lt"/>
                <a:cs typeface="+mj-lt"/>
              </a:rPr>
              <a:t>User Journey Mapping - Example</a:t>
            </a:r>
            <a:endParaRPr lang="en-US" sz="40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E2AFF5-12CB-C729-200B-95AD69004C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1700">
                <a:ea typeface="+mn-lt"/>
                <a:cs typeface="+mn-lt"/>
              </a:rPr>
              <a:t>Printing business </a:t>
            </a:r>
          </a:p>
          <a:p>
            <a:r>
              <a:rPr lang="en-US" sz="1700">
                <a:ea typeface="+mn-lt"/>
                <a:cs typeface="+mn-lt"/>
              </a:rPr>
              <a:t>The journey: 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700">
                <a:ea typeface="Calibri"/>
                <a:cs typeface="Calibri"/>
              </a:rPr>
              <a:t>A customer has an issue, call customer center, agent arrive, repair is made</a:t>
            </a:r>
          </a:p>
          <a:p>
            <a:r>
              <a:rPr lang="en-US" sz="1700">
                <a:ea typeface="Calibri"/>
                <a:cs typeface="Calibri"/>
              </a:rPr>
              <a:t>Issue: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700">
                <a:ea typeface="Calibri"/>
                <a:cs typeface="Calibri"/>
              </a:rPr>
              <a:t>When agent arrive, the customer is not present, they need a reschedule</a:t>
            </a:r>
          </a:p>
          <a:p>
            <a:r>
              <a:rPr lang="en-US" sz="1700">
                <a:ea typeface="Calibri"/>
                <a:cs typeface="Calibri"/>
              </a:rPr>
              <a:t>Analysis: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700">
                <a:ea typeface="Calibri"/>
                <a:cs typeface="Calibri"/>
              </a:rPr>
              <a:t>Using the </a:t>
            </a:r>
            <a:r>
              <a:rPr lang="en-US" sz="1700">
                <a:ea typeface="+mn-lt"/>
                <a:cs typeface="+mn-lt"/>
              </a:rPr>
              <a:t>Net Promoter Score (NPS) the company observe the score drops when reschedule</a:t>
            </a:r>
            <a:endParaRPr lang="en-US" sz="1700">
              <a:ea typeface="Calibri"/>
              <a:cs typeface="Calibri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700">
                <a:ea typeface="Calibri"/>
                <a:cs typeface="Calibri"/>
              </a:rPr>
              <a:t>Using NLP, there are negative sentiment expressed</a:t>
            </a:r>
          </a:p>
          <a:p>
            <a:r>
              <a:rPr lang="en-US" sz="1700">
                <a:ea typeface="Calibri"/>
                <a:cs typeface="Calibri"/>
              </a:rPr>
              <a:t>Resulting action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700">
                <a:ea typeface="+mn-lt"/>
                <a:cs typeface="+mn-lt"/>
              </a:rPr>
              <a:t>Offering customers a self-service booking system that they can access via their mobile on an app or through the website gives the customers more control</a:t>
            </a:r>
            <a:endParaRPr lang="en-US" sz="1700">
              <a:ea typeface="Calibri"/>
              <a:cs typeface="Calibri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en-US" sz="17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19589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361D7C-5176-8CE9-EE22-E304320E4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sz="4000">
                <a:ea typeface="+mj-lt"/>
                <a:cs typeface="+mj-lt"/>
              </a:rPr>
              <a:t>Event Tracking for In-App Actions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5D501C-1F9C-F370-B9B7-4A7FAAF18E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457200" indent="-457200"/>
            <a:r>
              <a:rPr lang="en-US" sz="2200" dirty="0">
                <a:ea typeface="+mn-lt"/>
                <a:cs typeface="+mn-lt"/>
              </a:rPr>
              <a:t>In-app events are </a:t>
            </a:r>
            <a:r>
              <a:rPr lang="en-US" sz="2200" b="1" dirty="0">
                <a:ea typeface="+mn-lt"/>
                <a:cs typeface="+mn-lt"/>
              </a:rPr>
              <a:t>tracked actions</a:t>
            </a:r>
            <a:r>
              <a:rPr lang="en-US" sz="2200" dirty="0">
                <a:ea typeface="+mn-lt"/>
                <a:cs typeface="+mn-lt"/>
              </a:rPr>
              <a:t> that users perform in an app</a:t>
            </a:r>
          </a:p>
          <a:p>
            <a:pPr marL="457200" indent="-457200"/>
            <a:r>
              <a:rPr lang="en-US" sz="2200" dirty="0">
                <a:ea typeface="+mn-lt"/>
                <a:cs typeface="+mn-lt"/>
              </a:rPr>
              <a:t>used as a tool </a:t>
            </a:r>
            <a:r>
              <a:rPr lang="en-US" sz="2200" b="1" dirty="0">
                <a:ea typeface="+mn-lt"/>
                <a:cs typeface="+mn-lt"/>
              </a:rPr>
              <a:t>to optimize </a:t>
            </a:r>
            <a:r>
              <a:rPr lang="en-US" sz="2200" dirty="0">
                <a:ea typeface="+mn-lt"/>
                <a:cs typeface="+mn-lt"/>
              </a:rPr>
              <a:t>the user experience:</a:t>
            </a:r>
          </a:p>
          <a:p>
            <a:pPr marL="914400" lvl="1" indent="-457200">
              <a:buFont typeface="Courier New" panose="020B0604020202020204" pitchFamily="34" charset="0"/>
              <a:buChar char="o"/>
            </a:pPr>
            <a:r>
              <a:rPr lang="en-US" sz="2200" dirty="0">
                <a:ea typeface="+mn-lt"/>
                <a:cs typeface="+mn-lt"/>
              </a:rPr>
              <a:t>increase stickiness within their app, </a:t>
            </a:r>
          </a:p>
          <a:p>
            <a:pPr marL="914400" lvl="1" indent="-457200">
              <a:buFont typeface="Courier New" panose="020B0604020202020204" pitchFamily="34" charset="0"/>
              <a:buChar char="o"/>
            </a:pPr>
            <a:r>
              <a:rPr lang="en-US" sz="2200" dirty="0">
                <a:ea typeface="+mn-lt"/>
                <a:cs typeface="+mn-lt"/>
              </a:rPr>
              <a:t>measure performance</a:t>
            </a:r>
          </a:p>
          <a:p>
            <a:pPr marL="914400" lvl="1" indent="-457200">
              <a:buFont typeface="Courier New" panose="020B0604020202020204" pitchFamily="34" charset="0"/>
              <a:buChar char="o"/>
            </a:pPr>
            <a:r>
              <a:rPr lang="en-US" sz="2200" dirty="0">
                <a:ea typeface="+mn-lt"/>
                <a:cs typeface="+mn-lt"/>
              </a:rPr>
              <a:t>find trends in user behavior</a:t>
            </a:r>
          </a:p>
          <a:p>
            <a:pPr marL="914400" lvl="1" indent="-457200">
              <a:buFont typeface="Courier New" panose="020B0604020202020204" pitchFamily="34" charset="0"/>
              <a:buChar char="o"/>
            </a:pPr>
            <a:r>
              <a:rPr lang="en-US" sz="2200" dirty="0">
                <a:ea typeface="+mn-lt"/>
                <a:cs typeface="+mn-lt"/>
              </a:rPr>
              <a:t>which users are most valuable and stick around for the longest</a:t>
            </a:r>
            <a:endParaRPr lang="en-US" sz="2200" dirty="0">
              <a:ea typeface="Calibri"/>
              <a:cs typeface="Calibri"/>
            </a:endParaRPr>
          </a:p>
          <a:p>
            <a:pPr marL="914400" lvl="1" indent="-457200">
              <a:buFont typeface="Courier New" panose="020B0604020202020204" pitchFamily="34" charset="0"/>
              <a:buChar char="o"/>
            </a:pPr>
            <a:r>
              <a:rPr lang="en-US" sz="2200" dirty="0">
                <a:ea typeface="+mn-lt"/>
                <a:cs typeface="+mn-lt"/>
              </a:rPr>
              <a:t>create impactful audience segments</a:t>
            </a:r>
            <a:endParaRPr lang="en-US" sz="2200" dirty="0">
              <a:ea typeface="Calibri"/>
              <a:cs typeface="Calibri"/>
            </a:endParaRPr>
          </a:p>
          <a:p>
            <a:pPr marL="457200"/>
            <a:r>
              <a:rPr lang="en-US" sz="2200" dirty="0">
                <a:ea typeface="Calibri"/>
                <a:cs typeface="Calibri"/>
              </a:rPr>
              <a:t>Examples:</a:t>
            </a:r>
          </a:p>
          <a:p>
            <a:pPr marL="914400" lvl="1" indent="-457200">
              <a:buFont typeface="Courier New" panose="020B0604020202020204" pitchFamily="34" charset="0"/>
              <a:buChar char="o"/>
            </a:pPr>
            <a:r>
              <a:rPr lang="en-US" sz="2200" dirty="0">
                <a:ea typeface="+mn-lt"/>
                <a:cs typeface="+mn-lt"/>
              </a:rPr>
              <a:t>registration, add-to-cart, purchases, opens</a:t>
            </a:r>
          </a:p>
          <a:p>
            <a:pPr marL="914400" lvl="1" indent="-457200">
              <a:buFont typeface="Courier New" panose="020B0604020202020204" pitchFamily="34" charset="0"/>
              <a:buChar char="o"/>
            </a:pPr>
            <a:r>
              <a:rPr lang="en-US" sz="2200" dirty="0">
                <a:ea typeface="+mn-lt"/>
                <a:cs typeface="+mn-lt"/>
              </a:rPr>
              <a:t>level achievements, tutorial completion, user invites, and social shares</a:t>
            </a:r>
            <a:endParaRPr lang="en-US" sz="22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123276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61D7C-5176-8CE9-EE22-E304320E4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Cohort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5D501C-1F9C-F370-B9B7-4A7FAAF18E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Comparing how </a:t>
            </a:r>
            <a:r>
              <a:rPr lang="en-US" b="1" dirty="0">
                <a:ea typeface="+mn-lt"/>
                <a:cs typeface="+mn-lt"/>
              </a:rPr>
              <a:t>different groups</a:t>
            </a:r>
            <a:r>
              <a:rPr lang="en-US" dirty="0">
                <a:ea typeface="+mn-lt"/>
                <a:cs typeface="+mn-lt"/>
              </a:rPr>
              <a:t> of customers act over time</a:t>
            </a:r>
          </a:p>
          <a:p>
            <a:r>
              <a:rPr lang="en-US" dirty="0">
                <a:ea typeface="+mn-lt"/>
                <a:cs typeface="+mn-lt"/>
              </a:rPr>
              <a:t>A cohort is a specific group of people with a </a:t>
            </a:r>
            <a:r>
              <a:rPr lang="en-US" b="1" dirty="0">
                <a:ea typeface="+mn-lt"/>
                <a:cs typeface="+mn-lt"/>
              </a:rPr>
              <a:t>shared </a:t>
            </a:r>
            <a:r>
              <a:rPr lang="en-US" dirty="0">
                <a:ea typeface="+mn-lt"/>
                <a:cs typeface="+mn-lt"/>
              </a:rPr>
              <a:t>characteristic or criteria: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Calibri"/>
                <a:cs typeface="Calibri"/>
              </a:rPr>
              <a:t>First product bought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Calibri"/>
                <a:cs typeface="Calibri"/>
              </a:rPr>
              <a:t>Channel they came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Calibri"/>
                <a:cs typeface="Calibri"/>
              </a:rPr>
              <a:t>Demographics: age, location, …</a:t>
            </a:r>
          </a:p>
          <a:p>
            <a:r>
              <a:rPr lang="en-US" dirty="0">
                <a:ea typeface="Calibri"/>
                <a:cs typeface="Calibri"/>
              </a:rPr>
              <a:t>Used to analyze: </a:t>
            </a:r>
            <a:endParaRPr lang="en-US" dirty="0">
              <a:ea typeface="+mn-lt"/>
              <a:cs typeface="+mn-lt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buying patterns, conversion trends, product popularity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Compare add campaigns with different attributes</a:t>
            </a:r>
          </a:p>
          <a:p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514589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4ECDE7A-6944-466D-8FFE-149A29BA6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3420082-9415-44EC-802E-C77D71D59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5A52C45-1FCB-4636-A80F-2849B8226C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361D7C-5176-8CE9-EE22-E304320E4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/>
              <a:t>Cohort Analysis - Example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68EB4DD-3704-43AD-92B3-C4E0C6EA92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7079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Content Placeholder 3" descr="A screenshot of a computer&#10;&#10;Description automatically generated">
            <a:extLst>
              <a:ext uri="{FF2B5EF4-FFF2-40B4-BE49-F238E27FC236}">
                <a16:creationId xmlns:a16="http://schemas.microsoft.com/office/drawing/2014/main" id="{86DC848F-B2D1-35EB-4822-64D4A87BFE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1167" b="-2"/>
          <a:stretch/>
        </p:blipFill>
        <p:spPr>
          <a:xfrm>
            <a:off x="366642" y="2147518"/>
            <a:ext cx="6551517" cy="402468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25E1A17-1262-E91E-E0BA-384948359ABE}"/>
              </a:ext>
            </a:extLst>
          </p:cNvPr>
          <p:cNvSpPr txBox="1"/>
          <p:nvPr/>
        </p:nvSpPr>
        <p:spPr>
          <a:xfrm>
            <a:off x="367228" y="6242890"/>
            <a:ext cx="5956452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 dirty="0">
                <a:ea typeface="Calibri"/>
                <a:cs typeface="Calibri"/>
              </a:rPr>
              <a:t>Source: </a:t>
            </a:r>
            <a:r>
              <a:rPr lang="en-US" sz="1100" dirty="0">
                <a:ea typeface="Calibri"/>
                <a:cs typeface="Calibri"/>
                <a:hlinkClick r:id="rId3"/>
              </a:rPr>
              <a:t>https://www.adverity.com/blog/is-mastering-cohort-analysis-worth-the-challenge</a:t>
            </a:r>
            <a:endParaRPr lang="en-US" sz="1100">
              <a:ea typeface="Calibri"/>
              <a:cs typeface="Calibri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8435096-38A3-BA1A-9B0A-B986735F6617}"/>
              </a:ext>
            </a:extLst>
          </p:cNvPr>
          <p:cNvSpPr txBox="1"/>
          <p:nvPr/>
        </p:nvSpPr>
        <p:spPr>
          <a:xfrm>
            <a:off x="7096699" y="2497156"/>
            <a:ext cx="4783156" cy="295465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ea typeface="+mn-lt"/>
                <a:cs typeface="+mn-lt"/>
              </a:rPr>
              <a:t>eCommerce store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ea typeface="Calibri" panose="020F0502020204030204"/>
                <a:cs typeface="Calibri" panose="020F0502020204030204"/>
              </a:rPr>
              <a:t>First column is the number of customers that made a first-time purchase</a:t>
            </a:r>
            <a:r>
              <a:rPr lang="en-US" b="1" dirty="0">
                <a:ea typeface="Calibri" panose="020F0502020204030204"/>
                <a:cs typeface="Calibri" panose="020F0502020204030204"/>
              </a:rPr>
              <a:t> each month</a:t>
            </a:r>
            <a:r>
              <a:rPr lang="en-US" dirty="0">
                <a:ea typeface="Calibri" panose="020F0502020204030204"/>
                <a:cs typeface="Calibri" panose="020F0502020204030204"/>
              </a:rPr>
              <a:t>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ea typeface="Calibri" panose="020F0502020204030204"/>
                <a:cs typeface="Calibri" panose="020F0502020204030204"/>
              </a:rPr>
              <a:t>The following columns show how many customers also made </a:t>
            </a:r>
            <a:r>
              <a:rPr lang="en-US" b="1" dirty="0">
                <a:ea typeface="Calibri" panose="020F0502020204030204"/>
                <a:cs typeface="Calibri" panose="020F0502020204030204"/>
              </a:rPr>
              <a:t>another purchase</a:t>
            </a:r>
            <a:r>
              <a:rPr lang="en-US" dirty="0">
                <a:ea typeface="Calibri" panose="020F0502020204030204"/>
                <a:cs typeface="Calibri" panose="020F0502020204030204"/>
              </a:rPr>
              <a:t>, and in which month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ea typeface="Calibri" panose="020F0502020204030204"/>
                <a:cs typeface="Calibri" panose="020F0502020204030204"/>
              </a:rPr>
              <a:t>Observation: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742950" lvl="1" indent="-285750">
              <a:buFont typeface="Courier New" panose="020B0604020202020204" pitchFamily="34" charset="0"/>
              <a:buChar char="o"/>
            </a:pPr>
            <a:r>
              <a:rPr lang="en-US" sz="1400" dirty="0">
                <a:ea typeface="+mn-lt"/>
                <a:cs typeface="+mn-lt"/>
              </a:rPr>
              <a:t>a big drop in numbers for most months between columns </a:t>
            </a:r>
            <a:r>
              <a:rPr lang="en-US" sz="1400" b="1" dirty="0">
                <a:ea typeface="+mn-lt"/>
                <a:cs typeface="+mn-lt"/>
              </a:rPr>
              <a:t>three and four</a:t>
            </a:r>
            <a:r>
              <a:rPr lang="en-US" sz="1400" dirty="0">
                <a:ea typeface="+mn-lt"/>
                <a:cs typeface="+mn-lt"/>
              </a:rPr>
              <a:t> (sudden change in shading between those columns)</a:t>
            </a:r>
            <a:endParaRPr lang="en-US" sz="1400" dirty="0"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4757921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361D7C-5176-8CE9-EE22-E304320E4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anchor="ctr">
            <a:normAutofit/>
          </a:bodyPr>
          <a:lstStyle/>
          <a:p>
            <a:r>
              <a:rPr lang="en-US" sz="7200">
                <a:ea typeface="+mj-lt"/>
                <a:cs typeface="+mj-lt"/>
              </a:rPr>
              <a:t>Predictive Analytics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5D501C-1F9C-F370-B9B7-4A7FAAF18E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547156"/>
            <a:ext cx="8074815" cy="322270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>
                <a:ea typeface="+mn-lt"/>
                <a:cs typeface="+mn-lt"/>
              </a:rPr>
              <a:t>The process of using data to forecast future outcomes</a:t>
            </a:r>
          </a:p>
          <a:p>
            <a:r>
              <a:rPr lang="en-US" sz="2400" dirty="0">
                <a:ea typeface="Calibri"/>
                <a:cs typeface="Calibri"/>
              </a:rPr>
              <a:t>Steps: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 dirty="0">
                <a:ea typeface="Calibri"/>
                <a:cs typeface="Calibri"/>
              </a:rPr>
              <a:t>Define the problem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 dirty="0">
                <a:ea typeface="Calibri"/>
                <a:cs typeface="Calibri"/>
              </a:rPr>
              <a:t>Acquire and organize data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 dirty="0">
                <a:ea typeface="Calibri"/>
                <a:cs typeface="Calibri"/>
              </a:rPr>
              <a:t>Pre-process data: remove anomalies, missing data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 dirty="0">
                <a:ea typeface="Calibri"/>
                <a:cs typeface="Calibri"/>
              </a:rPr>
              <a:t>Develop predictive models: ML, regression models, decision trees, NN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 dirty="0">
                <a:ea typeface="Calibri"/>
                <a:cs typeface="Calibri"/>
              </a:rPr>
              <a:t>Validate and deploy: make available to stakeholders</a:t>
            </a:r>
          </a:p>
          <a:p>
            <a:r>
              <a:rPr lang="en-US" sz="2400" dirty="0">
                <a:ea typeface="Calibri"/>
                <a:cs typeface="Calibri"/>
              </a:rPr>
              <a:t>Ex: </a:t>
            </a:r>
            <a:r>
              <a:rPr lang="en-US" sz="2400" dirty="0">
                <a:ea typeface="+mn-lt"/>
                <a:cs typeface="+mn-lt"/>
                <a:hlinkClick r:id="rId2"/>
              </a:rPr>
              <a:t>GPT Analytics</a:t>
            </a:r>
          </a:p>
          <a:p>
            <a:endParaRPr lang="en-US" sz="24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415484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5B35E8-D062-8947-A29A-CC6617B9B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>
                <a:ea typeface="+mj-lt"/>
                <a:cs typeface="+mj-lt"/>
              </a:rPr>
              <a:t>A/B Testing and Experimentation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11B83E-BCF3-DB21-3749-683795BD25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 dirty="0">
                <a:ea typeface="+mn-lt"/>
                <a:cs typeface="+mn-lt"/>
              </a:rPr>
              <a:t>A/B testing (also known as split testing or bucket testing) is a methodology for comparing </a:t>
            </a:r>
            <a:r>
              <a:rPr lang="en-US" sz="2000" b="1" dirty="0">
                <a:ea typeface="+mn-lt"/>
                <a:cs typeface="+mn-lt"/>
              </a:rPr>
              <a:t>two versions</a:t>
            </a:r>
            <a:r>
              <a:rPr lang="en-US" sz="2000" dirty="0">
                <a:ea typeface="+mn-lt"/>
                <a:cs typeface="+mn-lt"/>
              </a:rPr>
              <a:t> of a webpage or app against each other to determine which one </a:t>
            </a:r>
            <a:r>
              <a:rPr lang="en-US" sz="2000" b="1" dirty="0">
                <a:ea typeface="+mn-lt"/>
                <a:cs typeface="+mn-lt"/>
              </a:rPr>
              <a:t>performs better</a:t>
            </a:r>
            <a:r>
              <a:rPr lang="en-US" sz="2000" dirty="0">
                <a:ea typeface="+mn-lt"/>
                <a:cs typeface="+mn-lt"/>
              </a:rPr>
              <a:t>.</a:t>
            </a:r>
            <a:endParaRPr lang="en-US" sz="2000">
              <a:ea typeface="+mn-lt"/>
              <a:cs typeface="+mn-lt"/>
            </a:endParaRPr>
          </a:p>
          <a:p>
            <a:r>
              <a:rPr lang="en-US" sz="2000" dirty="0">
                <a:ea typeface="+mn-lt"/>
                <a:cs typeface="+mn-lt"/>
              </a:rPr>
              <a:t>You keep your current version of the app store listing and create another variation </a:t>
            </a:r>
            <a:r>
              <a:rPr lang="en-US" sz="2000" b="1" dirty="0">
                <a:ea typeface="+mn-lt"/>
                <a:cs typeface="+mn-lt"/>
              </a:rPr>
              <a:t>to test one specific aspect</a:t>
            </a:r>
          </a:p>
        </p:txBody>
      </p:sp>
      <p:pic>
        <p:nvPicPr>
          <p:cNvPr id="4" name="Picture 3" descr="How to do Mobile App A/B Testing for Your App Store Listing">
            <a:extLst>
              <a:ext uri="{FF2B5EF4-FFF2-40B4-BE49-F238E27FC236}">
                <a16:creationId xmlns:a16="http://schemas.microsoft.com/office/drawing/2014/main" id="{B08C0C27-0BC0-12EE-80CF-8CDBC6D2EA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532" y="2622472"/>
            <a:ext cx="5150277" cy="3437809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784B3B-F8EE-4C14-4A3B-69853CA9FEA2}"/>
              </a:ext>
            </a:extLst>
          </p:cNvPr>
          <p:cNvSpPr txBox="1"/>
          <p:nvPr/>
        </p:nvSpPr>
        <p:spPr>
          <a:xfrm>
            <a:off x="5939928" y="6160265"/>
            <a:ext cx="514120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>
                <a:ea typeface="Calibri"/>
                <a:cs typeface="Calibri"/>
              </a:rPr>
              <a:t>Source: </a:t>
            </a:r>
            <a:r>
              <a:rPr lang="en-US" sz="1200" dirty="0">
                <a:ea typeface="+mn-lt"/>
                <a:cs typeface="+mn-lt"/>
                <a:hlinkClick r:id="rId3"/>
              </a:rPr>
              <a:t>https://appradar.com/academy/app-store-listing-a-b-testing</a:t>
            </a:r>
            <a:endParaRPr lang="en-US" sz="1200" dirty="0">
              <a:ea typeface="+mn-lt"/>
              <a:cs typeface="+mn-lt"/>
            </a:endParaRPr>
          </a:p>
          <a:p>
            <a:endParaRPr lang="en-US" sz="12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902513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5B35E8-D062-8947-A29A-CC6617B9B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 dirty="0">
                <a:ea typeface="+mj-lt"/>
                <a:cs typeface="+mj-lt"/>
              </a:rPr>
              <a:t>A/B Testing - Steps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11B83E-BCF3-DB21-3749-683795BD25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000" b="1" dirty="0">
                <a:ea typeface="+mn-lt"/>
                <a:cs typeface="+mn-lt"/>
              </a:rPr>
              <a:t>Research</a:t>
            </a:r>
            <a:r>
              <a:rPr lang="en-US" sz="2000" dirty="0">
                <a:ea typeface="+mn-lt"/>
                <a:cs typeface="+mn-lt"/>
              </a:rPr>
              <a:t>.</a:t>
            </a:r>
            <a:endParaRPr lang="en-US" dirty="0"/>
          </a:p>
          <a:p>
            <a:pPr marL="0" indent="0">
              <a:buNone/>
            </a:pPr>
            <a:r>
              <a:rPr lang="en-US" sz="2000" dirty="0">
                <a:ea typeface="+mn-lt"/>
                <a:cs typeface="+mn-lt"/>
              </a:rPr>
              <a:t>What is missing in your app? Keep an eye on the competitors.</a:t>
            </a:r>
          </a:p>
          <a:p>
            <a:pPr marL="0" indent="0">
              <a:buNone/>
            </a:pPr>
            <a:r>
              <a:rPr lang="en-US" sz="2000" b="1" dirty="0">
                <a:ea typeface="Calibri"/>
                <a:cs typeface="Calibri"/>
              </a:rPr>
              <a:t>Hypothesis</a:t>
            </a:r>
          </a:p>
          <a:p>
            <a:pPr marL="0" indent="0">
              <a:buNone/>
            </a:pPr>
            <a:r>
              <a:rPr lang="en-US" sz="2000" dirty="0">
                <a:ea typeface="Calibri"/>
                <a:cs typeface="Calibri"/>
              </a:rPr>
              <a:t>"If I change the app icon, we'll get more downloads"</a:t>
            </a:r>
          </a:p>
          <a:p>
            <a:pPr marL="0" indent="0">
              <a:buNone/>
            </a:pPr>
            <a:r>
              <a:rPr lang="en-US" sz="2000" b="1" dirty="0">
                <a:ea typeface="Calibri"/>
                <a:cs typeface="Calibri"/>
              </a:rPr>
              <a:t>Create your variations</a:t>
            </a:r>
            <a:endParaRPr lang="en-US" sz="20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2000" dirty="0">
                <a:ea typeface="Calibri"/>
                <a:cs typeface="Calibri"/>
              </a:rPr>
              <a:t>Create the new icon, design new search button</a:t>
            </a:r>
            <a:endParaRPr lang="en-US" sz="2000" b="1" dirty="0">
              <a:ea typeface="Calibri"/>
              <a:cs typeface="Calibri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6692A4E-9F9D-03A6-0699-AF13BB6AB3D7}"/>
              </a:ext>
            </a:extLst>
          </p:cNvPr>
          <p:cNvSpPr txBox="1">
            <a:spLocks/>
          </p:cNvSpPr>
          <p:nvPr/>
        </p:nvSpPr>
        <p:spPr>
          <a:xfrm>
            <a:off x="6041362" y="2669283"/>
            <a:ext cx="4530898" cy="363945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ea typeface="+mn-lt"/>
                <a:cs typeface="+mn-lt"/>
              </a:rPr>
              <a:t>Running the experiment</a:t>
            </a:r>
          </a:p>
          <a:p>
            <a:pPr marL="0" indent="0">
              <a:buNone/>
            </a:pPr>
            <a:r>
              <a:rPr lang="en-US" sz="2000" dirty="0">
                <a:ea typeface="Calibri"/>
                <a:cs typeface="Calibri"/>
              </a:rPr>
              <a:t>Never run the experiments before 7 days</a:t>
            </a:r>
          </a:p>
          <a:p>
            <a:pPr marL="0" indent="0">
              <a:buNone/>
            </a:pPr>
            <a:r>
              <a:rPr lang="en-US" sz="2000" b="1" dirty="0">
                <a:ea typeface="Calibri"/>
                <a:cs typeface="Calibri"/>
              </a:rPr>
              <a:t>Analysis and implement</a:t>
            </a:r>
          </a:p>
          <a:p>
            <a:pPr marL="0" indent="0">
              <a:buNone/>
            </a:pPr>
            <a:r>
              <a:rPr lang="en-US" sz="2000" dirty="0">
                <a:ea typeface="Calibri"/>
                <a:cs typeface="Calibri"/>
              </a:rPr>
              <a:t>Collect data: traffic, conversions, engagement, rate, retention rate, etc.</a:t>
            </a:r>
          </a:p>
          <a:p>
            <a:pPr marL="0" indent="0">
              <a:buNone/>
            </a:pPr>
            <a:r>
              <a:rPr lang="en-US" sz="2000" dirty="0">
                <a:ea typeface="Calibri"/>
                <a:cs typeface="Calibri"/>
              </a:rPr>
              <a:t>… and make decisions</a:t>
            </a:r>
          </a:p>
        </p:txBody>
      </p:sp>
    </p:spTree>
    <p:extLst>
      <p:ext uri="{BB962C8B-B14F-4D97-AF65-F5344CB8AC3E}">
        <p14:creationId xmlns:p14="http://schemas.microsoft.com/office/powerpoint/2010/main" val="3511356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94A008-E150-472A-D696-620173626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767" y="1188637"/>
            <a:ext cx="3282874" cy="4480726"/>
          </a:xfrm>
        </p:spPr>
        <p:txBody>
          <a:bodyPr>
            <a:normAutofit/>
          </a:bodyPr>
          <a:lstStyle/>
          <a:p>
            <a:pPr algn="r"/>
            <a:r>
              <a:rPr lang="en-US" sz="5100" dirty="0">
                <a:ea typeface="Calibri Light"/>
                <a:cs typeface="Calibri Light"/>
              </a:rPr>
              <a:t>Milestone 6</a:t>
            </a:r>
            <a:br>
              <a:rPr lang="en-US" sz="5100" dirty="0">
                <a:ea typeface="Calibri Light"/>
                <a:cs typeface="Calibri Light"/>
              </a:rPr>
            </a:br>
            <a:r>
              <a:rPr lang="en-US" sz="5100" dirty="0">
                <a:ea typeface="Calibri Light"/>
                <a:cs typeface="Calibri Light"/>
              </a:rPr>
              <a:t>-week 12-</a:t>
            </a:r>
            <a:endParaRPr lang="en-US" sz="5100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257168-3BB2-16BD-14CD-A7BE48BD0A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5260" y="1648870"/>
            <a:ext cx="4702848" cy="356026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 dirty="0">
                <a:ea typeface="Calibri"/>
                <a:cs typeface="Calibri"/>
              </a:rPr>
              <a:t>One page PDF to design an </a:t>
            </a:r>
            <a:r>
              <a:rPr lang="en-US" sz="2400" b="1" dirty="0">
                <a:ea typeface="Calibri"/>
                <a:cs typeface="Calibri"/>
              </a:rPr>
              <a:t>A/B testing</a:t>
            </a:r>
            <a:r>
              <a:rPr lang="en-US" sz="2400" dirty="0">
                <a:ea typeface="Calibri"/>
                <a:cs typeface="Calibri"/>
              </a:rPr>
              <a:t> process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Calibri"/>
                <a:cs typeface="Calibri"/>
              </a:rPr>
              <a:t>Research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Calibri"/>
                <a:cs typeface="Calibri"/>
              </a:rPr>
              <a:t>Hypothesis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Calibri"/>
                <a:cs typeface="Calibri"/>
              </a:rPr>
              <a:t>Versions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Calibri"/>
                <a:cs typeface="Calibri"/>
              </a:rPr>
              <a:t>Metrics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Calibri"/>
                <a:cs typeface="Calibri"/>
              </a:rPr>
              <a:t>How do you deploy the 2 versions in parallel?</a:t>
            </a:r>
          </a:p>
        </p:txBody>
      </p:sp>
    </p:spTree>
    <p:extLst>
      <p:ext uri="{BB962C8B-B14F-4D97-AF65-F5344CB8AC3E}">
        <p14:creationId xmlns:p14="http://schemas.microsoft.com/office/powerpoint/2010/main" val="29204999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7DCE7-B245-5D78-0F65-576199D09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Calibri Light"/>
                <a:cs typeface="Calibri Light"/>
              </a:rPr>
              <a:t>References: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F47124-82BB-8659-EA37-05FB8EE4D0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249377" cy="4351338"/>
          </a:xfrm>
        </p:spPr>
        <p:txBody>
          <a:bodyPr vert="horz" lIns="0" tIns="0" rIns="0" bIns="0" rtlCol="0" anchor="t">
            <a:normAutofit lnSpcReduction="10000"/>
          </a:bodyPr>
          <a:lstStyle/>
          <a:p>
            <a:r>
              <a:rPr lang="en-US" dirty="0">
                <a:ea typeface="+mn-lt"/>
                <a:cs typeface="+mn-lt"/>
                <a:hlinkClick r:id="rId2"/>
              </a:rPr>
              <a:t>https://kaizen.com/insights/analysis-data-innovation-businesses/</a:t>
            </a:r>
            <a:endParaRPr lang="en-US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  <a:hlinkClick r:id="rId3"/>
              </a:rPr>
              <a:t>https://www.datacamp.com/blog/unique-ways-to-use-ai-in-data-analytics</a:t>
            </a:r>
            <a:endParaRPr lang="en-US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  <a:hlinkClick r:id="rId4"/>
              </a:rPr>
              <a:t>https://www.forbes.com/advisor/business/software/best-data-analytics-tools/</a:t>
            </a:r>
          </a:p>
          <a:p>
            <a:r>
              <a:rPr lang="en-US" dirty="0">
                <a:ea typeface="+mn-lt"/>
                <a:cs typeface="+mn-lt"/>
                <a:hlinkClick r:id="rId5"/>
              </a:rPr>
              <a:t>https://chartio.com/learn/product-analytics/what-is-a-funnel-analysis/</a:t>
            </a:r>
          </a:p>
          <a:p>
            <a:r>
              <a:rPr lang="en-US" dirty="0">
                <a:ea typeface="+mn-lt"/>
                <a:cs typeface="+mn-lt"/>
                <a:hlinkClick r:id="rId6"/>
              </a:rPr>
              <a:t>https://www.qualtrics.com/uk/experience-management/customer/customer-journey-analytics/?rid=ip&amp;prevsite=en&amp;newsite=uk&amp;geo=RO&amp;geomatch=uk</a:t>
            </a:r>
          </a:p>
          <a:p>
            <a:r>
              <a:rPr lang="en-US" dirty="0">
                <a:ea typeface="+mn-lt"/>
                <a:cs typeface="+mn-lt"/>
                <a:hlinkClick r:id="rId7"/>
              </a:rPr>
              <a:t>https://adjoe.io/glossary/in-app-events/</a:t>
            </a:r>
          </a:p>
          <a:p>
            <a:r>
              <a:rPr lang="en-US" dirty="0">
                <a:ea typeface="+mn-lt"/>
                <a:cs typeface="+mn-lt"/>
                <a:hlinkClick r:id="rId8"/>
              </a:rPr>
              <a:t>https://appradar.com/academy/app-store-listing-a-b-testing</a:t>
            </a:r>
          </a:p>
          <a:p>
            <a:endParaRPr lang="en-US" dirty="0">
              <a:ea typeface="+mn-lt"/>
              <a:cs typeface="+mn-lt"/>
            </a:endParaRPr>
          </a:p>
          <a:p>
            <a:endParaRPr lang="en-US" dirty="0">
              <a:ea typeface="+mn-lt"/>
              <a:cs typeface="+mn-lt"/>
            </a:endParaRPr>
          </a:p>
          <a:p>
            <a:endParaRPr lang="en-US" dirty="0">
              <a:ea typeface="+mn-lt"/>
              <a:cs typeface="+mn-lt"/>
            </a:endParaRPr>
          </a:p>
          <a:p>
            <a:endParaRPr lang="en-US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576503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d8c896a-2c7a-453c-a372-c5a9d996764a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EF9612703AB1245B110929651DA4EFF" ma:contentTypeVersion="10" ma:contentTypeDescription="Create a new document." ma:contentTypeScope="" ma:versionID="ecf2fada5d55cdb3950e5f558f164afc">
  <xsd:schema xmlns:xsd="http://www.w3.org/2001/XMLSchema" xmlns:xs="http://www.w3.org/2001/XMLSchema" xmlns:p="http://schemas.microsoft.com/office/2006/metadata/properties" xmlns:ns2="2d8c896a-2c7a-453c-a372-c5a9d996764a" targetNamespace="http://schemas.microsoft.com/office/2006/metadata/properties" ma:root="true" ma:fieldsID="27dc19fd6429b261af21789178676c87" ns2:_="">
    <xsd:import namespace="2d8c896a-2c7a-453c-a372-c5a9d996764a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d8c896a-2c7a-453c-a372-c5a9d996764a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ef85decb-1301-438d-8b3f-81c7864c2a9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64EC2D6-86D6-4CE0-A39F-56381FC5495C}">
  <ds:schemaRefs>
    <ds:schemaRef ds:uri="2d8c896a-2c7a-453c-a372-c5a9d996764a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1DE3B61C-0CC3-4594-AC79-48ADDCF99C1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B349AE4-3C68-4DBD-AE36-D09C4E05D748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17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Unleashing the Power of Analytics for App Product Success </vt:lpstr>
      <vt:lpstr>Content</vt:lpstr>
      <vt:lpstr>DATA DRIVEN INNOVATION</vt:lpstr>
      <vt:lpstr>Explaining analysis &amp; insights</vt:lpstr>
      <vt:lpstr>Analytics Platforms</vt:lpstr>
      <vt:lpstr>User Behavior Analytics</vt:lpstr>
      <vt:lpstr>Funnel Analysis </vt:lpstr>
      <vt:lpstr>User Journey Mapping </vt:lpstr>
      <vt:lpstr>User Journey Mapping - Example</vt:lpstr>
      <vt:lpstr>Event Tracking for In-App Actions</vt:lpstr>
      <vt:lpstr>Cohort Analysis</vt:lpstr>
      <vt:lpstr>Cohort Analysis - Example</vt:lpstr>
      <vt:lpstr>Predictive Analytics</vt:lpstr>
      <vt:lpstr>A/B Testing and Experimentation</vt:lpstr>
      <vt:lpstr>A/B Testing - Steps</vt:lpstr>
      <vt:lpstr>Milestone 6 -week 12-</vt:lpstr>
      <vt:lpstr>References: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revision>326</cp:revision>
  <dcterms:created xsi:type="dcterms:W3CDTF">2023-12-05T07:02:20Z</dcterms:created>
  <dcterms:modified xsi:type="dcterms:W3CDTF">2024-01-10T21:13:26Z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0x0101006EF9612703AB1245B110929651DA4EFF</vt:lpwstr>
  </property>
  <property fmtid="{D5CDD505-2E9C-101B-9397-08002B2CF9AE}" pid="3" name="MediaServiceImageTags">
    <vt:lpwstr/>
  </property>
</Properties>
</file>